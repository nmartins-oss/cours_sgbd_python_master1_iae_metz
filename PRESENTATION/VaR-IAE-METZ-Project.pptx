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2"/>
  </p:notesMasterIdLst>
  <p:sldIdLst>
    <p:sldId id="256" r:id="rId2"/>
    <p:sldId id="29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3"/>
    </p:embeddedFont>
    <p:embeddedFont>
      <p:font typeface="Montserrat" panose="00000500000000000000" pitchFamily="2" charset="0"/>
      <p:regular r:id="rId14"/>
      <p:bold r:id="rId15"/>
      <p:italic r:id="rId16"/>
      <p:boldItalic r:id="rId17"/>
    </p:embeddedFont>
    <p:embeddedFont>
      <p:font typeface="Montserrat ExtraBold" panose="00000900000000000000" pitchFamily="2" charset="0"/>
      <p:bold r:id="rId18"/>
      <p:boldItalic r:id="rId19"/>
    </p:embeddedFont>
    <p:embeddedFont>
      <p:font typeface="Poppins" panose="00000500000000000000" pitchFamily="2" charset="0"/>
      <p:regular r:id="rId20"/>
      <p:bold r:id="rId21"/>
      <p:italic r:id="rId22"/>
      <p:boldItalic r:id="rId23"/>
    </p:embeddedFont>
    <p:embeddedFont>
      <p:font typeface="Raleway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1D20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173BE73-7822-4B24-8A29-29656DCE44D5}">
  <a:tblStyle styleId="{A173BE73-7822-4B24-8A29-29656DCE44D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181F430-3CAD-4271-9E68-0DBF7CE4CF0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2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2" name="Google Shape;313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3" name="Google Shape;313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2">
          <a:extLst>
            <a:ext uri="{FF2B5EF4-FFF2-40B4-BE49-F238E27FC236}">
              <a16:creationId xmlns:a16="http://schemas.microsoft.com/office/drawing/2014/main" id="{714CD632-AF14-009E-6033-D4A8E14A3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3" name="Google Shape;3633;g29c072bb0b4_0_17969:notes">
            <a:extLst>
              <a:ext uri="{FF2B5EF4-FFF2-40B4-BE49-F238E27FC236}">
                <a16:creationId xmlns:a16="http://schemas.microsoft.com/office/drawing/2014/main" id="{6BD22A22-F16E-25DE-E4D7-5AA47C2B88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4" name="Google Shape;3634;g29c072bb0b4_0_17969:notes">
            <a:extLst>
              <a:ext uri="{FF2B5EF4-FFF2-40B4-BE49-F238E27FC236}">
                <a16:creationId xmlns:a16="http://schemas.microsoft.com/office/drawing/2014/main" id="{8D51CB3D-F69E-B874-C035-8E35610202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28319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5" name="Google Shape;4135;g29c072bb0b4_0_18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6" name="Google Shape;4136;g29c072bb0b4_0_18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4" name="Google Shape;4154;g29c072bb0b4_0_190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5" name="Google Shape;4155;g29c072bb0b4_0_190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4" name="Google Shape;4654;g29c072bb0b4_0_195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5" name="Google Shape;4655;g29c072bb0b4_0_195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6" name="Google Shape;5156;g29c072bb0b4_0_200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7" name="Google Shape;5157;g29c072bb0b4_0_200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7" name="Google Shape;5657;g29c072bb0b4_0_205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8" name="Google Shape;5658;g29c072bb0b4_0_205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1" name="Google Shape;5671;g29c072bb0b4_0_2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2" name="Google Shape;5672;g29c072bb0b4_0_21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7" name="Google Shape;6177;g29c072bb0b4_0_216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8" name="Google Shape;6178;g29c072bb0b4_0_216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8" name="Google Shape;7708;g29c072bb0b4_0_24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9" name="Google Shape;7709;g29c072bb0b4_0_24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26050" y="1502800"/>
            <a:ext cx="6891900" cy="13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057600" y="2848100"/>
            <a:ext cx="30288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075900" y="4484975"/>
            <a:ext cx="690000" cy="1236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6508625" y="4434425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Google Shape;13;p2"/>
          <p:cNvSpPr/>
          <p:nvPr/>
        </p:nvSpPr>
        <p:spPr>
          <a:xfrm rot="2700000" flipH="1">
            <a:off x="7634356" y="2881594"/>
            <a:ext cx="1592834" cy="1592772"/>
          </a:xfrm>
          <a:custGeom>
            <a:avLst/>
            <a:gdLst/>
            <a:ahLst/>
            <a:cxnLst/>
            <a:rect l="l" t="t" r="r" b="b"/>
            <a:pathLst>
              <a:path w="2422159" h="2422064" extrusionOk="0">
                <a:moveTo>
                  <a:pt x="2306360" y="115800"/>
                </a:moveTo>
                <a:lnTo>
                  <a:pt x="2306360" y="115800"/>
                </a:lnTo>
                <a:cubicBezTo>
                  <a:pt x="2460760" y="270200"/>
                  <a:pt x="2460760" y="520422"/>
                  <a:pt x="2306360" y="674822"/>
                </a:cubicBezTo>
                <a:lnTo>
                  <a:pt x="674822" y="2306265"/>
                </a:lnTo>
                <a:cubicBezTo>
                  <a:pt x="520422" y="2460665"/>
                  <a:pt x="270200" y="2460665"/>
                  <a:pt x="115800" y="2306265"/>
                </a:cubicBezTo>
                <a:lnTo>
                  <a:pt x="115800" y="2306265"/>
                </a:lnTo>
                <a:cubicBezTo>
                  <a:pt x="-38600" y="2151864"/>
                  <a:pt x="-38600" y="1901642"/>
                  <a:pt x="115800" y="1747242"/>
                </a:cubicBezTo>
                <a:lnTo>
                  <a:pt x="1747338" y="115800"/>
                </a:lnTo>
                <a:cubicBezTo>
                  <a:pt x="1901738" y="-38600"/>
                  <a:pt x="2151960" y="-38600"/>
                  <a:pt x="2306360" y="11580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7F7F7F">
                  <a:alpha val="49803"/>
                </a:srgbClr>
              </a:gs>
              <a:gs pos="73000">
                <a:schemeClr val="lt1"/>
              </a:gs>
              <a:gs pos="100000">
                <a:schemeClr val="l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2092500" y="2360038"/>
            <a:ext cx="4959000" cy="9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5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3646350" y="1449900"/>
            <a:ext cx="1851300" cy="10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900"/>
              <a:buNone/>
              <a:defRPr sz="6000" b="1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900"/>
              <a:buNone/>
              <a:defRPr sz="89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900"/>
              <a:buNone/>
              <a:defRPr sz="89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900"/>
              <a:buNone/>
              <a:defRPr sz="89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900"/>
              <a:buNone/>
              <a:defRPr sz="89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900"/>
              <a:buNone/>
              <a:defRPr sz="89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900"/>
              <a:buNone/>
              <a:defRPr sz="89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900"/>
              <a:buNone/>
              <a:defRPr sz="89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900"/>
              <a:buNone/>
              <a:defRPr sz="89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/>
          <p:nvPr/>
        </p:nvSpPr>
        <p:spPr>
          <a:xfrm>
            <a:off x="662675" y="2649450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" name="Google Shape;18;p3"/>
          <p:cNvSpPr/>
          <p:nvPr/>
        </p:nvSpPr>
        <p:spPr>
          <a:xfrm rot="5402302">
            <a:off x="-120925" y="1344493"/>
            <a:ext cx="1791900" cy="1236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"/>
          <p:cNvSpPr txBox="1">
            <a:spLocks noGrp="1"/>
          </p:cNvSpPr>
          <p:nvPr>
            <p:ph type="subTitle" idx="1"/>
          </p:nvPr>
        </p:nvSpPr>
        <p:spPr>
          <a:xfrm>
            <a:off x="2151900" y="1366775"/>
            <a:ext cx="4840200" cy="49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19" name="Google Shape;519;p5"/>
          <p:cNvSpPr txBox="1">
            <a:spLocks noGrp="1"/>
          </p:cNvSpPr>
          <p:nvPr>
            <p:ph type="subTitle" idx="2"/>
          </p:nvPr>
        </p:nvSpPr>
        <p:spPr>
          <a:xfrm>
            <a:off x="2151900" y="2858717"/>
            <a:ext cx="4840200" cy="49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20" name="Google Shape;520;p5"/>
          <p:cNvSpPr txBox="1">
            <a:spLocks noGrp="1"/>
          </p:cNvSpPr>
          <p:nvPr>
            <p:ph type="subTitle" idx="3"/>
          </p:nvPr>
        </p:nvSpPr>
        <p:spPr>
          <a:xfrm>
            <a:off x="2151900" y="1775922"/>
            <a:ext cx="4840200" cy="93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1" name="Google Shape;521;p5"/>
          <p:cNvSpPr txBox="1">
            <a:spLocks noGrp="1"/>
          </p:cNvSpPr>
          <p:nvPr>
            <p:ph type="subTitle" idx="4"/>
          </p:nvPr>
        </p:nvSpPr>
        <p:spPr>
          <a:xfrm>
            <a:off x="2151900" y="3267875"/>
            <a:ext cx="4840200" cy="10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2" name="Google Shape;522;p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3" name="Google Shape;523;p5"/>
          <p:cNvSpPr/>
          <p:nvPr/>
        </p:nvSpPr>
        <p:spPr>
          <a:xfrm>
            <a:off x="669925" y="4652900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4" name="Google Shape;524;p5"/>
          <p:cNvSpPr/>
          <p:nvPr/>
        </p:nvSpPr>
        <p:spPr>
          <a:xfrm rot="2484">
            <a:off x="1283400" y="4703450"/>
            <a:ext cx="1245600" cy="1236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5" name="Google Shape;525;p5"/>
          <p:cNvSpPr/>
          <p:nvPr/>
        </p:nvSpPr>
        <p:spPr>
          <a:xfrm rot="2700000" flipH="1">
            <a:off x="7634356" y="824194"/>
            <a:ext cx="1592834" cy="1592772"/>
          </a:xfrm>
          <a:custGeom>
            <a:avLst/>
            <a:gdLst/>
            <a:ahLst/>
            <a:cxnLst/>
            <a:rect l="l" t="t" r="r" b="b"/>
            <a:pathLst>
              <a:path w="2422159" h="2422064" extrusionOk="0">
                <a:moveTo>
                  <a:pt x="2306360" y="115800"/>
                </a:moveTo>
                <a:lnTo>
                  <a:pt x="2306360" y="115800"/>
                </a:lnTo>
                <a:cubicBezTo>
                  <a:pt x="2460760" y="270200"/>
                  <a:pt x="2460760" y="520422"/>
                  <a:pt x="2306360" y="674822"/>
                </a:cubicBezTo>
                <a:lnTo>
                  <a:pt x="674822" y="2306265"/>
                </a:lnTo>
                <a:cubicBezTo>
                  <a:pt x="520422" y="2460665"/>
                  <a:pt x="270200" y="2460665"/>
                  <a:pt x="115800" y="2306265"/>
                </a:cubicBezTo>
                <a:lnTo>
                  <a:pt x="115800" y="2306265"/>
                </a:lnTo>
                <a:cubicBezTo>
                  <a:pt x="-38600" y="2151864"/>
                  <a:pt x="-38600" y="1901642"/>
                  <a:pt x="115800" y="1747242"/>
                </a:cubicBezTo>
                <a:lnTo>
                  <a:pt x="1747338" y="115800"/>
                </a:lnTo>
                <a:cubicBezTo>
                  <a:pt x="1901738" y="-38600"/>
                  <a:pt x="2151960" y="-38600"/>
                  <a:pt x="2306360" y="11580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7F7F7F">
                  <a:alpha val="49803"/>
                </a:srgbClr>
              </a:gs>
              <a:gs pos="73000">
                <a:schemeClr val="lt1"/>
              </a:gs>
              <a:gs pos="100000">
                <a:schemeClr val="l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5"/>
          <p:cNvSpPr/>
          <p:nvPr/>
        </p:nvSpPr>
        <p:spPr>
          <a:xfrm>
            <a:off x="8318425" y="2796000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9" name="Google Shape;529;p6"/>
          <p:cNvSpPr/>
          <p:nvPr/>
        </p:nvSpPr>
        <p:spPr>
          <a:xfrm rot="5405883">
            <a:off x="-181476" y="1854254"/>
            <a:ext cx="1051802" cy="1233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0" name="Google Shape;530;p6"/>
          <p:cNvSpPr/>
          <p:nvPr/>
        </p:nvSpPr>
        <p:spPr>
          <a:xfrm>
            <a:off x="232075" y="888675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1" name="Google Shape;531;p6"/>
          <p:cNvSpPr/>
          <p:nvPr/>
        </p:nvSpPr>
        <p:spPr>
          <a:xfrm rot="5687">
            <a:off x="6444448" y="305950"/>
            <a:ext cx="2176203" cy="1233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477900" cy="13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4" name="Google Shape;534;p7"/>
          <p:cNvSpPr txBox="1">
            <a:spLocks noGrp="1"/>
          </p:cNvSpPr>
          <p:nvPr>
            <p:ph type="subTitle" idx="1"/>
          </p:nvPr>
        </p:nvSpPr>
        <p:spPr>
          <a:xfrm>
            <a:off x="713225" y="1978750"/>
            <a:ext cx="4185300" cy="204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5" name="Google Shape;535;p7"/>
          <p:cNvSpPr>
            <a:spLocks noGrp="1"/>
          </p:cNvSpPr>
          <p:nvPr>
            <p:ph type="pic" idx="2"/>
          </p:nvPr>
        </p:nvSpPr>
        <p:spPr>
          <a:xfrm flipH="1">
            <a:off x="5531474" y="539550"/>
            <a:ext cx="2787000" cy="4064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36" name="Google Shape;536;p7"/>
          <p:cNvSpPr/>
          <p:nvPr/>
        </p:nvSpPr>
        <p:spPr>
          <a:xfrm rot="5639">
            <a:off x="2439224" y="4708750"/>
            <a:ext cx="1828802" cy="1233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7" name="Google Shape;537;p7"/>
          <p:cNvSpPr/>
          <p:nvPr/>
        </p:nvSpPr>
        <p:spPr>
          <a:xfrm>
            <a:off x="1910550" y="4658050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8" name="Google Shape;538;p7"/>
          <p:cNvSpPr/>
          <p:nvPr/>
        </p:nvSpPr>
        <p:spPr>
          <a:xfrm rot="2700000" flipH="1">
            <a:off x="-437844" y="622519"/>
            <a:ext cx="1592834" cy="1592772"/>
          </a:xfrm>
          <a:custGeom>
            <a:avLst/>
            <a:gdLst/>
            <a:ahLst/>
            <a:cxnLst/>
            <a:rect l="l" t="t" r="r" b="b"/>
            <a:pathLst>
              <a:path w="2422159" h="2422064" extrusionOk="0">
                <a:moveTo>
                  <a:pt x="2306360" y="115800"/>
                </a:moveTo>
                <a:lnTo>
                  <a:pt x="2306360" y="115800"/>
                </a:lnTo>
                <a:cubicBezTo>
                  <a:pt x="2460760" y="270200"/>
                  <a:pt x="2460760" y="520422"/>
                  <a:pt x="2306360" y="674822"/>
                </a:cubicBezTo>
                <a:lnTo>
                  <a:pt x="674822" y="2306265"/>
                </a:lnTo>
                <a:cubicBezTo>
                  <a:pt x="520422" y="2460665"/>
                  <a:pt x="270200" y="2460665"/>
                  <a:pt x="115800" y="2306265"/>
                </a:cubicBezTo>
                <a:lnTo>
                  <a:pt x="115800" y="2306265"/>
                </a:lnTo>
                <a:cubicBezTo>
                  <a:pt x="-38600" y="2151864"/>
                  <a:pt x="-38600" y="1901642"/>
                  <a:pt x="115800" y="1747242"/>
                </a:cubicBezTo>
                <a:lnTo>
                  <a:pt x="1747338" y="115800"/>
                </a:lnTo>
                <a:cubicBezTo>
                  <a:pt x="1901738" y="-38600"/>
                  <a:pt x="2151960" y="-38600"/>
                  <a:pt x="2306360" y="11580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7F7F7F">
                  <a:alpha val="49803"/>
                </a:srgbClr>
              </a:gs>
              <a:gs pos="73000">
                <a:schemeClr val="lt1"/>
              </a:gs>
              <a:gs pos="100000">
                <a:schemeClr val="l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8"/>
          <p:cNvSpPr txBox="1">
            <a:spLocks noGrp="1"/>
          </p:cNvSpPr>
          <p:nvPr>
            <p:ph type="title"/>
          </p:nvPr>
        </p:nvSpPr>
        <p:spPr>
          <a:xfrm>
            <a:off x="138810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41" name="Google Shape;541;p8"/>
          <p:cNvSpPr/>
          <p:nvPr/>
        </p:nvSpPr>
        <p:spPr>
          <a:xfrm rot="5405855">
            <a:off x="7741174" y="1499547"/>
            <a:ext cx="1761303" cy="1233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2" name="Google Shape;542;p8"/>
          <p:cNvSpPr/>
          <p:nvPr/>
        </p:nvSpPr>
        <p:spPr>
          <a:xfrm>
            <a:off x="8508850" y="2730450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3" name="Google Shape;543;p8"/>
          <p:cNvSpPr/>
          <p:nvPr/>
        </p:nvSpPr>
        <p:spPr>
          <a:xfrm rot="2700000" flipH="1">
            <a:off x="-83194" y="1699169"/>
            <a:ext cx="1592834" cy="1592772"/>
          </a:xfrm>
          <a:custGeom>
            <a:avLst/>
            <a:gdLst/>
            <a:ahLst/>
            <a:cxnLst/>
            <a:rect l="l" t="t" r="r" b="b"/>
            <a:pathLst>
              <a:path w="2422159" h="2422064" extrusionOk="0">
                <a:moveTo>
                  <a:pt x="2306360" y="115800"/>
                </a:moveTo>
                <a:lnTo>
                  <a:pt x="2306360" y="115800"/>
                </a:lnTo>
                <a:cubicBezTo>
                  <a:pt x="2460760" y="270200"/>
                  <a:pt x="2460760" y="520422"/>
                  <a:pt x="2306360" y="674822"/>
                </a:cubicBezTo>
                <a:lnTo>
                  <a:pt x="674822" y="2306265"/>
                </a:lnTo>
                <a:cubicBezTo>
                  <a:pt x="520422" y="2460665"/>
                  <a:pt x="270200" y="2460665"/>
                  <a:pt x="115800" y="2306265"/>
                </a:cubicBezTo>
                <a:lnTo>
                  <a:pt x="115800" y="2306265"/>
                </a:lnTo>
                <a:cubicBezTo>
                  <a:pt x="-38600" y="2151864"/>
                  <a:pt x="-38600" y="1901642"/>
                  <a:pt x="115800" y="1747242"/>
                </a:cubicBezTo>
                <a:lnTo>
                  <a:pt x="1747338" y="115800"/>
                </a:lnTo>
                <a:cubicBezTo>
                  <a:pt x="1901738" y="-38600"/>
                  <a:pt x="2151960" y="-38600"/>
                  <a:pt x="2306360" y="11580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7F7F7F">
                  <a:alpha val="49803"/>
                </a:srgbClr>
              </a:gs>
              <a:gs pos="73000">
                <a:schemeClr val="lt1"/>
              </a:gs>
              <a:gs pos="100000">
                <a:schemeClr val="lt1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46" name="Google Shape;546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47" name="Google Shape;547;p9"/>
          <p:cNvSpPr/>
          <p:nvPr/>
        </p:nvSpPr>
        <p:spPr>
          <a:xfrm rot="2700000">
            <a:off x="6373231" y="-259206"/>
            <a:ext cx="1592834" cy="1592772"/>
          </a:xfrm>
          <a:custGeom>
            <a:avLst/>
            <a:gdLst/>
            <a:ahLst/>
            <a:cxnLst/>
            <a:rect l="l" t="t" r="r" b="b"/>
            <a:pathLst>
              <a:path w="2422159" h="2422064" extrusionOk="0">
                <a:moveTo>
                  <a:pt x="2306360" y="115800"/>
                </a:moveTo>
                <a:lnTo>
                  <a:pt x="2306360" y="115800"/>
                </a:lnTo>
                <a:cubicBezTo>
                  <a:pt x="2460760" y="270200"/>
                  <a:pt x="2460760" y="520422"/>
                  <a:pt x="2306360" y="674822"/>
                </a:cubicBezTo>
                <a:lnTo>
                  <a:pt x="674822" y="2306265"/>
                </a:lnTo>
                <a:cubicBezTo>
                  <a:pt x="520422" y="2460665"/>
                  <a:pt x="270200" y="2460665"/>
                  <a:pt x="115800" y="2306265"/>
                </a:cubicBezTo>
                <a:lnTo>
                  <a:pt x="115800" y="2306265"/>
                </a:lnTo>
                <a:cubicBezTo>
                  <a:pt x="-38600" y="2151864"/>
                  <a:pt x="-38600" y="1901642"/>
                  <a:pt x="115800" y="1747242"/>
                </a:cubicBezTo>
                <a:lnTo>
                  <a:pt x="1747338" y="115800"/>
                </a:lnTo>
                <a:cubicBezTo>
                  <a:pt x="1901738" y="-38600"/>
                  <a:pt x="2151960" y="-38600"/>
                  <a:pt x="2306360" y="11580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7F7F7F">
                  <a:alpha val="49803"/>
                </a:srgbClr>
              </a:gs>
              <a:gs pos="73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9"/>
          <p:cNvSpPr/>
          <p:nvPr/>
        </p:nvSpPr>
        <p:spPr>
          <a:xfrm>
            <a:off x="5622525" y="424825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9" name="Google Shape;549;p9"/>
          <p:cNvSpPr/>
          <p:nvPr/>
        </p:nvSpPr>
        <p:spPr>
          <a:xfrm rot="2757">
            <a:off x="806825" y="4720233"/>
            <a:ext cx="1870201" cy="1236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1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63" name="Google Shape;563;p13"/>
          <p:cNvSpPr txBox="1">
            <a:spLocks noGrp="1"/>
          </p:cNvSpPr>
          <p:nvPr>
            <p:ph type="title" idx="2" hasCustomPrompt="1"/>
          </p:nvPr>
        </p:nvSpPr>
        <p:spPr>
          <a:xfrm>
            <a:off x="2386313" y="1297683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4" name="Google Shape;564;p13"/>
          <p:cNvSpPr txBox="1">
            <a:spLocks noGrp="1"/>
          </p:cNvSpPr>
          <p:nvPr>
            <p:ph type="title" idx="3" hasCustomPrompt="1"/>
          </p:nvPr>
        </p:nvSpPr>
        <p:spPr>
          <a:xfrm>
            <a:off x="2379538" y="2988691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5" name="Google Shape;565;p13"/>
          <p:cNvSpPr txBox="1">
            <a:spLocks noGrp="1"/>
          </p:cNvSpPr>
          <p:nvPr>
            <p:ph type="title" idx="4" hasCustomPrompt="1"/>
          </p:nvPr>
        </p:nvSpPr>
        <p:spPr>
          <a:xfrm>
            <a:off x="2386313" y="1861358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6" name="Google Shape;566;p13"/>
          <p:cNvSpPr txBox="1">
            <a:spLocks noGrp="1"/>
          </p:cNvSpPr>
          <p:nvPr>
            <p:ph type="title" idx="5" hasCustomPrompt="1"/>
          </p:nvPr>
        </p:nvSpPr>
        <p:spPr>
          <a:xfrm>
            <a:off x="2386313" y="3552366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7" name="Google Shape;567;p13"/>
          <p:cNvSpPr txBox="1">
            <a:spLocks noGrp="1"/>
          </p:cNvSpPr>
          <p:nvPr>
            <p:ph type="title" idx="6" hasCustomPrompt="1"/>
          </p:nvPr>
        </p:nvSpPr>
        <p:spPr>
          <a:xfrm>
            <a:off x="2386313" y="2425033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8" name="Google Shape;568;p13"/>
          <p:cNvSpPr txBox="1">
            <a:spLocks noGrp="1"/>
          </p:cNvSpPr>
          <p:nvPr>
            <p:ph type="title" idx="7" hasCustomPrompt="1"/>
          </p:nvPr>
        </p:nvSpPr>
        <p:spPr>
          <a:xfrm>
            <a:off x="2386313" y="4116041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9" name="Google Shape;569;p13"/>
          <p:cNvSpPr txBox="1">
            <a:spLocks noGrp="1"/>
          </p:cNvSpPr>
          <p:nvPr>
            <p:ph type="subTitle" idx="1"/>
          </p:nvPr>
        </p:nvSpPr>
        <p:spPr>
          <a:xfrm>
            <a:off x="3048047" y="1297675"/>
            <a:ext cx="3716400" cy="44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70" name="Google Shape;570;p13"/>
          <p:cNvSpPr txBox="1">
            <a:spLocks noGrp="1"/>
          </p:cNvSpPr>
          <p:nvPr>
            <p:ph type="subTitle" idx="8"/>
          </p:nvPr>
        </p:nvSpPr>
        <p:spPr>
          <a:xfrm>
            <a:off x="3048047" y="1861350"/>
            <a:ext cx="3716400" cy="44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71" name="Google Shape;571;p13"/>
          <p:cNvSpPr txBox="1">
            <a:spLocks noGrp="1"/>
          </p:cNvSpPr>
          <p:nvPr>
            <p:ph type="subTitle" idx="9"/>
          </p:nvPr>
        </p:nvSpPr>
        <p:spPr>
          <a:xfrm>
            <a:off x="3048047" y="2425025"/>
            <a:ext cx="3716400" cy="44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72" name="Google Shape;572;p13"/>
          <p:cNvSpPr txBox="1">
            <a:spLocks noGrp="1"/>
          </p:cNvSpPr>
          <p:nvPr>
            <p:ph type="subTitle" idx="13"/>
          </p:nvPr>
        </p:nvSpPr>
        <p:spPr>
          <a:xfrm>
            <a:off x="3038052" y="2988700"/>
            <a:ext cx="3716400" cy="44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73" name="Google Shape;573;p13"/>
          <p:cNvSpPr txBox="1">
            <a:spLocks noGrp="1"/>
          </p:cNvSpPr>
          <p:nvPr>
            <p:ph type="subTitle" idx="14"/>
          </p:nvPr>
        </p:nvSpPr>
        <p:spPr>
          <a:xfrm>
            <a:off x="3048047" y="3552375"/>
            <a:ext cx="3716400" cy="44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74" name="Google Shape;574;p13"/>
          <p:cNvSpPr txBox="1">
            <a:spLocks noGrp="1"/>
          </p:cNvSpPr>
          <p:nvPr>
            <p:ph type="subTitle" idx="15"/>
          </p:nvPr>
        </p:nvSpPr>
        <p:spPr>
          <a:xfrm>
            <a:off x="3048047" y="4116050"/>
            <a:ext cx="3716400" cy="44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575" name="Google Shape;575;p13"/>
          <p:cNvGrpSpPr/>
          <p:nvPr/>
        </p:nvGrpSpPr>
        <p:grpSpPr>
          <a:xfrm rot="2700000" flipH="1">
            <a:off x="5814899" y="116646"/>
            <a:ext cx="5030680" cy="5064362"/>
            <a:chOff x="3819525" y="1138237"/>
            <a:chExt cx="4552378" cy="4582857"/>
          </a:xfrm>
        </p:grpSpPr>
        <p:grpSp>
          <p:nvGrpSpPr>
            <p:cNvPr id="576" name="Google Shape;576;p13"/>
            <p:cNvGrpSpPr/>
            <p:nvPr/>
          </p:nvGrpSpPr>
          <p:grpSpPr>
            <a:xfrm>
              <a:off x="3821144" y="1138237"/>
              <a:ext cx="4550759" cy="4582857"/>
              <a:chOff x="3821144" y="1138237"/>
              <a:chExt cx="4550759" cy="4582857"/>
            </a:xfrm>
          </p:grpSpPr>
          <p:sp>
            <p:nvSpPr>
              <p:cNvPr id="577" name="Google Shape;577;p13"/>
              <p:cNvSpPr/>
              <p:nvPr/>
            </p:nvSpPr>
            <p:spPr>
              <a:xfrm>
                <a:off x="3821144" y="5675089"/>
                <a:ext cx="23050" cy="46005"/>
              </a:xfrm>
              <a:custGeom>
                <a:avLst/>
                <a:gdLst/>
                <a:ahLst/>
                <a:cxnLst/>
                <a:rect l="l" t="t" r="r" b="b"/>
                <a:pathLst>
                  <a:path w="23050" h="46005" extrusionOk="0">
                    <a:moveTo>
                      <a:pt x="0" y="0"/>
                    </a:moveTo>
                    <a:cubicBezTo>
                      <a:pt x="12668" y="0"/>
                      <a:pt x="23051" y="10287"/>
                      <a:pt x="23051" y="22955"/>
                    </a:cubicBezTo>
                    <a:cubicBezTo>
                      <a:pt x="23051" y="35623"/>
                      <a:pt x="12764" y="46006"/>
                      <a:pt x="0" y="4600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13"/>
              <p:cNvSpPr/>
              <p:nvPr/>
            </p:nvSpPr>
            <p:spPr>
              <a:xfrm>
                <a:off x="3870960" y="5594127"/>
                <a:ext cx="45148" cy="45148"/>
              </a:xfrm>
              <a:custGeom>
                <a:avLst/>
                <a:gdLst/>
                <a:ahLst/>
                <a:cxnLst/>
                <a:rect l="l" t="t" r="r" b="b"/>
                <a:pathLst>
                  <a:path w="45148" h="45148" extrusionOk="0">
                    <a:moveTo>
                      <a:pt x="22574" y="45148"/>
                    </a:moveTo>
                    <a:cubicBezTo>
                      <a:pt x="10096" y="45148"/>
                      <a:pt x="0" y="35052"/>
                      <a:pt x="0" y="22574"/>
                    </a:cubicBezTo>
                    <a:cubicBezTo>
                      <a:pt x="0" y="10096"/>
                      <a:pt x="10096" y="0"/>
                      <a:pt x="22574" y="0"/>
                    </a:cubicBezTo>
                    <a:cubicBezTo>
                      <a:pt x="35052" y="0"/>
                      <a:pt x="45149" y="10096"/>
                      <a:pt x="45149" y="22574"/>
                    </a:cubicBezTo>
                    <a:cubicBezTo>
                      <a:pt x="45149" y="35052"/>
                      <a:pt x="35052" y="45148"/>
                      <a:pt x="22574" y="45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13"/>
              <p:cNvSpPr/>
              <p:nvPr/>
            </p:nvSpPr>
            <p:spPr>
              <a:xfrm>
                <a:off x="3952684" y="5513069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7"/>
                    </a:moveTo>
                    <a:cubicBezTo>
                      <a:pt x="9906" y="44387"/>
                      <a:pt x="0" y="34481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1"/>
                      <a:pt x="34481" y="44387"/>
                      <a:pt x="22193" y="443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13"/>
              <p:cNvSpPr/>
              <p:nvPr/>
            </p:nvSpPr>
            <p:spPr>
              <a:xfrm>
                <a:off x="4034504" y="5432011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811"/>
                      <a:pt x="43625" y="21812"/>
                    </a:cubicBezTo>
                    <a:cubicBezTo>
                      <a:pt x="43625" y="33814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13"/>
              <p:cNvSpPr/>
              <p:nvPr/>
            </p:nvSpPr>
            <p:spPr>
              <a:xfrm>
                <a:off x="4116323" y="5350953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p13"/>
              <p:cNvSpPr/>
              <p:nvPr/>
            </p:nvSpPr>
            <p:spPr>
              <a:xfrm>
                <a:off x="4198238" y="5270086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" name="Google Shape;583;p13"/>
              <p:cNvSpPr/>
              <p:nvPr/>
            </p:nvSpPr>
            <p:spPr>
              <a:xfrm>
                <a:off x="4279963" y="5189028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13"/>
              <p:cNvSpPr/>
              <p:nvPr/>
            </p:nvSpPr>
            <p:spPr>
              <a:xfrm>
                <a:off x="4361783" y="5107971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p13"/>
              <p:cNvSpPr/>
              <p:nvPr/>
            </p:nvSpPr>
            <p:spPr>
              <a:xfrm>
                <a:off x="4443602" y="5026913"/>
                <a:ext cx="39624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13"/>
              <p:cNvSpPr/>
              <p:nvPr/>
            </p:nvSpPr>
            <p:spPr>
              <a:xfrm>
                <a:off x="4525518" y="4946046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13"/>
              <p:cNvSpPr/>
              <p:nvPr/>
            </p:nvSpPr>
            <p:spPr>
              <a:xfrm>
                <a:off x="4607337" y="486498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13"/>
              <p:cNvSpPr/>
              <p:nvPr/>
            </p:nvSpPr>
            <p:spPr>
              <a:xfrm>
                <a:off x="4689062" y="4783930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13"/>
              <p:cNvSpPr/>
              <p:nvPr/>
            </p:nvSpPr>
            <p:spPr>
              <a:xfrm>
                <a:off x="4770881" y="4702872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" name="Google Shape;590;p13"/>
              <p:cNvSpPr/>
              <p:nvPr/>
            </p:nvSpPr>
            <p:spPr>
              <a:xfrm>
                <a:off x="4852797" y="4622005"/>
                <a:ext cx="35432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2" h="35433" extrusionOk="0">
                    <a:moveTo>
                      <a:pt x="17716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6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6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p13"/>
              <p:cNvSpPr/>
              <p:nvPr/>
            </p:nvSpPr>
            <p:spPr>
              <a:xfrm>
                <a:off x="4934616" y="4540947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13"/>
              <p:cNvSpPr/>
              <p:nvPr/>
            </p:nvSpPr>
            <p:spPr>
              <a:xfrm>
                <a:off x="5016436" y="4459890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13"/>
              <p:cNvSpPr/>
              <p:nvPr/>
            </p:nvSpPr>
            <p:spPr>
              <a:xfrm>
                <a:off x="5098161" y="4378832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" name="Google Shape;594;p13"/>
              <p:cNvSpPr/>
              <p:nvPr/>
            </p:nvSpPr>
            <p:spPr>
              <a:xfrm>
                <a:off x="5180075" y="4297870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193"/>
                    </a:cubicBezTo>
                    <a:cubicBezTo>
                      <a:pt x="32195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" name="Google Shape;595;p13"/>
              <p:cNvSpPr/>
              <p:nvPr/>
            </p:nvSpPr>
            <p:spPr>
              <a:xfrm>
                <a:off x="5261895" y="421690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596;p13"/>
              <p:cNvSpPr/>
              <p:nvPr/>
            </p:nvSpPr>
            <p:spPr>
              <a:xfrm>
                <a:off x="5343715" y="413584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" name="Google Shape;597;p13"/>
              <p:cNvSpPr/>
              <p:nvPr/>
            </p:nvSpPr>
            <p:spPr>
              <a:xfrm>
                <a:off x="5425535" y="4054792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" name="Google Shape;598;p13"/>
              <p:cNvSpPr/>
              <p:nvPr/>
            </p:nvSpPr>
            <p:spPr>
              <a:xfrm>
                <a:off x="5507259" y="3973734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599;p13"/>
              <p:cNvSpPr/>
              <p:nvPr/>
            </p:nvSpPr>
            <p:spPr>
              <a:xfrm>
                <a:off x="5589174" y="3892867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" name="Google Shape;600;p13"/>
              <p:cNvSpPr/>
              <p:nvPr/>
            </p:nvSpPr>
            <p:spPr>
              <a:xfrm>
                <a:off x="5670994" y="3811809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" name="Google Shape;601;p13"/>
              <p:cNvSpPr/>
              <p:nvPr/>
            </p:nvSpPr>
            <p:spPr>
              <a:xfrm>
                <a:off x="5752814" y="3730751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602;p13"/>
              <p:cNvSpPr/>
              <p:nvPr/>
            </p:nvSpPr>
            <p:spPr>
              <a:xfrm>
                <a:off x="5834633" y="364969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3;p13"/>
              <p:cNvSpPr/>
              <p:nvPr/>
            </p:nvSpPr>
            <p:spPr>
              <a:xfrm>
                <a:off x="5916453" y="35688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" name="Google Shape;604;p13"/>
              <p:cNvSpPr/>
              <p:nvPr/>
            </p:nvSpPr>
            <p:spPr>
              <a:xfrm>
                <a:off x="5998273" y="348767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13"/>
              <p:cNvSpPr/>
              <p:nvPr/>
            </p:nvSpPr>
            <p:spPr>
              <a:xfrm>
                <a:off x="6080093" y="340661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13"/>
              <p:cNvSpPr/>
              <p:nvPr/>
            </p:nvSpPr>
            <p:spPr>
              <a:xfrm>
                <a:off x="6161912" y="332555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13"/>
              <p:cNvSpPr/>
              <p:nvPr/>
            </p:nvSpPr>
            <p:spPr>
              <a:xfrm>
                <a:off x="6243828" y="3244690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13"/>
              <p:cNvSpPr/>
              <p:nvPr/>
            </p:nvSpPr>
            <p:spPr>
              <a:xfrm>
                <a:off x="6325552" y="316363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8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8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8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13"/>
              <p:cNvSpPr/>
              <p:nvPr/>
            </p:nvSpPr>
            <p:spPr>
              <a:xfrm>
                <a:off x="6407372" y="3082575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13"/>
              <p:cNvSpPr/>
              <p:nvPr/>
            </p:nvSpPr>
            <p:spPr>
              <a:xfrm>
                <a:off x="6489191" y="3001517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" name="Google Shape;611;p13"/>
              <p:cNvSpPr/>
              <p:nvPr/>
            </p:nvSpPr>
            <p:spPr>
              <a:xfrm>
                <a:off x="6571107" y="292065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" name="Google Shape;612;p13"/>
              <p:cNvSpPr/>
              <p:nvPr/>
            </p:nvSpPr>
            <p:spPr>
              <a:xfrm>
                <a:off x="6652926" y="283959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13"/>
              <p:cNvSpPr/>
              <p:nvPr/>
            </p:nvSpPr>
            <p:spPr>
              <a:xfrm>
                <a:off x="6734651" y="275853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13"/>
              <p:cNvSpPr/>
              <p:nvPr/>
            </p:nvSpPr>
            <p:spPr>
              <a:xfrm>
                <a:off x="6816471" y="267747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13"/>
              <p:cNvSpPr/>
              <p:nvPr/>
            </p:nvSpPr>
            <p:spPr>
              <a:xfrm>
                <a:off x="6898385" y="2596419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13"/>
              <p:cNvSpPr/>
              <p:nvPr/>
            </p:nvSpPr>
            <p:spPr>
              <a:xfrm>
                <a:off x="6980205" y="2515552"/>
                <a:ext cx="14478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4477" extrusionOk="0">
                    <a:moveTo>
                      <a:pt x="7239" y="14478"/>
                    </a:moveTo>
                    <a:cubicBezTo>
                      <a:pt x="3239" y="14478"/>
                      <a:pt x="0" y="11239"/>
                      <a:pt x="0" y="7239"/>
                    </a:cubicBezTo>
                    <a:cubicBezTo>
                      <a:pt x="0" y="3238"/>
                      <a:pt x="3239" y="0"/>
                      <a:pt x="7239" y="0"/>
                    </a:cubicBezTo>
                    <a:cubicBezTo>
                      <a:pt x="11240" y="0"/>
                      <a:pt x="14478" y="3238"/>
                      <a:pt x="14478" y="7239"/>
                    </a:cubicBezTo>
                    <a:cubicBezTo>
                      <a:pt x="14478" y="11239"/>
                      <a:pt x="11240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13"/>
              <p:cNvSpPr/>
              <p:nvPr/>
            </p:nvSpPr>
            <p:spPr>
              <a:xfrm>
                <a:off x="7062025" y="2434494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8" name="Google Shape;618;p13"/>
              <p:cNvSpPr/>
              <p:nvPr/>
            </p:nvSpPr>
            <p:spPr>
              <a:xfrm>
                <a:off x="7143750" y="2353436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9" name="Google Shape;619;p13"/>
              <p:cNvSpPr/>
              <p:nvPr/>
            </p:nvSpPr>
            <p:spPr>
              <a:xfrm>
                <a:off x="7225569" y="2272378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13"/>
              <p:cNvSpPr/>
              <p:nvPr/>
            </p:nvSpPr>
            <p:spPr>
              <a:xfrm>
                <a:off x="7307484" y="219151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p13"/>
              <p:cNvSpPr/>
              <p:nvPr/>
            </p:nvSpPr>
            <p:spPr>
              <a:xfrm>
                <a:off x="7389304" y="211045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13"/>
              <p:cNvSpPr/>
              <p:nvPr/>
            </p:nvSpPr>
            <p:spPr>
              <a:xfrm>
                <a:off x="7471124" y="2029395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6" y="2191"/>
                      <a:pt x="9716" y="4858"/>
                    </a:cubicBezTo>
                    <a:cubicBezTo>
                      <a:pt x="9716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13"/>
              <p:cNvSpPr/>
              <p:nvPr/>
            </p:nvSpPr>
            <p:spPr>
              <a:xfrm>
                <a:off x="7552848" y="1948338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13"/>
              <p:cNvSpPr/>
              <p:nvPr/>
            </p:nvSpPr>
            <p:spPr>
              <a:xfrm>
                <a:off x="7634763" y="1867470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13"/>
              <p:cNvSpPr/>
              <p:nvPr/>
            </p:nvSpPr>
            <p:spPr>
              <a:xfrm>
                <a:off x="7716583" y="1786413"/>
                <a:ext cx="7238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8" h="7238" extrusionOk="0">
                    <a:moveTo>
                      <a:pt x="3619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19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19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13"/>
              <p:cNvSpPr/>
              <p:nvPr/>
            </p:nvSpPr>
            <p:spPr>
              <a:xfrm>
                <a:off x="7798403" y="1705355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13"/>
              <p:cNvSpPr/>
              <p:nvPr/>
            </p:nvSpPr>
            <p:spPr>
              <a:xfrm>
                <a:off x="7880223" y="1624297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13"/>
              <p:cNvSpPr/>
              <p:nvPr/>
            </p:nvSpPr>
            <p:spPr>
              <a:xfrm>
                <a:off x="7962042" y="1543430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13"/>
              <p:cNvSpPr/>
              <p:nvPr/>
            </p:nvSpPr>
            <p:spPr>
              <a:xfrm>
                <a:off x="8043862" y="1462372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048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13"/>
              <p:cNvSpPr/>
              <p:nvPr/>
            </p:nvSpPr>
            <p:spPr>
              <a:xfrm>
                <a:off x="8125682" y="1381315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13"/>
              <p:cNvSpPr/>
              <p:nvPr/>
            </p:nvSpPr>
            <p:spPr>
              <a:xfrm>
                <a:off x="8207501" y="1300257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13"/>
              <p:cNvSpPr/>
              <p:nvPr/>
            </p:nvSpPr>
            <p:spPr>
              <a:xfrm>
                <a:off x="8289416" y="1219390"/>
                <a:ext cx="1524" cy="152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1523" extrusionOk="0">
                    <a:moveTo>
                      <a:pt x="762" y="1524"/>
                    </a:moveTo>
                    <a:cubicBezTo>
                      <a:pt x="762" y="1524"/>
                      <a:pt x="0" y="1143"/>
                      <a:pt x="0" y="762"/>
                    </a:cubicBezTo>
                    <a:cubicBezTo>
                      <a:pt x="0" y="381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524"/>
                      <a:pt x="762" y="1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13"/>
              <p:cNvSpPr/>
              <p:nvPr/>
            </p:nvSpPr>
            <p:spPr>
              <a:xfrm>
                <a:off x="8371141" y="1138237"/>
                <a:ext cx="762" cy="76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761" extrusionOk="0">
                    <a:moveTo>
                      <a:pt x="381" y="762"/>
                    </a:moveTo>
                    <a:cubicBezTo>
                      <a:pt x="381" y="762"/>
                      <a:pt x="0" y="572"/>
                      <a:pt x="0" y="381"/>
                    </a:cubicBezTo>
                    <a:cubicBezTo>
                      <a:pt x="0" y="191"/>
                      <a:pt x="191" y="0"/>
                      <a:pt x="381" y="0"/>
                    </a:cubicBezTo>
                    <a:cubicBezTo>
                      <a:pt x="572" y="0"/>
                      <a:pt x="762" y="191"/>
                      <a:pt x="762" y="381"/>
                    </a:cubicBezTo>
                    <a:cubicBezTo>
                      <a:pt x="762" y="572"/>
                      <a:pt x="572" y="762"/>
                      <a:pt x="381" y="7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4" name="Google Shape;634;p13"/>
            <p:cNvGrpSpPr/>
            <p:nvPr/>
          </p:nvGrpSpPr>
          <p:grpSpPr>
            <a:xfrm>
              <a:off x="3819525" y="1144142"/>
              <a:ext cx="4396262" cy="4419980"/>
              <a:chOff x="3819525" y="1144142"/>
              <a:chExt cx="4396262" cy="4419980"/>
            </a:xfrm>
          </p:grpSpPr>
          <p:sp>
            <p:nvSpPr>
              <p:cNvPr id="635" name="Google Shape;635;p13"/>
              <p:cNvSpPr/>
              <p:nvPr/>
            </p:nvSpPr>
            <p:spPr>
              <a:xfrm>
                <a:off x="3819525" y="5518879"/>
                <a:ext cx="22574" cy="45243"/>
              </a:xfrm>
              <a:custGeom>
                <a:avLst/>
                <a:gdLst/>
                <a:ahLst/>
                <a:cxnLst/>
                <a:rect l="l" t="t" r="r" b="b"/>
                <a:pathLst>
                  <a:path w="22574" h="45243" extrusionOk="0">
                    <a:moveTo>
                      <a:pt x="0" y="95"/>
                    </a:moveTo>
                    <a:cubicBezTo>
                      <a:pt x="12478" y="95"/>
                      <a:pt x="22574" y="10192"/>
                      <a:pt x="22574" y="22670"/>
                    </a:cubicBezTo>
                    <a:cubicBezTo>
                      <a:pt x="22574" y="35147"/>
                      <a:pt x="12478" y="45244"/>
                      <a:pt x="0" y="452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13"/>
              <p:cNvSpPr/>
              <p:nvPr/>
            </p:nvSpPr>
            <p:spPr>
              <a:xfrm>
                <a:off x="3877532" y="5438012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6"/>
                    </a:moveTo>
                    <a:cubicBezTo>
                      <a:pt x="9906" y="44386"/>
                      <a:pt x="0" y="34480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0"/>
                      <a:pt x="34481" y="44386"/>
                      <a:pt x="22193" y="44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13"/>
              <p:cNvSpPr/>
              <p:nvPr/>
            </p:nvSpPr>
            <p:spPr>
              <a:xfrm>
                <a:off x="3959352" y="5356859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5"/>
                    </a:moveTo>
                    <a:cubicBezTo>
                      <a:pt x="9811" y="43625"/>
                      <a:pt x="0" y="33909"/>
                      <a:pt x="0" y="21812"/>
                    </a:cubicBezTo>
                    <a:cubicBezTo>
                      <a:pt x="0" y="9716"/>
                      <a:pt x="9715" y="0"/>
                      <a:pt x="21812" y="0"/>
                    </a:cubicBezTo>
                    <a:cubicBezTo>
                      <a:pt x="33909" y="0"/>
                      <a:pt x="43625" y="9716"/>
                      <a:pt x="43625" y="21812"/>
                    </a:cubicBezTo>
                    <a:cubicBezTo>
                      <a:pt x="43625" y="33909"/>
                      <a:pt x="33909" y="43625"/>
                      <a:pt x="21812" y="436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13"/>
              <p:cNvSpPr/>
              <p:nvPr/>
            </p:nvSpPr>
            <p:spPr>
              <a:xfrm>
                <a:off x="4041171" y="5275801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620"/>
                      <a:pt x="42863" y="21431"/>
                    </a:cubicBezTo>
                    <a:cubicBezTo>
                      <a:pt x="42863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13"/>
              <p:cNvSpPr/>
              <p:nvPr/>
            </p:nvSpPr>
            <p:spPr>
              <a:xfrm>
                <a:off x="4123086" y="5194934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13"/>
              <p:cNvSpPr/>
              <p:nvPr/>
            </p:nvSpPr>
            <p:spPr>
              <a:xfrm>
                <a:off x="4204906" y="5113876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13"/>
              <p:cNvSpPr/>
              <p:nvPr/>
            </p:nvSpPr>
            <p:spPr>
              <a:xfrm>
                <a:off x="4286631" y="5032819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13"/>
              <p:cNvSpPr/>
              <p:nvPr/>
            </p:nvSpPr>
            <p:spPr>
              <a:xfrm>
                <a:off x="4368450" y="4951761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13"/>
              <p:cNvSpPr/>
              <p:nvPr/>
            </p:nvSpPr>
            <p:spPr>
              <a:xfrm>
                <a:off x="4450365" y="4870894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13"/>
              <p:cNvSpPr/>
              <p:nvPr/>
            </p:nvSpPr>
            <p:spPr>
              <a:xfrm>
                <a:off x="4532185" y="4789836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13"/>
              <p:cNvSpPr/>
              <p:nvPr/>
            </p:nvSpPr>
            <p:spPr>
              <a:xfrm>
                <a:off x="4614005" y="470877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13"/>
              <p:cNvSpPr/>
              <p:nvPr/>
            </p:nvSpPr>
            <p:spPr>
              <a:xfrm>
                <a:off x="4695729" y="462772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13"/>
              <p:cNvSpPr/>
              <p:nvPr/>
            </p:nvSpPr>
            <p:spPr>
              <a:xfrm>
                <a:off x="4777644" y="4546758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432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13"/>
              <p:cNvSpPr/>
              <p:nvPr/>
            </p:nvSpPr>
            <p:spPr>
              <a:xfrm>
                <a:off x="4859464" y="4465795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" name="Google Shape;649;p13"/>
              <p:cNvSpPr/>
              <p:nvPr/>
            </p:nvSpPr>
            <p:spPr>
              <a:xfrm>
                <a:off x="4941284" y="4384737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" name="Google Shape;650;p13"/>
              <p:cNvSpPr/>
              <p:nvPr/>
            </p:nvSpPr>
            <p:spPr>
              <a:xfrm>
                <a:off x="5023104" y="4303680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13"/>
              <p:cNvSpPr/>
              <p:nvPr/>
            </p:nvSpPr>
            <p:spPr>
              <a:xfrm>
                <a:off x="5104923" y="4222622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097" y="32385"/>
                    </a:moveTo>
                    <a:cubicBezTo>
                      <a:pt x="7144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097" y="0"/>
                    </a:cubicBezTo>
                    <a:cubicBezTo>
                      <a:pt x="2495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097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" name="Google Shape;652;p13"/>
              <p:cNvSpPr/>
              <p:nvPr/>
            </p:nvSpPr>
            <p:spPr>
              <a:xfrm>
                <a:off x="5186743" y="4141755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13"/>
              <p:cNvSpPr/>
              <p:nvPr/>
            </p:nvSpPr>
            <p:spPr>
              <a:xfrm>
                <a:off x="5268563" y="4060697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" name="Google Shape;654;p13"/>
              <p:cNvSpPr/>
              <p:nvPr/>
            </p:nvSpPr>
            <p:spPr>
              <a:xfrm>
                <a:off x="5350383" y="3979639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p13"/>
              <p:cNvSpPr/>
              <p:nvPr/>
            </p:nvSpPr>
            <p:spPr>
              <a:xfrm>
                <a:off x="5432202" y="389858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" name="Google Shape;656;p13"/>
              <p:cNvSpPr/>
              <p:nvPr/>
            </p:nvSpPr>
            <p:spPr>
              <a:xfrm>
                <a:off x="5514022" y="3817714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" name="Google Shape;657;p13"/>
              <p:cNvSpPr/>
              <p:nvPr/>
            </p:nvSpPr>
            <p:spPr>
              <a:xfrm>
                <a:off x="5595842" y="3736657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27432" y="13716"/>
                    </a:moveTo>
                    <a:cubicBezTo>
                      <a:pt x="27432" y="21291"/>
                      <a:pt x="21291" y="27432"/>
                      <a:pt x="13716" y="27432"/>
                    </a:cubicBezTo>
                    <a:cubicBezTo>
                      <a:pt x="6141" y="27432"/>
                      <a:pt x="0" y="21291"/>
                      <a:pt x="0" y="13716"/>
                    </a:cubicBezTo>
                    <a:cubicBezTo>
                      <a:pt x="0" y="6141"/>
                      <a:pt x="6141" y="0"/>
                      <a:pt x="13716" y="0"/>
                    </a:cubicBezTo>
                    <a:cubicBezTo>
                      <a:pt x="21291" y="0"/>
                      <a:pt x="27432" y="6141"/>
                      <a:pt x="27432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" name="Google Shape;658;p13"/>
              <p:cNvSpPr/>
              <p:nvPr/>
            </p:nvSpPr>
            <p:spPr>
              <a:xfrm>
                <a:off x="5677662" y="3655599"/>
                <a:ext cx="26670" cy="26669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69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" name="Google Shape;659;p13"/>
              <p:cNvSpPr/>
              <p:nvPr/>
            </p:nvSpPr>
            <p:spPr>
              <a:xfrm>
                <a:off x="5759481" y="3574541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" name="Google Shape;660;p13"/>
              <p:cNvSpPr/>
              <p:nvPr/>
            </p:nvSpPr>
            <p:spPr>
              <a:xfrm>
                <a:off x="5841396" y="3493674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" name="Google Shape;661;p13"/>
              <p:cNvSpPr/>
              <p:nvPr/>
            </p:nvSpPr>
            <p:spPr>
              <a:xfrm>
                <a:off x="5923121" y="3412616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4"/>
                    </a:moveTo>
                    <a:cubicBezTo>
                      <a:pt x="5429" y="24194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4"/>
                      <a:pt x="12097" y="24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" name="Google Shape;662;p13"/>
              <p:cNvSpPr/>
              <p:nvPr/>
            </p:nvSpPr>
            <p:spPr>
              <a:xfrm>
                <a:off x="6004941" y="3331558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" name="Google Shape;663;p13"/>
              <p:cNvSpPr/>
              <p:nvPr/>
            </p:nvSpPr>
            <p:spPr>
              <a:xfrm>
                <a:off x="6086760" y="3250500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13"/>
              <p:cNvSpPr/>
              <p:nvPr/>
            </p:nvSpPr>
            <p:spPr>
              <a:xfrm>
                <a:off x="6168675" y="3169538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13"/>
              <p:cNvSpPr/>
              <p:nvPr/>
            </p:nvSpPr>
            <p:spPr>
              <a:xfrm>
                <a:off x="6250400" y="308848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13"/>
              <p:cNvSpPr/>
              <p:nvPr/>
            </p:nvSpPr>
            <p:spPr>
              <a:xfrm>
                <a:off x="6332219" y="3007423"/>
                <a:ext cx="20193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3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13"/>
              <p:cNvSpPr/>
              <p:nvPr/>
            </p:nvSpPr>
            <p:spPr>
              <a:xfrm>
                <a:off x="6414039" y="2926365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13"/>
              <p:cNvSpPr/>
              <p:nvPr/>
            </p:nvSpPr>
            <p:spPr>
              <a:xfrm>
                <a:off x="6495954" y="2845498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8" y="4137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" name="Google Shape;669;p13"/>
              <p:cNvSpPr/>
              <p:nvPr/>
            </p:nvSpPr>
            <p:spPr>
              <a:xfrm>
                <a:off x="6577774" y="2764440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0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0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0" name="Google Shape;670;p13"/>
              <p:cNvSpPr/>
              <p:nvPr/>
            </p:nvSpPr>
            <p:spPr>
              <a:xfrm>
                <a:off x="6659499" y="268338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13"/>
              <p:cNvSpPr/>
              <p:nvPr/>
            </p:nvSpPr>
            <p:spPr>
              <a:xfrm>
                <a:off x="6741318" y="260232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p13"/>
              <p:cNvSpPr/>
              <p:nvPr/>
            </p:nvSpPr>
            <p:spPr>
              <a:xfrm>
                <a:off x="6823138" y="2521362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620"/>
                    </a:cubicBezTo>
                    <a:cubicBezTo>
                      <a:pt x="0" y="333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620"/>
                    </a:cubicBezTo>
                    <a:cubicBezTo>
                      <a:pt x="15430" y="11811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13"/>
              <p:cNvSpPr/>
              <p:nvPr/>
            </p:nvSpPr>
            <p:spPr>
              <a:xfrm>
                <a:off x="6905053" y="2440399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13"/>
              <p:cNvSpPr/>
              <p:nvPr/>
            </p:nvSpPr>
            <p:spPr>
              <a:xfrm>
                <a:off x="6986873" y="2359341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13"/>
              <p:cNvSpPr/>
              <p:nvPr/>
            </p:nvSpPr>
            <p:spPr>
              <a:xfrm>
                <a:off x="7068597" y="2278284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7" y="0"/>
                      <a:pt x="12954" y="2857"/>
                      <a:pt x="12954" y="6477"/>
                    </a:cubicBezTo>
                    <a:cubicBezTo>
                      <a:pt x="12954" y="10096"/>
                      <a:pt x="10097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13"/>
              <p:cNvSpPr/>
              <p:nvPr/>
            </p:nvSpPr>
            <p:spPr>
              <a:xfrm>
                <a:off x="7150417" y="2197226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13"/>
              <p:cNvSpPr/>
              <p:nvPr/>
            </p:nvSpPr>
            <p:spPr>
              <a:xfrm>
                <a:off x="7232332" y="2116359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13"/>
              <p:cNvSpPr/>
              <p:nvPr/>
            </p:nvSpPr>
            <p:spPr>
              <a:xfrm>
                <a:off x="7314152" y="2035301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7" y="2381"/>
                      <a:pt x="10477" y="5239"/>
                    </a:cubicBezTo>
                    <a:cubicBezTo>
                      <a:pt x="10477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13"/>
              <p:cNvSpPr/>
              <p:nvPr/>
            </p:nvSpPr>
            <p:spPr>
              <a:xfrm>
                <a:off x="7395972" y="1954243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13"/>
              <p:cNvSpPr/>
              <p:nvPr/>
            </p:nvSpPr>
            <p:spPr>
              <a:xfrm>
                <a:off x="7477696" y="187318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p13"/>
              <p:cNvSpPr/>
              <p:nvPr/>
            </p:nvSpPr>
            <p:spPr>
              <a:xfrm>
                <a:off x="7559611" y="1792318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13"/>
              <p:cNvSpPr/>
              <p:nvPr/>
            </p:nvSpPr>
            <p:spPr>
              <a:xfrm>
                <a:off x="7641431" y="1711260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" name="Google Shape;683;p13"/>
              <p:cNvSpPr/>
              <p:nvPr/>
            </p:nvSpPr>
            <p:spPr>
              <a:xfrm>
                <a:off x="7723250" y="1630203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4" name="Google Shape;684;p13"/>
              <p:cNvSpPr/>
              <p:nvPr/>
            </p:nvSpPr>
            <p:spPr>
              <a:xfrm>
                <a:off x="7805070" y="1549145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13"/>
              <p:cNvSpPr/>
              <p:nvPr/>
            </p:nvSpPr>
            <p:spPr>
              <a:xfrm>
                <a:off x="7886890" y="1468278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13"/>
              <p:cNvSpPr/>
              <p:nvPr/>
            </p:nvSpPr>
            <p:spPr>
              <a:xfrm>
                <a:off x="7968710" y="1387220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4000" y="2000"/>
                    </a:moveTo>
                    <a:cubicBezTo>
                      <a:pt x="4000" y="3105"/>
                      <a:pt x="3105" y="4000"/>
                      <a:pt x="2000" y="4000"/>
                    </a:cubicBezTo>
                    <a:cubicBezTo>
                      <a:pt x="896" y="4000"/>
                      <a:pt x="0" y="3105"/>
                      <a:pt x="0" y="2000"/>
                    </a:cubicBezTo>
                    <a:cubicBezTo>
                      <a:pt x="0" y="896"/>
                      <a:pt x="896" y="0"/>
                      <a:pt x="2000" y="0"/>
                    </a:cubicBezTo>
                    <a:cubicBezTo>
                      <a:pt x="3105" y="0"/>
                      <a:pt x="4000" y="896"/>
                      <a:pt x="4000" y="20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13"/>
              <p:cNvSpPr/>
              <p:nvPr/>
            </p:nvSpPr>
            <p:spPr>
              <a:xfrm>
                <a:off x="8050530" y="1306162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7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13"/>
              <p:cNvSpPr/>
              <p:nvPr/>
            </p:nvSpPr>
            <p:spPr>
              <a:xfrm>
                <a:off x="8132349" y="1225104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2"/>
                      <a:pt x="571" y="0"/>
                      <a:pt x="1238" y="0"/>
                    </a:cubicBezTo>
                    <a:cubicBezTo>
                      <a:pt x="1905" y="0"/>
                      <a:pt x="2476" y="572"/>
                      <a:pt x="2476" y="1238"/>
                    </a:cubicBezTo>
                    <a:cubicBezTo>
                      <a:pt x="2476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13"/>
              <p:cNvSpPr/>
              <p:nvPr/>
            </p:nvSpPr>
            <p:spPr>
              <a:xfrm>
                <a:off x="8214264" y="1144142"/>
                <a:ext cx="1523" cy="1619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1619" extrusionOk="0">
                    <a:moveTo>
                      <a:pt x="762" y="1619"/>
                    </a:moveTo>
                    <a:cubicBezTo>
                      <a:pt x="762" y="1619"/>
                      <a:pt x="0" y="1238"/>
                      <a:pt x="0" y="762"/>
                    </a:cubicBezTo>
                    <a:cubicBezTo>
                      <a:pt x="0" y="286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619"/>
                      <a:pt x="762" y="16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0" name="Google Shape;690;p13"/>
            <p:cNvGrpSpPr/>
            <p:nvPr/>
          </p:nvGrpSpPr>
          <p:grpSpPr>
            <a:xfrm>
              <a:off x="3821525" y="1149952"/>
              <a:ext cx="4238148" cy="4257198"/>
              <a:chOff x="3821525" y="1149952"/>
              <a:chExt cx="4238148" cy="4257198"/>
            </a:xfrm>
          </p:grpSpPr>
          <p:sp>
            <p:nvSpPr>
              <p:cNvPr id="691" name="Google Shape;691;p13"/>
              <p:cNvSpPr/>
              <p:nvPr/>
            </p:nvSpPr>
            <p:spPr>
              <a:xfrm>
                <a:off x="3821525" y="5362764"/>
                <a:ext cx="22193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22193" h="44386" extrusionOk="0">
                    <a:moveTo>
                      <a:pt x="0" y="0"/>
                    </a:moveTo>
                    <a:cubicBezTo>
                      <a:pt x="12287" y="0"/>
                      <a:pt x="22193" y="9906"/>
                      <a:pt x="22193" y="22193"/>
                    </a:cubicBezTo>
                    <a:cubicBezTo>
                      <a:pt x="22193" y="34481"/>
                      <a:pt x="12287" y="44387"/>
                      <a:pt x="0" y="4438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13"/>
              <p:cNvSpPr/>
              <p:nvPr/>
            </p:nvSpPr>
            <p:spPr>
              <a:xfrm>
                <a:off x="3884199" y="5281707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715"/>
                      <a:pt x="43625" y="21812"/>
                    </a:cubicBezTo>
                    <a:cubicBezTo>
                      <a:pt x="43625" y="33909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13"/>
              <p:cNvSpPr/>
              <p:nvPr/>
            </p:nvSpPr>
            <p:spPr>
              <a:xfrm>
                <a:off x="3966019" y="5200649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2" y="9620"/>
                      <a:pt x="42862" y="21431"/>
                    </a:cubicBezTo>
                    <a:cubicBezTo>
                      <a:pt x="42862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13"/>
              <p:cNvSpPr/>
              <p:nvPr/>
            </p:nvSpPr>
            <p:spPr>
              <a:xfrm>
                <a:off x="4047934" y="5119782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13"/>
              <p:cNvSpPr/>
              <p:nvPr/>
            </p:nvSpPr>
            <p:spPr>
              <a:xfrm>
                <a:off x="4129754" y="5038724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" name="Google Shape;696;p13"/>
              <p:cNvSpPr/>
              <p:nvPr/>
            </p:nvSpPr>
            <p:spPr>
              <a:xfrm>
                <a:off x="4211478" y="4957666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" name="Google Shape;697;p13"/>
              <p:cNvSpPr/>
              <p:nvPr/>
            </p:nvSpPr>
            <p:spPr>
              <a:xfrm>
                <a:off x="4293298" y="4876609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13"/>
              <p:cNvSpPr/>
              <p:nvPr/>
            </p:nvSpPr>
            <p:spPr>
              <a:xfrm>
                <a:off x="4375213" y="479574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13"/>
              <p:cNvSpPr/>
              <p:nvPr/>
            </p:nvSpPr>
            <p:spPr>
              <a:xfrm>
                <a:off x="4457033" y="4714684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13"/>
              <p:cNvSpPr/>
              <p:nvPr/>
            </p:nvSpPr>
            <p:spPr>
              <a:xfrm>
                <a:off x="4538852" y="4633626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13"/>
              <p:cNvSpPr/>
              <p:nvPr/>
            </p:nvSpPr>
            <p:spPr>
              <a:xfrm>
                <a:off x="4620577" y="4552568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13"/>
              <p:cNvSpPr/>
              <p:nvPr/>
            </p:nvSpPr>
            <p:spPr>
              <a:xfrm>
                <a:off x="4702492" y="4471701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13"/>
              <p:cNvSpPr/>
              <p:nvPr/>
            </p:nvSpPr>
            <p:spPr>
              <a:xfrm>
                <a:off x="4784312" y="4390643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13"/>
              <p:cNvSpPr/>
              <p:nvPr/>
            </p:nvSpPr>
            <p:spPr>
              <a:xfrm>
                <a:off x="4866131" y="4309585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13"/>
              <p:cNvSpPr/>
              <p:nvPr/>
            </p:nvSpPr>
            <p:spPr>
              <a:xfrm>
                <a:off x="4947951" y="4228528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13"/>
              <p:cNvSpPr/>
              <p:nvPr/>
            </p:nvSpPr>
            <p:spPr>
              <a:xfrm>
                <a:off x="5029771" y="4147565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5" y="7239"/>
                      <a:pt x="32195" y="16097"/>
                    </a:cubicBezTo>
                    <a:cubicBezTo>
                      <a:pt x="32195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13"/>
              <p:cNvSpPr/>
              <p:nvPr/>
            </p:nvSpPr>
            <p:spPr>
              <a:xfrm>
                <a:off x="5111591" y="4066603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13"/>
              <p:cNvSpPr/>
              <p:nvPr/>
            </p:nvSpPr>
            <p:spPr>
              <a:xfrm>
                <a:off x="5193411" y="3985545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13"/>
              <p:cNvSpPr/>
              <p:nvPr/>
            </p:nvSpPr>
            <p:spPr>
              <a:xfrm>
                <a:off x="5275230" y="3904487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" name="Google Shape;710;p13"/>
              <p:cNvSpPr/>
              <p:nvPr/>
            </p:nvSpPr>
            <p:spPr>
              <a:xfrm>
                <a:off x="5357050" y="3823429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" name="Google Shape;711;p13"/>
              <p:cNvSpPr/>
              <p:nvPr/>
            </p:nvSpPr>
            <p:spPr>
              <a:xfrm>
                <a:off x="5438870" y="3742562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" name="Google Shape;712;p13"/>
              <p:cNvSpPr/>
              <p:nvPr/>
            </p:nvSpPr>
            <p:spPr>
              <a:xfrm>
                <a:off x="5520690" y="3661504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096" y="0"/>
                      <a:pt x="13716" y="0"/>
                    </a:cubicBezTo>
                    <a:cubicBezTo>
                      <a:pt x="21336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" name="Google Shape;713;p13"/>
              <p:cNvSpPr/>
              <p:nvPr/>
            </p:nvSpPr>
            <p:spPr>
              <a:xfrm>
                <a:off x="5602509" y="3580446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13"/>
              <p:cNvSpPr/>
              <p:nvPr/>
            </p:nvSpPr>
            <p:spPr>
              <a:xfrm>
                <a:off x="5684329" y="3499389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13"/>
              <p:cNvSpPr/>
              <p:nvPr/>
            </p:nvSpPr>
            <p:spPr>
              <a:xfrm>
                <a:off x="5766244" y="34184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13"/>
              <p:cNvSpPr/>
              <p:nvPr/>
            </p:nvSpPr>
            <p:spPr>
              <a:xfrm>
                <a:off x="5847969" y="3337464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13"/>
              <p:cNvSpPr/>
              <p:nvPr/>
            </p:nvSpPr>
            <p:spPr>
              <a:xfrm>
                <a:off x="5929788" y="3256406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13"/>
              <p:cNvSpPr/>
              <p:nvPr/>
            </p:nvSpPr>
            <p:spPr>
              <a:xfrm>
                <a:off x="6011608" y="3175348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13"/>
              <p:cNvSpPr/>
              <p:nvPr/>
            </p:nvSpPr>
            <p:spPr>
              <a:xfrm>
                <a:off x="6093523" y="3094481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13"/>
              <p:cNvSpPr/>
              <p:nvPr/>
            </p:nvSpPr>
            <p:spPr>
              <a:xfrm>
                <a:off x="6175343" y="3013328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13"/>
              <p:cNvSpPr/>
              <p:nvPr/>
            </p:nvSpPr>
            <p:spPr>
              <a:xfrm>
                <a:off x="6257067" y="293227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13"/>
              <p:cNvSpPr/>
              <p:nvPr/>
            </p:nvSpPr>
            <p:spPr>
              <a:xfrm>
                <a:off x="6338887" y="285121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145"/>
                      <a:pt x="0" y="9716"/>
                    </a:cubicBezTo>
                    <a:cubicBezTo>
                      <a:pt x="0" y="4286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13"/>
              <p:cNvSpPr/>
              <p:nvPr/>
            </p:nvSpPr>
            <p:spPr>
              <a:xfrm>
                <a:off x="6420802" y="2770345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13"/>
              <p:cNvSpPr/>
              <p:nvPr/>
            </p:nvSpPr>
            <p:spPr>
              <a:xfrm>
                <a:off x="6502622" y="268928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13"/>
              <p:cNvSpPr/>
              <p:nvPr/>
            </p:nvSpPr>
            <p:spPr>
              <a:xfrm>
                <a:off x="6584441" y="2608230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13"/>
              <p:cNvSpPr/>
              <p:nvPr/>
            </p:nvSpPr>
            <p:spPr>
              <a:xfrm>
                <a:off x="6666166" y="2527172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13"/>
              <p:cNvSpPr/>
              <p:nvPr/>
            </p:nvSpPr>
            <p:spPr>
              <a:xfrm>
                <a:off x="6748081" y="2446114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0"/>
                    </a:moveTo>
                    <a:cubicBezTo>
                      <a:pt x="3429" y="15430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0"/>
                      <a:pt x="7620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13"/>
              <p:cNvSpPr/>
              <p:nvPr/>
            </p:nvSpPr>
            <p:spPr>
              <a:xfrm>
                <a:off x="6829901" y="2365247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13"/>
              <p:cNvSpPr/>
              <p:nvPr/>
            </p:nvSpPr>
            <p:spPr>
              <a:xfrm>
                <a:off x="6911721" y="2284189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13"/>
              <p:cNvSpPr/>
              <p:nvPr/>
            </p:nvSpPr>
            <p:spPr>
              <a:xfrm>
                <a:off x="6993540" y="220313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13"/>
              <p:cNvSpPr/>
              <p:nvPr/>
            </p:nvSpPr>
            <p:spPr>
              <a:xfrm>
                <a:off x="7075265" y="2122074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13"/>
              <p:cNvSpPr/>
              <p:nvPr/>
            </p:nvSpPr>
            <p:spPr>
              <a:xfrm>
                <a:off x="7157180" y="2041207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13"/>
              <p:cNvSpPr/>
              <p:nvPr/>
            </p:nvSpPr>
            <p:spPr>
              <a:xfrm>
                <a:off x="7239000" y="1960149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13"/>
              <p:cNvSpPr/>
              <p:nvPr/>
            </p:nvSpPr>
            <p:spPr>
              <a:xfrm>
                <a:off x="7320819" y="187909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13"/>
              <p:cNvSpPr/>
              <p:nvPr/>
            </p:nvSpPr>
            <p:spPr>
              <a:xfrm>
                <a:off x="7402639" y="1798033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13"/>
              <p:cNvSpPr/>
              <p:nvPr/>
            </p:nvSpPr>
            <p:spPr>
              <a:xfrm>
                <a:off x="7484459" y="1717166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13"/>
              <p:cNvSpPr/>
              <p:nvPr/>
            </p:nvSpPr>
            <p:spPr>
              <a:xfrm>
                <a:off x="7566278" y="1636108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13"/>
              <p:cNvSpPr/>
              <p:nvPr/>
            </p:nvSpPr>
            <p:spPr>
              <a:xfrm>
                <a:off x="7648098" y="1555050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13"/>
              <p:cNvSpPr/>
              <p:nvPr/>
            </p:nvSpPr>
            <p:spPr>
              <a:xfrm>
                <a:off x="7729918" y="1473993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13"/>
              <p:cNvSpPr/>
              <p:nvPr/>
            </p:nvSpPr>
            <p:spPr>
              <a:xfrm>
                <a:off x="7811833" y="1393126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13"/>
              <p:cNvSpPr/>
              <p:nvPr/>
            </p:nvSpPr>
            <p:spPr>
              <a:xfrm>
                <a:off x="7893558" y="1312068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13"/>
              <p:cNvSpPr/>
              <p:nvPr/>
            </p:nvSpPr>
            <p:spPr>
              <a:xfrm>
                <a:off x="7975377" y="1231010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13"/>
              <p:cNvSpPr/>
              <p:nvPr/>
            </p:nvSpPr>
            <p:spPr>
              <a:xfrm>
                <a:off x="8057197" y="1149952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44" name="Google Shape;744;p13"/>
            <p:cNvGrpSpPr/>
            <p:nvPr/>
          </p:nvGrpSpPr>
          <p:grpSpPr>
            <a:xfrm>
              <a:off x="3825335" y="1155858"/>
              <a:ext cx="4078128" cy="4094320"/>
              <a:chOff x="3825335" y="1155858"/>
              <a:chExt cx="4078128" cy="4094320"/>
            </a:xfrm>
          </p:grpSpPr>
          <p:sp>
            <p:nvSpPr>
              <p:cNvPr id="745" name="Google Shape;745;p13"/>
              <p:cNvSpPr/>
              <p:nvPr/>
            </p:nvSpPr>
            <p:spPr>
              <a:xfrm>
                <a:off x="3825335" y="5206554"/>
                <a:ext cx="21812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43624" extrusionOk="0">
                    <a:moveTo>
                      <a:pt x="0" y="43625"/>
                    </a:moveTo>
                    <a:cubicBezTo>
                      <a:pt x="12002" y="43625"/>
                      <a:pt x="21812" y="33909"/>
                      <a:pt x="21812" y="21812"/>
                    </a:cubicBezTo>
                    <a:cubicBezTo>
                      <a:pt x="21812" y="9716"/>
                      <a:pt x="12097" y="0"/>
                      <a:pt x="0" y="0"/>
                    </a:cubicBezTo>
                    <a:lnTo>
                      <a:pt x="0" y="4362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" name="Google Shape;746;p13"/>
              <p:cNvSpPr/>
              <p:nvPr/>
            </p:nvSpPr>
            <p:spPr>
              <a:xfrm>
                <a:off x="3890867" y="5125592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7" name="Google Shape;747;p13"/>
              <p:cNvSpPr/>
              <p:nvPr/>
            </p:nvSpPr>
            <p:spPr>
              <a:xfrm>
                <a:off x="3972782" y="5044629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" name="Google Shape;748;p13"/>
              <p:cNvSpPr/>
              <p:nvPr/>
            </p:nvSpPr>
            <p:spPr>
              <a:xfrm>
                <a:off x="4054602" y="4963572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9" name="Google Shape;749;p13"/>
              <p:cNvSpPr/>
              <p:nvPr/>
            </p:nvSpPr>
            <p:spPr>
              <a:xfrm>
                <a:off x="4136326" y="4882514"/>
                <a:ext cx="40386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0" name="Google Shape;750;p13"/>
              <p:cNvSpPr/>
              <p:nvPr/>
            </p:nvSpPr>
            <p:spPr>
              <a:xfrm>
                <a:off x="4218146" y="4801456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" name="Google Shape;751;p13"/>
              <p:cNvSpPr/>
              <p:nvPr/>
            </p:nvSpPr>
            <p:spPr>
              <a:xfrm>
                <a:off x="4300061" y="4720589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" name="Google Shape;752;p13"/>
              <p:cNvSpPr/>
              <p:nvPr/>
            </p:nvSpPr>
            <p:spPr>
              <a:xfrm>
                <a:off x="4381881" y="4639531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" name="Google Shape;753;p13"/>
              <p:cNvSpPr/>
              <p:nvPr/>
            </p:nvSpPr>
            <p:spPr>
              <a:xfrm>
                <a:off x="4463700" y="4558473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4" name="Google Shape;754;p13"/>
              <p:cNvSpPr/>
              <p:nvPr/>
            </p:nvSpPr>
            <p:spPr>
              <a:xfrm>
                <a:off x="4545425" y="4477416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5" name="Google Shape;755;p13"/>
              <p:cNvSpPr/>
              <p:nvPr/>
            </p:nvSpPr>
            <p:spPr>
              <a:xfrm>
                <a:off x="4627340" y="4396548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7"/>
                    </a:cubicBezTo>
                    <a:cubicBezTo>
                      <a:pt x="35433" y="27527"/>
                      <a:pt x="27432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6" name="Google Shape;756;p13"/>
              <p:cNvSpPr/>
              <p:nvPr/>
            </p:nvSpPr>
            <p:spPr>
              <a:xfrm>
                <a:off x="4709160" y="4315491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" name="Google Shape;757;p13"/>
              <p:cNvSpPr/>
              <p:nvPr/>
            </p:nvSpPr>
            <p:spPr>
              <a:xfrm>
                <a:off x="4790979" y="4234433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" name="Google Shape;758;p13"/>
              <p:cNvSpPr/>
              <p:nvPr/>
            </p:nvSpPr>
            <p:spPr>
              <a:xfrm>
                <a:off x="4872799" y="4153375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8"/>
                      <a:pt x="0" y="16574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4"/>
                    </a:cubicBezTo>
                    <a:cubicBezTo>
                      <a:pt x="33147" y="25718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" name="Google Shape;759;p13"/>
              <p:cNvSpPr/>
              <p:nvPr/>
            </p:nvSpPr>
            <p:spPr>
              <a:xfrm>
                <a:off x="4954524" y="4072413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" name="Google Shape;760;p13"/>
              <p:cNvSpPr/>
              <p:nvPr/>
            </p:nvSpPr>
            <p:spPr>
              <a:xfrm>
                <a:off x="5036439" y="3991450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" name="Google Shape;761;p13"/>
              <p:cNvSpPr/>
              <p:nvPr/>
            </p:nvSpPr>
            <p:spPr>
              <a:xfrm>
                <a:off x="5118258" y="3910393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" name="Google Shape;762;p13"/>
              <p:cNvSpPr/>
              <p:nvPr/>
            </p:nvSpPr>
            <p:spPr>
              <a:xfrm>
                <a:off x="5200078" y="3829335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" name="Google Shape;763;p13"/>
              <p:cNvSpPr/>
              <p:nvPr/>
            </p:nvSpPr>
            <p:spPr>
              <a:xfrm>
                <a:off x="5281898" y="3748277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4"/>
                      <a:pt x="6525" y="0"/>
                      <a:pt x="14573" y="0"/>
                    </a:cubicBezTo>
                    <a:cubicBezTo>
                      <a:pt x="22622" y="0"/>
                      <a:pt x="29146" y="6524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" name="Google Shape;764;p13"/>
              <p:cNvSpPr/>
              <p:nvPr/>
            </p:nvSpPr>
            <p:spPr>
              <a:xfrm>
                <a:off x="5363717" y="3667410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p13"/>
              <p:cNvSpPr/>
              <p:nvPr/>
            </p:nvSpPr>
            <p:spPr>
              <a:xfrm>
                <a:off x="5445537" y="3586352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p13"/>
              <p:cNvSpPr/>
              <p:nvPr/>
            </p:nvSpPr>
            <p:spPr>
              <a:xfrm>
                <a:off x="5527357" y="3505294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7" name="Google Shape;767;p13"/>
              <p:cNvSpPr/>
              <p:nvPr/>
            </p:nvSpPr>
            <p:spPr>
              <a:xfrm>
                <a:off x="5609177" y="3424237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p13"/>
              <p:cNvSpPr/>
              <p:nvPr/>
            </p:nvSpPr>
            <p:spPr>
              <a:xfrm>
                <a:off x="5691092" y="3343369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13"/>
              <p:cNvSpPr/>
              <p:nvPr/>
            </p:nvSpPr>
            <p:spPr>
              <a:xfrm>
                <a:off x="5772816" y="3262312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0" name="Google Shape;770;p13"/>
              <p:cNvSpPr/>
              <p:nvPr/>
            </p:nvSpPr>
            <p:spPr>
              <a:xfrm>
                <a:off x="5854636" y="3181254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1" name="Google Shape;771;p13"/>
              <p:cNvSpPr/>
              <p:nvPr/>
            </p:nvSpPr>
            <p:spPr>
              <a:xfrm>
                <a:off x="5936456" y="3100196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13"/>
              <p:cNvSpPr/>
              <p:nvPr/>
            </p:nvSpPr>
            <p:spPr>
              <a:xfrm>
                <a:off x="6018371" y="3019329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" name="Google Shape;773;p13"/>
              <p:cNvSpPr/>
              <p:nvPr/>
            </p:nvSpPr>
            <p:spPr>
              <a:xfrm>
                <a:off x="6100191" y="2938271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" name="Google Shape;774;p13"/>
              <p:cNvSpPr/>
              <p:nvPr/>
            </p:nvSpPr>
            <p:spPr>
              <a:xfrm>
                <a:off x="6181915" y="2857213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13"/>
              <p:cNvSpPr/>
              <p:nvPr/>
            </p:nvSpPr>
            <p:spPr>
              <a:xfrm>
                <a:off x="6263735" y="2776156"/>
                <a:ext cx="19431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0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13"/>
              <p:cNvSpPr/>
              <p:nvPr/>
            </p:nvSpPr>
            <p:spPr>
              <a:xfrm>
                <a:off x="6345650" y="2695193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8"/>
                    </a:moveTo>
                    <a:cubicBezTo>
                      <a:pt x="4096" y="18478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8"/>
                      <a:pt x="9239" y="18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13"/>
              <p:cNvSpPr/>
              <p:nvPr/>
            </p:nvSpPr>
            <p:spPr>
              <a:xfrm>
                <a:off x="6427469" y="2614135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13"/>
              <p:cNvSpPr/>
              <p:nvPr/>
            </p:nvSpPr>
            <p:spPr>
              <a:xfrm>
                <a:off x="6509289" y="2533078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5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" name="Google Shape;779;p13"/>
              <p:cNvSpPr/>
              <p:nvPr/>
            </p:nvSpPr>
            <p:spPr>
              <a:xfrm>
                <a:off x="6591014" y="2452020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13"/>
              <p:cNvSpPr/>
              <p:nvPr/>
            </p:nvSpPr>
            <p:spPr>
              <a:xfrm>
                <a:off x="6672833" y="2371057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715"/>
                    </a:cubicBezTo>
                    <a:cubicBezTo>
                      <a:pt x="0" y="352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2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13"/>
              <p:cNvSpPr/>
              <p:nvPr/>
            </p:nvSpPr>
            <p:spPr>
              <a:xfrm>
                <a:off x="6754749" y="2290095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" name="Google Shape;782;p13"/>
              <p:cNvSpPr/>
              <p:nvPr/>
            </p:nvSpPr>
            <p:spPr>
              <a:xfrm>
                <a:off x="6836568" y="2209037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" name="Google Shape;783;p13"/>
              <p:cNvSpPr/>
              <p:nvPr/>
            </p:nvSpPr>
            <p:spPr>
              <a:xfrm>
                <a:off x="6918388" y="2127979"/>
                <a:ext cx="12954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13"/>
              <p:cNvSpPr/>
              <p:nvPr/>
            </p:nvSpPr>
            <p:spPr>
              <a:xfrm>
                <a:off x="7000113" y="2046922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13"/>
              <p:cNvSpPr/>
              <p:nvPr/>
            </p:nvSpPr>
            <p:spPr>
              <a:xfrm>
                <a:off x="7082027" y="1966054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7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" name="Google Shape;786;p13"/>
              <p:cNvSpPr/>
              <p:nvPr/>
            </p:nvSpPr>
            <p:spPr>
              <a:xfrm>
                <a:off x="7163847" y="1884997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13"/>
              <p:cNvSpPr/>
              <p:nvPr/>
            </p:nvSpPr>
            <p:spPr>
              <a:xfrm>
                <a:off x="7245667" y="1803939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" name="Google Shape;788;p13"/>
              <p:cNvSpPr/>
              <p:nvPr/>
            </p:nvSpPr>
            <p:spPr>
              <a:xfrm>
                <a:off x="7327487" y="1722881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13"/>
              <p:cNvSpPr/>
              <p:nvPr/>
            </p:nvSpPr>
            <p:spPr>
              <a:xfrm>
                <a:off x="7409307" y="1642014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13"/>
              <p:cNvSpPr/>
              <p:nvPr/>
            </p:nvSpPr>
            <p:spPr>
              <a:xfrm>
                <a:off x="7491126" y="1560956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13"/>
              <p:cNvSpPr/>
              <p:nvPr/>
            </p:nvSpPr>
            <p:spPr>
              <a:xfrm>
                <a:off x="7572946" y="1479898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13"/>
              <p:cNvSpPr/>
              <p:nvPr/>
            </p:nvSpPr>
            <p:spPr>
              <a:xfrm>
                <a:off x="7654766" y="1398841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13"/>
              <p:cNvSpPr/>
              <p:nvPr/>
            </p:nvSpPr>
            <p:spPr>
              <a:xfrm>
                <a:off x="7736681" y="1317973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" name="Google Shape;794;p13"/>
              <p:cNvSpPr/>
              <p:nvPr/>
            </p:nvSpPr>
            <p:spPr>
              <a:xfrm>
                <a:off x="7818405" y="1236915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8" y="4001"/>
                      <a:pt x="0" y="3143"/>
                      <a:pt x="0" y="2000"/>
                    </a:cubicBezTo>
                    <a:cubicBezTo>
                      <a:pt x="0" y="857"/>
                      <a:pt x="858" y="0"/>
                      <a:pt x="2000" y="0"/>
                    </a:cubicBezTo>
                    <a:cubicBezTo>
                      <a:pt x="3143" y="0"/>
                      <a:pt x="4001" y="857"/>
                      <a:pt x="4001" y="2000"/>
                    </a:cubicBezTo>
                    <a:cubicBezTo>
                      <a:pt x="4001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" name="Google Shape;795;p13"/>
              <p:cNvSpPr/>
              <p:nvPr/>
            </p:nvSpPr>
            <p:spPr>
              <a:xfrm>
                <a:off x="7900225" y="1155858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6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6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6" name="Google Shape;796;p13"/>
            <p:cNvGrpSpPr/>
            <p:nvPr/>
          </p:nvGrpSpPr>
          <p:grpSpPr>
            <a:xfrm>
              <a:off x="3826954" y="1161763"/>
              <a:ext cx="3920299" cy="3931539"/>
              <a:chOff x="3826954" y="1161763"/>
              <a:chExt cx="3920299" cy="3931539"/>
            </a:xfrm>
          </p:grpSpPr>
          <p:sp>
            <p:nvSpPr>
              <p:cNvPr id="797" name="Google Shape;797;p13"/>
              <p:cNvSpPr/>
              <p:nvPr/>
            </p:nvSpPr>
            <p:spPr>
              <a:xfrm>
                <a:off x="3826954" y="5050440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13"/>
              <p:cNvSpPr/>
              <p:nvPr/>
            </p:nvSpPr>
            <p:spPr>
              <a:xfrm>
                <a:off x="3897629" y="4969572"/>
                <a:ext cx="41910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10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" name="Google Shape;799;p13"/>
              <p:cNvSpPr/>
              <p:nvPr/>
            </p:nvSpPr>
            <p:spPr>
              <a:xfrm>
                <a:off x="3979449" y="4888420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13"/>
              <p:cNvSpPr/>
              <p:nvPr/>
            </p:nvSpPr>
            <p:spPr>
              <a:xfrm>
                <a:off x="4061269" y="4807362"/>
                <a:ext cx="40386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13"/>
              <p:cNvSpPr/>
              <p:nvPr/>
            </p:nvSpPr>
            <p:spPr>
              <a:xfrm>
                <a:off x="4142993" y="4726304"/>
                <a:ext cx="39623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3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13"/>
              <p:cNvSpPr/>
              <p:nvPr/>
            </p:nvSpPr>
            <p:spPr>
              <a:xfrm>
                <a:off x="4224909" y="4645437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" name="Google Shape;803;p13"/>
              <p:cNvSpPr/>
              <p:nvPr/>
            </p:nvSpPr>
            <p:spPr>
              <a:xfrm>
                <a:off x="4306728" y="4564379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" name="Google Shape;804;p13"/>
              <p:cNvSpPr/>
              <p:nvPr/>
            </p:nvSpPr>
            <p:spPr>
              <a:xfrm>
                <a:off x="4388548" y="4483321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" name="Google Shape;805;p13"/>
              <p:cNvSpPr/>
              <p:nvPr/>
            </p:nvSpPr>
            <p:spPr>
              <a:xfrm>
                <a:off x="4470368" y="4402263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" name="Google Shape;806;p13"/>
              <p:cNvSpPr/>
              <p:nvPr/>
            </p:nvSpPr>
            <p:spPr>
              <a:xfrm rot="-128855">
                <a:off x="4552045" y="4321410"/>
                <a:ext cx="35458" cy="3545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35433" y="17716"/>
                    </a:moveTo>
                    <a:cubicBezTo>
                      <a:pt x="35433" y="27501"/>
                      <a:pt x="27501" y="35433"/>
                      <a:pt x="17716" y="35433"/>
                    </a:cubicBezTo>
                    <a:cubicBezTo>
                      <a:pt x="7932" y="35433"/>
                      <a:pt x="0" y="27501"/>
                      <a:pt x="0" y="17716"/>
                    </a:cubicBezTo>
                    <a:cubicBezTo>
                      <a:pt x="0" y="7932"/>
                      <a:pt x="7932" y="0"/>
                      <a:pt x="17716" y="0"/>
                    </a:cubicBezTo>
                    <a:cubicBezTo>
                      <a:pt x="27501" y="0"/>
                      <a:pt x="35433" y="7932"/>
                      <a:pt x="35433" y="17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" name="Google Shape;807;p13"/>
              <p:cNvSpPr/>
              <p:nvPr/>
            </p:nvSpPr>
            <p:spPr>
              <a:xfrm>
                <a:off x="4634007" y="4240338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" name="Google Shape;808;p13"/>
              <p:cNvSpPr/>
              <p:nvPr/>
            </p:nvSpPr>
            <p:spPr>
              <a:xfrm>
                <a:off x="4715827" y="4159281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" name="Google Shape;809;p13"/>
              <p:cNvSpPr/>
              <p:nvPr/>
            </p:nvSpPr>
            <p:spPr>
              <a:xfrm>
                <a:off x="4797647" y="4078223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" name="Google Shape;810;p13"/>
              <p:cNvSpPr/>
              <p:nvPr/>
            </p:nvSpPr>
            <p:spPr>
              <a:xfrm>
                <a:off x="4879562" y="3997261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2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4" y="7239"/>
                      <a:pt x="32194" y="16192"/>
                    </a:cubicBezTo>
                    <a:cubicBezTo>
                      <a:pt x="32194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" name="Google Shape;811;p13"/>
              <p:cNvSpPr/>
              <p:nvPr/>
            </p:nvSpPr>
            <p:spPr>
              <a:xfrm>
                <a:off x="4961286" y="3916298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2" y="7048"/>
                      <a:pt x="31432" y="15716"/>
                    </a:cubicBezTo>
                    <a:cubicBezTo>
                      <a:pt x="31432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" name="Google Shape;812;p13"/>
              <p:cNvSpPr/>
              <p:nvPr/>
            </p:nvSpPr>
            <p:spPr>
              <a:xfrm>
                <a:off x="5043106" y="3835240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0" y="6858"/>
                      <a:pt x="30670" y="15335"/>
                    </a:cubicBezTo>
                    <a:cubicBezTo>
                      <a:pt x="30670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" name="Google Shape;813;p13"/>
              <p:cNvSpPr/>
              <p:nvPr/>
            </p:nvSpPr>
            <p:spPr>
              <a:xfrm>
                <a:off x="5124926" y="3754183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" name="Google Shape;814;p13"/>
              <p:cNvSpPr/>
              <p:nvPr/>
            </p:nvSpPr>
            <p:spPr>
              <a:xfrm>
                <a:off x="5206746" y="3673125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7"/>
                      <a:pt x="14573" y="29147"/>
                    </a:cubicBezTo>
                    <a:cubicBezTo>
                      <a:pt x="6525" y="29147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" name="Google Shape;815;p13"/>
              <p:cNvSpPr/>
              <p:nvPr/>
            </p:nvSpPr>
            <p:spPr>
              <a:xfrm>
                <a:off x="5288565" y="3592258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" name="Google Shape;816;p13"/>
              <p:cNvSpPr/>
              <p:nvPr/>
            </p:nvSpPr>
            <p:spPr>
              <a:xfrm>
                <a:off x="5370385" y="3511200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" name="Google Shape;817;p13"/>
              <p:cNvSpPr/>
              <p:nvPr/>
            </p:nvSpPr>
            <p:spPr>
              <a:xfrm>
                <a:off x="5452205" y="3430142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" name="Google Shape;818;p13"/>
              <p:cNvSpPr/>
              <p:nvPr/>
            </p:nvSpPr>
            <p:spPr>
              <a:xfrm>
                <a:off x="5534025" y="3349084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" name="Google Shape;819;p13"/>
              <p:cNvSpPr/>
              <p:nvPr/>
            </p:nvSpPr>
            <p:spPr>
              <a:xfrm>
                <a:off x="5615940" y="3268217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" name="Google Shape;820;p13"/>
              <p:cNvSpPr/>
              <p:nvPr/>
            </p:nvSpPr>
            <p:spPr>
              <a:xfrm>
                <a:off x="5697759" y="3187159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" name="Google Shape;821;p13"/>
              <p:cNvSpPr/>
              <p:nvPr/>
            </p:nvSpPr>
            <p:spPr>
              <a:xfrm>
                <a:off x="5779484" y="310610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" name="Google Shape;822;p13"/>
              <p:cNvSpPr/>
              <p:nvPr/>
            </p:nvSpPr>
            <p:spPr>
              <a:xfrm>
                <a:off x="5861304" y="3025044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" name="Google Shape;823;p13"/>
              <p:cNvSpPr/>
              <p:nvPr/>
            </p:nvSpPr>
            <p:spPr>
              <a:xfrm>
                <a:off x="5943219" y="2944177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4" name="Google Shape;824;p13"/>
              <p:cNvSpPr/>
              <p:nvPr/>
            </p:nvSpPr>
            <p:spPr>
              <a:xfrm>
                <a:off x="6025038" y="2863119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5" name="Google Shape;825;p13"/>
              <p:cNvSpPr/>
              <p:nvPr/>
            </p:nvSpPr>
            <p:spPr>
              <a:xfrm>
                <a:off x="6106763" y="2782061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6" name="Google Shape;826;p13"/>
              <p:cNvSpPr/>
              <p:nvPr/>
            </p:nvSpPr>
            <p:spPr>
              <a:xfrm>
                <a:off x="6188583" y="2701003"/>
                <a:ext cx="1943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0" extrusionOk="0">
                    <a:moveTo>
                      <a:pt x="9716" y="19431"/>
                    </a:moveTo>
                    <a:cubicBezTo>
                      <a:pt x="4381" y="19431"/>
                      <a:pt x="0" y="15049"/>
                      <a:pt x="0" y="9715"/>
                    </a:cubicBezTo>
                    <a:cubicBezTo>
                      <a:pt x="0" y="4381"/>
                      <a:pt x="4381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" name="Google Shape;827;p13"/>
              <p:cNvSpPr/>
              <p:nvPr/>
            </p:nvSpPr>
            <p:spPr>
              <a:xfrm>
                <a:off x="6270498" y="2620041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8"/>
                      <a:pt x="9239" y="18478"/>
                    </a:cubicBezTo>
                    <a:cubicBezTo>
                      <a:pt x="4137" y="18478"/>
                      <a:pt x="0" y="14342"/>
                      <a:pt x="0" y="9239"/>
                    </a:cubicBezTo>
                    <a:cubicBezTo>
                      <a:pt x="0" y="4136"/>
                      <a:pt x="4137" y="0"/>
                      <a:pt x="9239" y="0"/>
                    </a:cubicBezTo>
                    <a:cubicBezTo>
                      <a:pt x="14342" y="0"/>
                      <a:pt x="18479" y="4136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8" name="Google Shape;828;p13"/>
              <p:cNvSpPr/>
              <p:nvPr/>
            </p:nvSpPr>
            <p:spPr>
              <a:xfrm>
                <a:off x="6352317" y="2538983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" name="Google Shape;829;p13"/>
              <p:cNvSpPr/>
              <p:nvPr/>
            </p:nvSpPr>
            <p:spPr>
              <a:xfrm>
                <a:off x="6434137" y="2457925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" name="Google Shape;830;p13"/>
              <p:cNvSpPr/>
              <p:nvPr/>
            </p:nvSpPr>
            <p:spPr>
              <a:xfrm>
                <a:off x="6515861" y="237686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831;p13"/>
              <p:cNvSpPr/>
              <p:nvPr/>
            </p:nvSpPr>
            <p:spPr>
              <a:xfrm>
                <a:off x="6597776" y="2295810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832;p13"/>
              <p:cNvSpPr/>
              <p:nvPr/>
            </p:nvSpPr>
            <p:spPr>
              <a:xfrm>
                <a:off x="6679596" y="2214943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" name="Google Shape;833;p13"/>
              <p:cNvSpPr/>
              <p:nvPr/>
            </p:nvSpPr>
            <p:spPr>
              <a:xfrm>
                <a:off x="6761416" y="2133885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" name="Google Shape;834;p13"/>
              <p:cNvSpPr/>
              <p:nvPr/>
            </p:nvSpPr>
            <p:spPr>
              <a:xfrm>
                <a:off x="6843236" y="2052827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5" name="Google Shape;835;p13"/>
              <p:cNvSpPr/>
              <p:nvPr/>
            </p:nvSpPr>
            <p:spPr>
              <a:xfrm>
                <a:off x="6924960" y="1971769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6" name="Google Shape;836;p13"/>
              <p:cNvSpPr/>
              <p:nvPr/>
            </p:nvSpPr>
            <p:spPr>
              <a:xfrm>
                <a:off x="7006875" y="1890902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7" name="Google Shape;837;p13"/>
              <p:cNvSpPr/>
              <p:nvPr/>
            </p:nvSpPr>
            <p:spPr>
              <a:xfrm>
                <a:off x="7088695" y="1809844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" name="Google Shape;838;p13"/>
              <p:cNvSpPr/>
              <p:nvPr/>
            </p:nvSpPr>
            <p:spPr>
              <a:xfrm>
                <a:off x="7170515" y="1728787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9" name="Google Shape;839;p13"/>
              <p:cNvSpPr/>
              <p:nvPr/>
            </p:nvSpPr>
            <p:spPr>
              <a:xfrm>
                <a:off x="7252334" y="1647729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13"/>
              <p:cNvSpPr/>
              <p:nvPr/>
            </p:nvSpPr>
            <p:spPr>
              <a:xfrm>
                <a:off x="7334154" y="156686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" name="Google Shape;841;p13"/>
              <p:cNvSpPr/>
              <p:nvPr/>
            </p:nvSpPr>
            <p:spPr>
              <a:xfrm>
                <a:off x="7415974" y="1485804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" name="Google Shape;842;p13"/>
              <p:cNvSpPr/>
              <p:nvPr/>
            </p:nvSpPr>
            <p:spPr>
              <a:xfrm>
                <a:off x="7497794" y="1404746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" name="Google Shape;843;p13"/>
              <p:cNvSpPr/>
              <p:nvPr/>
            </p:nvSpPr>
            <p:spPr>
              <a:xfrm>
                <a:off x="7579614" y="1323688"/>
                <a:ext cx="5714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" name="Google Shape;844;p13"/>
              <p:cNvSpPr/>
              <p:nvPr/>
            </p:nvSpPr>
            <p:spPr>
              <a:xfrm>
                <a:off x="7661528" y="1242821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5" name="Google Shape;845;p13"/>
              <p:cNvSpPr/>
              <p:nvPr/>
            </p:nvSpPr>
            <p:spPr>
              <a:xfrm>
                <a:off x="7743253" y="1161763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0" y="857"/>
                      <a:pt x="4000" y="2000"/>
                    </a:cubicBezTo>
                    <a:cubicBezTo>
                      <a:pt x="4000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6" name="Google Shape;846;p13"/>
            <p:cNvGrpSpPr/>
            <p:nvPr/>
          </p:nvGrpSpPr>
          <p:grpSpPr>
            <a:xfrm>
              <a:off x="3822477" y="1167669"/>
              <a:ext cx="3768661" cy="3768660"/>
              <a:chOff x="3822477" y="1167669"/>
              <a:chExt cx="3768661" cy="3768660"/>
            </a:xfrm>
          </p:grpSpPr>
          <p:sp>
            <p:nvSpPr>
              <p:cNvPr id="847" name="Google Shape;847;p13"/>
              <p:cNvSpPr/>
              <p:nvPr/>
            </p:nvSpPr>
            <p:spPr>
              <a:xfrm>
                <a:off x="3822477" y="4894420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13"/>
              <p:cNvSpPr/>
              <p:nvPr/>
            </p:nvSpPr>
            <p:spPr>
              <a:xfrm>
                <a:off x="3904297" y="4813362"/>
                <a:ext cx="41148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8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9" name="Google Shape;849;p13"/>
              <p:cNvSpPr/>
              <p:nvPr/>
            </p:nvSpPr>
            <p:spPr>
              <a:xfrm>
                <a:off x="3986117" y="4732305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13"/>
              <p:cNvSpPr/>
              <p:nvPr/>
            </p:nvSpPr>
            <p:spPr>
              <a:xfrm>
                <a:off x="4067841" y="4651152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1" name="Google Shape;851;p13"/>
              <p:cNvSpPr/>
              <p:nvPr/>
            </p:nvSpPr>
            <p:spPr>
              <a:xfrm>
                <a:off x="4149756" y="457028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2" name="Google Shape;852;p13"/>
              <p:cNvSpPr/>
              <p:nvPr/>
            </p:nvSpPr>
            <p:spPr>
              <a:xfrm>
                <a:off x="4231576" y="4489227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3" name="Google Shape;853;p13"/>
              <p:cNvSpPr/>
              <p:nvPr/>
            </p:nvSpPr>
            <p:spPr>
              <a:xfrm>
                <a:off x="4313396" y="4408169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4" name="Google Shape;854;p13"/>
              <p:cNvSpPr/>
              <p:nvPr/>
            </p:nvSpPr>
            <p:spPr>
              <a:xfrm>
                <a:off x="4395215" y="4327111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5" name="Google Shape;855;p13"/>
              <p:cNvSpPr/>
              <p:nvPr/>
            </p:nvSpPr>
            <p:spPr>
              <a:xfrm>
                <a:off x="4477035" y="4246149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812"/>
                    </a:cubicBezTo>
                    <a:cubicBezTo>
                      <a:pt x="0" y="800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812"/>
                    </a:cubicBezTo>
                    <a:cubicBezTo>
                      <a:pt x="35433" y="27718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6" name="Google Shape;856;p13"/>
              <p:cNvSpPr/>
              <p:nvPr/>
            </p:nvSpPr>
            <p:spPr>
              <a:xfrm>
                <a:off x="4558855" y="4165186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0" y="0"/>
                      <a:pt x="34671" y="7810"/>
                      <a:pt x="34671" y="17335"/>
                    </a:cubicBezTo>
                    <a:cubicBezTo>
                      <a:pt x="34671" y="26860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7" name="Google Shape;857;p13"/>
              <p:cNvSpPr/>
              <p:nvPr/>
            </p:nvSpPr>
            <p:spPr>
              <a:xfrm>
                <a:off x="4640675" y="4084128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8" name="Google Shape;858;p13"/>
              <p:cNvSpPr/>
              <p:nvPr/>
            </p:nvSpPr>
            <p:spPr>
              <a:xfrm>
                <a:off x="4722495" y="4003071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9" name="Google Shape;859;p13"/>
              <p:cNvSpPr/>
              <p:nvPr/>
            </p:nvSpPr>
            <p:spPr>
              <a:xfrm>
                <a:off x="4804314" y="3922013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192" y="32385"/>
                    </a:moveTo>
                    <a:cubicBezTo>
                      <a:pt x="7239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192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" name="Google Shape;860;p13"/>
              <p:cNvSpPr/>
              <p:nvPr/>
            </p:nvSpPr>
            <p:spPr>
              <a:xfrm>
                <a:off x="4886134" y="3841146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1" name="Google Shape;861;p13"/>
              <p:cNvSpPr/>
              <p:nvPr/>
            </p:nvSpPr>
            <p:spPr>
              <a:xfrm>
                <a:off x="4967954" y="3760088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2" name="Google Shape;862;p13"/>
              <p:cNvSpPr/>
              <p:nvPr/>
            </p:nvSpPr>
            <p:spPr>
              <a:xfrm>
                <a:off x="5049774" y="3679030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" name="Google Shape;863;p13"/>
              <p:cNvSpPr/>
              <p:nvPr/>
            </p:nvSpPr>
            <p:spPr>
              <a:xfrm>
                <a:off x="5131593" y="3597972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4" name="Google Shape;864;p13"/>
              <p:cNvSpPr/>
              <p:nvPr/>
            </p:nvSpPr>
            <p:spPr>
              <a:xfrm>
                <a:off x="5213508" y="3517105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5" name="Google Shape;865;p13"/>
              <p:cNvSpPr/>
              <p:nvPr/>
            </p:nvSpPr>
            <p:spPr>
              <a:xfrm>
                <a:off x="5295233" y="3436048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" name="Google Shape;866;p13"/>
              <p:cNvSpPr/>
              <p:nvPr/>
            </p:nvSpPr>
            <p:spPr>
              <a:xfrm>
                <a:off x="5377053" y="3354990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7" name="Google Shape;867;p13"/>
              <p:cNvSpPr/>
              <p:nvPr/>
            </p:nvSpPr>
            <p:spPr>
              <a:xfrm>
                <a:off x="5458872" y="3273932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8" name="Google Shape;868;p13"/>
              <p:cNvSpPr/>
              <p:nvPr/>
            </p:nvSpPr>
            <p:spPr>
              <a:xfrm>
                <a:off x="5540787" y="3193065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9" name="Google Shape;869;p13"/>
              <p:cNvSpPr/>
              <p:nvPr/>
            </p:nvSpPr>
            <p:spPr>
              <a:xfrm>
                <a:off x="5622607" y="3112007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0" name="Google Shape;870;p13"/>
              <p:cNvSpPr/>
              <p:nvPr/>
            </p:nvSpPr>
            <p:spPr>
              <a:xfrm>
                <a:off x="5704332" y="3030949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1" name="Google Shape;871;p13"/>
              <p:cNvSpPr/>
              <p:nvPr/>
            </p:nvSpPr>
            <p:spPr>
              <a:xfrm>
                <a:off x="5786151" y="2949891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2" name="Google Shape;872;p13"/>
              <p:cNvSpPr/>
              <p:nvPr/>
            </p:nvSpPr>
            <p:spPr>
              <a:xfrm>
                <a:off x="5868066" y="2869024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" name="Google Shape;873;p13"/>
              <p:cNvSpPr/>
              <p:nvPr/>
            </p:nvSpPr>
            <p:spPr>
              <a:xfrm>
                <a:off x="5949886" y="2787966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" name="Google Shape;874;p13"/>
              <p:cNvSpPr/>
              <p:nvPr/>
            </p:nvSpPr>
            <p:spPr>
              <a:xfrm>
                <a:off x="6031706" y="2706909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5" name="Google Shape;875;p13"/>
              <p:cNvSpPr/>
              <p:nvPr/>
            </p:nvSpPr>
            <p:spPr>
              <a:xfrm>
                <a:off x="6113430" y="2625851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286" y="0"/>
                      <a:pt x="9716" y="0"/>
                    </a:cubicBezTo>
                    <a:cubicBezTo>
                      <a:pt x="15145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6" name="Google Shape;876;p13"/>
              <p:cNvSpPr/>
              <p:nvPr/>
            </p:nvSpPr>
            <p:spPr>
              <a:xfrm>
                <a:off x="6195345" y="2544889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7" name="Google Shape;877;p13"/>
              <p:cNvSpPr/>
              <p:nvPr/>
            </p:nvSpPr>
            <p:spPr>
              <a:xfrm>
                <a:off x="6277165" y="2463926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1"/>
                      <a:pt x="4001" y="0"/>
                      <a:pt x="8858" y="0"/>
                    </a:cubicBezTo>
                    <a:cubicBezTo>
                      <a:pt x="13716" y="0"/>
                      <a:pt x="17717" y="4001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8" name="Google Shape;878;p13"/>
              <p:cNvSpPr/>
              <p:nvPr/>
            </p:nvSpPr>
            <p:spPr>
              <a:xfrm>
                <a:off x="6358985" y="2382773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5" y="3810"/>
                      <a:pt x="16955" y="8477"/>
                    </a:cubicBezTo>
                    <a:cubicBezTo>
                      <a:pt x="16955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9" name="Google Shape;879;p13"/>
              <p:cNvSpPr/>
              <p:nvPr/>
            </p:nvSpPr>
            <p:spPr>
              <a:xfrm>
                <a:off x="6440805" y="2301715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0" name="Google Shape;880;p13"/>
              <p:cNvSpPr/>
              <p:nvPr/>
            </p:nvSpPr>
            <p:spPr>
              <a:xfrm>
                <a:off x="6522529" y="2220753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1" name="Google Shape;881;p13"/>
              <p:cNvSpPr/>
              <p:nvPr/>
            </p:nvSpPr>
            <p:spPr>
              <a:xfrm>
                <a:off x="6604444" y="2139790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2" name="Google Shape;882;p13"/>
              <p:cNvSpPr/>
              <p:nvPr/>
            </p:nvSpPr>
            <p:spPr>
              <a:xfrm>
                <a:off x="6686264" y="2058732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3" name="Google Shape;883;p13"/>
              <p:cNvSpPr/>
              <p:nvPr/>
            </p:nvSpPr>
            <p:spPr>
              <a:xfrm>
                <a:off x="6768083" y="1977675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4" name="Google Shape;884;p13"/>
              <p:cNvSpPr/>
              <p:nvPr/>
            </p:nvSpPr>
            <p:spPr>
              <a:xfrm>
                <a:off x="6849903" y="1896617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5" name="Google Shape;885;p13"/>
              <p:cNvSpPr/>
              <p:nvPr/>
            </p:nvSpPr>
            <p:spPr>
              <a:xfrm>
                <a:off x="6931723" y="1815750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6" name="Google Shape;886;p13"/>
              <p:cNvSpPr/>
              <p:nvPr/>
            </p:nvSpPr>
            <p:spPr>
              <a:xfrm>
                <a:off x="7013543" y="1734692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7" name="Google Shape;887;p13"/>
              <p:cNvSpPr/>
              <p:nvPr/>
            </p:nvSpPr>
            <p:spPr>
              <a:xfrm>
                <a:off x="7095363" y="1653634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8" name="Google Shape;888;p13"/>
              <p:cNvSpPr/>
              <p:nvPr/>
            </p:nvSpPr>
            <p:spPr>
              <a:xfrm>
                <a:off x="7177182" y="157257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9" name="Google Shape;889;p13"/>
              <p:cNvSpPr/>
              <p:nvPr/>
            </p:nvSpPr>
            <p:spPr>
              <a:xfrm>
                <a:off x="7259002" y="1491709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0" name="Google Shape;890;p13"/>
              <p:cNvSpPr/>
              <p:nvPr/>
            </p:nvSpPr>
            <p:spPr>
              <a:xfrm>
                <a:off x="7340822" y="1410652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" name="Google Shape;891;p13"/>
              <p:cNvSpPr/>
              <p:nvPr/>
            </p:nvSpPr>
            <p:spPr>
              <a:xfrm>
                <a:off x="7422641" y="1329594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2" name="Google Shape;892;p13"/>
              <p:cNvSpPr/>
              <p:nvPr/>
            </p:nvSpPr>
            <p:spPr>
              <a:xfrm>
                <a:off x="7504461" y="1248536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3" name="Google Shape;893;p13"/>
              <p:cNvSpPr/>
              <p:nvPr/>
            </p:nvSpPr>
            <p:spPr>
              <a:xfrm>
                <a:off x="7586376" y="1167669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4" name="Google Shape;894;p13"/>
            <p:cNvGrpSpPr/>
            <p:nvPr/>
          </p:nvGrpSpPr>
          <p:grpSpPr>
            <a:xfrm>
              <a:off x="3829145" y="1173384"/>
              <a:ext cx="3605878" cy="3605973"/>
              <a:chOff x="3829145" y="1173384"/>
              <a:chExt cx="3605878" cy="3605973"/>
            </a:xfrm>
          </p:grpSpPr>
          <p:sp>
            <p:nvSpPr>
              <p:cNvPr id="895" name="Google Shape;895;p13"/>
              <p:cNvSpPr/>
              <p:nvPr/>
            </p:nvSpPr>
            <p:spPr>
              <a:xfrm>
                <a:off x="3829145" y="4738210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6" name="Google Shape;896;p13"/>
              <p:cNvSpPr/>
              <p:nvPr/>
            </p:nvSpPr>
            <p:spPr>
              <a:xfrm>
                <a:off x="3910965" y="4657153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7" name="Google Shape;897;p13"/>
              <p:cNvSpPr/>
              <p:nvPr/>
            </p:nvSpPr>
            <p:spPr>
              <a:xfrm>
                <a:off x="3992689" y="4576095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8" name="Google Shape;898;p13"/>
              <p:cNvSpPr/>
              <p:nvPr/>
            </p:nvSpPr>
            <p:spPr>
              <a:xfrm>
                <a:off x="4074604" y="4495228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9" name="Google Shape;899;p13"/>
              <p:cNvSpPr/>
              <p:nvPr/>
            </p:nvSpPr>
            <p:spPr>
              <a:xfrm>
                <a:off x="4156424" y="4414170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0" name="Google Shape;900;p13"/>
              <p:cNvSpPr/>
              <p:nvPr/>
            </p:nvSpPr>
            <p:spPr>
              <a:xfrm>
                <a:off x="4238243" y="4333017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1" name="Google Shape;901;p13"/>
              <p:cNvSpPr/>
              <p:nvPr/>
            </p:nvSpPr>
            <p:spPr>
              <a:xfrm>
                <a:off x="4320063" y="4251959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2" name="Google Shape;902;p13"/>
              <p:cNvSpPr/>
              <p:nvPr/>
            </p:nvSpPr>
            <p:spPr>
              <a:xfrm>
                <a:off x="4401883" y="4171092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" name="Google Shape;903;p13"/>
              <p:cNvSpPr/>
              <p:nvPr/>
            </p:nvSpPr>
            <p:spPr>
              <a:xfrm>
                <a:off x="4483703" y="4090034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" name="Google Shape;904;p13"/>
              <p:cNvSpPr/>
              <p:nvPr/>
            </p:nvSpPr>
            <p:spPr>
              <a:xfrm>
                <a:off x="4565522" y="4008976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5" name="Google Shape;905;p13"/>
              <p:cNvSpPr/>
              <p:nvPr/>
            </p:nvSpPr>
            <p:spPr>
              <a:xfrm>
                <a:off x="4647342" y="3927919"/>
                <a:ext cx="33146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6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" name="Google Shape;906;p13"/>
              <p:cNvSpPr/>
              <p:nvPr/>
            </p:nvSpPr>
            <p:spPr>
              <a:xfrm>
                <a:off x="4729257" y="3846956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4" y="7239"/>
                      <a:pt x="32194" y="16097"/>
                    </a:cubicBezTo>
                    <a:cubicBezTo>
                      <a:pt x="32194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" name="Google Shape;907;p13"/>
              <p:cNvSpPr/>
              <p:nvPr/>
            </p:nvSpPr>
            <p:spPr>
              <a:xfrm>
                <a:off x="4810982" y="3765994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8" name="Google Shape;908;p13"/>
              <p:cNvSpPr/>
              <p:nvPr/>
            </p:nvSpPr>
            <p:spPr>
              <a:xfrm>
                <a:off x="4892802" y="3684936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" name="Google Shape;909;p13"/>
              <p:cNvSpPr/>
              <p:nvPr/>
            </p:nvSpPr>
            <p:spPr>
              <a:xfrm>
                <a:off x="4974621" y="3603878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8" y="29909"/>
                      <a:pt x="0" y="23241"/>
                      <a:pt x="0" y="14954"/>
                    </a:cubicBezTo>
                    <a:cubicBezTo>
                      <a:pt x="0" y="6668"/>
                      <a:pt x="6668" y="0"/>
                      <a:pt x="14954" y="0"/>
                    </a:cubicBezTo>
                    <a:cubicBezTo>
                      <a:pt x="23241" y="0"/>
                      <a:pt x="29909" y="6668"/>
                      <a:pt x="29909" y="14954"/>
                    </a:cubicBezTo>
                    <a:cubicBezTo>
                      <a:pt x="29909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" name="Google Shape;910;p13"/>
              <p:cNvSpPr/>
              <p:nvPr/>
            </p:nvSpPr>
            <p:spPr>
              <a:xfrm>
                <a:off x="5056441" y="3522916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1" name="Google Shape;911;p13"/>
              <p:cNvSpPr/>
              <p:nvPr/>
            </p:nvSpPr>
            <p:spPr>
              <a:xfrm>
                <a:off x="5138356" y="3441953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2" name="Google Shape;912;p13"/>
              <p:cNvSpPr/>
              <p:nvPr/>
            </p:nvSpPr>
            <p:spPr>
              <a:xfrm>
                <a:off x="5220080" y="3360895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3" name="Google Shape;913;p13"/>
              <p:cNvSpPr/>
              <p:nvPr/>
            </p:nvSpPr>
            <p:spPr>
              <a:xfrm>
                <a:off x="5301900" y="3279837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4" name="Google Shape;914;p13"/>
              <p:cNvSpPr/>
              <p:nvPr/>
            </p:nvSpPr>
            <p:spPr>
              <a:xfrm>
                <a:off x="5383720" y="3198780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5" name="Google Shape;915;p13"/>
              <p:cNvSpPr/>
              <p:nvPr/>
            </p:nvSpPr>
            <p:spPr>
              <a:xfrm>
                <a:off x="5465635" y="3117912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6" name="Google Shape;916;p13"/>
              <p:cNvSpPr/>
              <p:nvPr/>
            </p:nvSpPr>
            <p:spPr>
              <a:xfrm>
                <a:off x="5547455" y="3036855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" name="Google Shape;917;p13"/>
              <p:cNvSpPr/>
              <p:nvPr/>
            </p:nvSpPr>
            <p:spPr>
              <a:xfrm>
                <a:off x="5629179" y="2955797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8" name="Google Shape;918;p13"/>
              <p:cNvSpPr/>
              <p:nvPr/>
            </p:nvSpPr>
            <p:spPr>
              <a:xfrm>
                <a:off x="5710999" y="2874739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9" name="Google Shape;919;p13"/>
              <p:cNvSpPr/>
              <p:nvPr/>
            </p:nvSpPr>
            <p:spPr>
              <a:xfrm>
                <a:off x="5792914" y="2793872"/>
                <a:ext cx="21717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6" extrusionOk="0">
                    <a:moveTo>
                      <a:pt x="10859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9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9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13"/>
              <p:cNvSpPr/>
              <p:nvPr/>
            </p:nvSpPr>
            <p:spPr>
              <a:xfrm>
                <a:off x="5874734" y="2712814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1" name="Google Shape;921;p13"/>
              <p:cNvSpPr/>
              <p:nvPr/>
            </p:nvSpPr>
            <p:spPr>
              <a:xfrm>
                <a:off x="5956554" y="2631757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2" name="Google Shape;922;p13"/>
              <p:cNvSpPr/>
              <p:nvPr/>
            </p:nvSpPr>
            <p:spPr>
              <a:xfrm>
                <a:off x="6038278" y="2550699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3" name="Google Shape;923;p13"/>
              <p:cNvSpPr/>
              <p:nvPr/>
            </p:nvSpPr>
            <p:spPr>
              <a:xfrm>
                <a:off x="6120193" y="2469832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4" name="Google Shape;924;p13"/>
              <p:cNvSpPr/>
              <p:nvPr/>
            </p:nvSpPr>
            <p:spPr>
              <a:xfrm>
                <a:off x="6202013" y="238867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5" name="Google Shape;925;p13"/>
              <p:cNvSpPr/>
              <p:nvPr/>
            </p:nvSpPr>
            <p:spPr>
              <a:xfrm>
                <a:off x="6283833" y="2307716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6" name="Google Shape;926;p13"/>
              <p:cNvSpPr/>
              <p:nvPr/>
            </p:nvSpPr>
            <p:spPr>
              <a:xfrm>
                <a:off x="6365652" y="2226658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7" name="Google Shape;927;p13"/>
              <p:cNvSpPr/>
              <p:nvPr/>
            </p:nvSpPr>
            <p:spPr>
              <a:xfrm>
                <a:off x="6447377" y="2145601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1" y="0"/>
                      <a:pt x="15430" y="3429"/>
                      <a:pt x="15430" y="7715"/>
                    </a:cubicBezTo>
                    <a:cubicBezTo>
                      <a:pt x="15430" y="12001"/>
                      <a:pt x="12001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13"/>
              <p:cNvSpPr/>
              <p:nvPr/>
            </p:nvSpPr>
            <p:spPr>
              <a:xfrm>
                <a:off x="6529292" y="2064638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9" name="Google Shape;929;p13"/>
              <p:cNvSpPr/>
              <p:nvPr/>
            </p:nvSpPr>
            <p:spPr>
              <a:xfrm>
                <a:off x="6611111" y="1983580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" name="Google Shape;930;p13"/>
              <p:cNvSpPr/>
              <p:nvPr/>
            </p:nvSpPr>
            <p:spPr>
              <a:xfrm>
                <a:off x="6692931" y="190252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1" name="Google Shape;931;p13"/>
              <p:cNvSpPr/>
              <p:nvPr/>
            </p:nvSpPr>
            <p:spPr>
              <a:xfrm>
                <a:off x="6774751" y="1821465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" name="Google Shape;932;p13"/>
              <p:cNvSpPr/>
              <p:nvPr/>
            </p:nvSpPr>
            <p:spPr>
              <a:xfrm>
                <a:off x="6856571" y="1740598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6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3" name="Google Shape;933;p13"/>
              <p:cNvSpPr/>
              <p:nvPr/>
            </p:nvSpPr>
            <p:spPr>
              <a:xfrm>
                <a:off x="6938391" y="1659540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4" name="Google Shape;934;p13"/>
              <p:cNvSpPr/>
              <p:nvPr/>
            </p:nvSpPr>
            <p:spPr>
              <a:xfrm>
                <a:off x="7020210" y="1578482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5" name="Google Shape;935;p13"/>
              <p:cNvSpPr/>
              <p:nvPr/>
            </p:nvSpPr>
            <p:spPr>
              <a:xfrm>
                <a:off x="7102030" y="1497424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6" name="Google Shape;936;p13"/>
              <p:cNvSpPr/>
              <p:nvPr/>
            </p:nvSpPr>
            <p:spPr>
              <a:xfrm>
                <a:off x="7183945" y="1416557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13"/>
              <p:cNvSpPr/>
              <p:nvPr/>
            </p:nvSpPr>
            <p:spPr>
              <a:xfrm>
                <a:off x="7265669" y="1335499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13"/>
              <p:cNvSpPr/>
              <p:nvPr/>
            </p:nvSpPr>
            <p:spPr>
              <a:xfrm>
                <a:off x="7347489" y="1254441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13"/>
              <p:cNvSpPr/>
              <p:nvPr/>
            </p:nvSpPr>
            <p:spPr>
              <a:xfrm>
                <a:off x="7429309" y="1173384"/>
                <a:ext cx="5714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40" name="Google Shape;940;p13"/>
            <p:cNvGrpSpPr/>
            <p:nvPr/>
          </p:nvGrpSpPr>
          <p:grpSpPr>
            <a:xfrm>
              <a:off x="3835812" y="1179289"/>
              <a:ext cx="3443001" cy="3443097"/>
              <a:chOff x="3835812" y="1179289"/>
              <a:chExt cx="3443001" cy="3443097"/>
            </a:xfrm>
          </p:grpSpPr>
          <p:sp>
            <p:nvSpPr>
              <p:cNvPr id="941" name="Google Shape;941;p13"/>
              <p:cNvSpPr/>
              <p:nvPr/>
            </p:nvSpPr>
            <p:spPr>
              <a:xfrm>
                <a:off x="3835812" y="4582000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2" name="Google Shape;942;p13"/>
              <p:cNvSpPr/>
              <p:nvPr/>
            </p:nvSpPr>
            <p:spPr>
              <a:xfrm>
                <a:off x="3917632" y="4500943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3" name="Google Shape;943;p13"/>
              <p:cNvSpPr/>
              <p:nvPr/>
            </p:nvSpPr>
            <p:spPr>
              <a:xfrm>
                <a:off x="3999452" y="442007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4" name="Google Shape;944;p13"/>
              <p:cNvSpPr/>
              <p:nvPr/>
            </p:nvSpPr>
            <p:spPr>
              <a:xfrm>
                <a:off x="4081271" y="433901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5" name="Google Shape;945;p13"/>
              <p:cNvSpPr/>
              <p:nvPr/>
            </p:nvSpPr>
            <p:spPr>
              <a:xfrm>
                <a:off x="4163091" y="4257864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6" name="Google Shape;946;p13"/>
              <p:cNvSpPr/>
              <p:nvPr/>
            </p:nvSpPr>
            <p:spPr>
              <a:xfrm>
                <a:off x="4244911" y="417680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7" name="Google Shape;947;p13"/>
              <p:cNvSpPr/>
              <p:nvPr/>
            </p:nvSpPr>
            <p:spPr>
              <a:xfrm>
                <a:off x="4326826" y="4095939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7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8" name="Google Shape;948;p13"/>
              <p:cNvSpPr/>
              <p:nvPr/>
            </p:nvSpPr>
            <p:spPr>
              <a:xfrm>
                <a:off x="4408551" y="4014882"/>
                <a:ext cx="34671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1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1" y="0"/>
                      <a:pt x="34671" y="7810"/>
                      <a:pt x="34671" y="17335"/>
                    </a:cubicBezTo>
                    <a:cubicBezTo>
                      <a:pt x="34671" y="26860"/>
                      <a:pt x="26861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9" name="Google Shape;949;p13"/>
              <p:cNvSpPr/>
              <p:nvPr/>
            </p:nvSpPr>
            <p:spPr>
              <a:xfrm>
                <a:off x="4490370" y="3933824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0" name="Google Shape;950;p13"/>
              <p:cNvSpPr/>
              <p:nvPr/>
            </p:nvSpPr>
            <p:spPr>
              <a:xfrm>
                <a:off x="4572190" y="3852862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1" name="Google Shape;951;p13"/>
              <p:cNvSpPr/>
              <p:nvPr/>
            </p:nvSpPr>
            <p:spPr>
              <a:xfrm>
                <a:off x="4654010" y="3771804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2" name="Google Shape;952;p13"/>
              <p:cNvSpPr/>
              <p:nvPr/>
            </p:nvSpPr>
            <p:spPr>
              <a:xfrm>
                <a:off x="4735829" y="3690841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3" name="Google Shape;953;p13"/>
              <p:cNvSpPr/>
              <p:nvPr/>
            </p:nvSpPr>
            <p:spPr>
              <a:xfrm>
                <a:off x="4817649" y="3609784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4" name="Google Shape;954;p13"/>
              <p:cNvSpPr/>
              <p:nvPr/>
            </p:nvSpPr>
            <p:spPr>
              <a:xfrm>
                <a:off x="4899469" y="3528726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13"/>
              <p:cNvSpPr/>
              <p:nvPr/>
            </p:nvSpPr>
            <p:spPr>
              <a:xfrm>
                <a:off x="4981289" y="3447668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69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69"/>
                      <a:pt x="22669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6" name="Google Shape;956;p13"/>
              <p:cNvSpPr/>
              <p:nvPr/>
            </p:nvSpPr>
            <p:spPr>
              <a:xfrm>
                <a:off x="5063204" y="3366801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7" name="Google Shape;957;p13"/>
              <p:cNvSpPr/>
              <p:nvPr/>
            </p:nvSpPr>
            <p:spPr>
              <a:xfrm>
                <a:off x="5144928" y="3285743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8" name="Google Shape;958;p13"/>
              <p:cNvSpPr/>
              <p:nvPr/>
            </p:nvSpPr>
            <p:spPr>
              <a:xfrm>
                <a:off x="5226748" y="3204685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9" name="Google Shape;959;p13"/>
              <p:cNvSpPr/>
              <p:nvPr/>
            </p:nvSpPr>
            <p:spPr>
              <a:xfrm>
                <a:off x="5308568" y="3123628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0" name="Google Shape;960;p13"/>
              <p:cNvSpPr/>
              <p:nvPr/>
            </p:nvSpPr>
            <p:spPr>
              <a:xfrm>
                <a:off x="5390483" y="3042760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1" name="Google Shape;961;p13"/>
              <p:cNvSpPr/>
              <p:nvPr/>
            </p:nvSpPr>
            <p:spPr>
              <a:xfrm>
                <a:off x="5472303" y="296170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2" name="Google Shape;962;p13"/>
              <p:cNvSpPr/>
              <p:nvPr/>
            </p:nvSpPr>
            <p:spPr>
              <a:xfrm>
                <a:off x="5554027" y="288064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3" name="Google Shape;963;p13"/>
              <p:cNvSpPr/>
              <p:nvPr/>
            </p:nvSpPr>
            <p:spPr>
              <a:xfrm>
                <a:off x="5635847" y="279958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4" name="Google Shape;964;p13"/>
              <p:cNvSpPr/>
              <p:nvPr/>
            </p:nvSpPr>
            <p:spPr>
              <a:xfrm>
                <a:off x="5717762" y="2718720"/>
                <a:ext cx="21717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9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9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5" name="Google Shape;965;p13"/>
              <p:cNvSpPr/>
              <p:nvPr/>
            </p:nvSpPr>
            <p:spPr>
              <a:xfrm>
                <a:off x="5799582" y="263766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6" name="Google Shape;966;p13"/>
              <p:cNvSpPr/>
              <p:nvPr/>
            </p:nvSpPr>
            <p:spPr>
              <a:xfrm>
                <a:off x="5881401" y="2556604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7" name="Google Shape;967;p13"/>
              <p:cNvSpPr/>
              <p:nvPr/>
            </p:nvSpPr>
            <p:spPr>
              <a:xfrm>
                <a:off x="5963126" y="2475546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8" name="Google Shape;968;p13"/>
              <p:cNvSpPr/>
              <p:nvPr/>
            </p:nvSpPr>
            <p:spPr>
              <a:xfrm>
                <a:off x="6045041" y="2394584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9" name="Google Shape;969;p13"/>
              <p:cNvSpPr/>
              <p:nvPr/>
            </p:nvSpPr>
            <p:spPr>
              <a:xfrm>
                <a:off x="6126861" y="231362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0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0" name="Google Shape;970;p13"/>
              <p:cNvSpPr/>
              <p:nvPr/>
            </p:nvSpPr>
            <p:spPr>
              <a:xfrm>
                <a:off x="6208680" y="223256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1" name="Google Shape;971;p13"/>
              <p:cNvSpPr/>
              <p:nvPr/>
            </p:nvSpPr>
            <p:spPr>
              <a:xfrm>
                <a:off x="6290500" y="2151506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19" y="16193"/>
                      <a:pt x="0" y="12573"/>
                      <a:pt x="0" y="8096"/>
                    </a:cubicBezTo>
                    <a:cubicBezTo>
                      <a:pt x="0" y="3620"/>
                      <a:pt x="3619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2" name="Google Shape;972;p13"/>
              <p:cNvSpPr/>
              <p:nvPr/>
            </p:nvSpPr>
            <p:spPr>
              <a:xfrm>
                <a:off x="6372225" y="2070448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13"/>
              <p:cNvSpPr/>
              <p:nvPr/>
            </p:nvSpPr>
            <p:spPr>
              <a:xfrm>
                <a:off x="6454140" y="1989581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4" name="Google Shape;974;p13"/>
              <p:cNvSpPr/>
              <p:nvPr/>
            </p:nvSpPr>
            <p:spPr>
              <a:xfrm>
                <a:off x="6535959" y="1908428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5" name="Google Shape;975;p13"/>
              <p:cNvSpPr/>
              <p:nvPr/>
            </p:nvSpPr>
            <p:spPr>
              <a:xfrm>
                <a:off x="6617779" y="1827370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6" name="Google Shape;976;p13"/>
              <p:cNvSpPr/>
              <p:nvPr/>
            </p:nvSpPr>
            <p:spPr>
              <a:xfrm>
                <a:off x="6699599" y="1746313"/>
                <a:ext cx="12191" cy="12192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2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7" name="Google Shape;977;p13"/>
              <p:cNvSpPr/>
              <p:nvPr/>
            </p:nvSpPr>
            <p:spPr>
              <a:xfrm>
                <a:off x="6781418" y="1665445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8" name="Google Shape;978;p13"/>
              <p:cNvSpPr/>
              <p:nvPr/>
            </p:nvSpPr>
            <p:spPr>
              <a:xfrm>
                <a:off x="6863238" y="1584388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9" name="Google Shape;979;p13"/>
              <p:cNvSpPr/>
              <p:nvPr/>
            </p:nvSpPr>
            <p:spPr>
              <a:xfrm>
                <a:off x="6945058" y="1503330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" name="Google Shape;980;p13"/>
              <p:cNvSpPr/>
              <p:nvPr/>
            </p:nvSpPr>
            <p:spPr>
              <a:xfrm>
                <a:off x="7026878" y="1422272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13"/>
              <p:cNvSpPr/>
              <p:nvPr/>
            </p:nvSpPr>
            <p:spPr>
              <a:xfrm>
                <a:off x="7108793" y="1341405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" name="Google Shape;982;p13"/>
              <p:cNvSpPr/>
              <p:nvPr/>
            </p:nvSpPr>
            <p:spPr>
              <a:xfrm>
                <a:off x="7190517" y="1260347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" name="Google Shape;983;p13"/>
              <p:cNvSpPr/>
              <p:nvPr/>
            </p:nvSpPr>
            <p:spPr>
              <a:xfrm>
                <a:off x="7272337" y="1179289"/>
                <a:ext cx="6476" cy="6476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6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4" name="Google Shape;984;p13"/>
            <p:cNvGrpSpPr/>
            <p:nvPr/>
          </p:nvGrpSpPr>
          <p:grpSpPr>
            <a:xfrm>
              <a:off x="3842480" y="1185195"/>
              <a:ext cx="3280124" cy="3280218"/>
              <a:chOff x="3842480" y="1185195"/>
              <a:chExt cx="3280124" cy="3280218"/>
            </a:xfrm>
          </p:grpSpPr>
          <p:sp>
            <p:nvSpPr>
              <p:cNvPr id="985" name="Google Shape;985;p13"/>
              <p:cNvSpPr/>
              <p:nvPr/>
            </p:nvSpPr>
            <p:spPr>
              <a:xfrm>
                <a:off x="3842480" y="4425790"/>
                <a:ext cx="39624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3" extrusionOk="0">
                    <a:moveTo>
                      <a:pt x="39624" y="19812"/>
                    </a:moveTo>
                    <a:cubicBezTo>
                      <a:pt x="39624" y="30754"/>
                      <a:pt x="30754" y="39624"/>
                      <a:pt x="19812" y="39624"/>
                    </a:cubicBezTo>
                    <a:cubicBezTo>
                      <a:pt x="8870" y="39624"/>
                      <a:pt x="0" y="30754"/>
                      <a:pt x="0" y="19812"/>
                    </a:cubicBezTo>
                    <a:cubicBezTo>
                      <a:pt x="0" y="8870"/>
                      <a:pt x="8870" y="0"/>
                      <a:pt x="19812" y="0"/>
                    </a:cubicBezTo>
                    <a:cubicBezTo>
                      <a:pt x="30754" y="0"/>
                      <a:pt x="39624" y="8870"/>
                      <a:pt x="39624" y="198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6" name="Google Shape;986;p13"/>
              <p:cNvSpPr/>
              <p:nvPr/>
            </p:nvSpPr>
            <p:spPr>
              <a:xfrm>
                <a:off x="3924300" y="4344923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" name="Google Shape;987;p13"/>
              <p:cNvSpPr/>
              <p:nvPr/>
            </p:nvSpPr>
            <p:spPr>
              <a:xfrm>
                <a:off x="4006119" y="4263865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8" name="Google Shape;988;p13"/>
              <p:cNvSpPr/>
              <p:nvPr/>
            </p:nvSpPr>
            <p:spPr>
              <a:xfrm>
                <a:off x="4087939" y="418280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9" name="Google Shape;989;p13"/>
              <p:cNvSpPr/>
              <p:nvPr/>
            </p:nvSpPr>
            <p:spPr>
              <a:xfrm>
                <a:off x="4169759" y="410175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13"/>
              <p:cNvSpPr/>
              <p:nvPr/>
            </p:nvSpPr>
            <p:spPr>
              <a:xfrm>
                <a:off x="4251674" y="4020787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1" name="Google Shape;991;p13"/>
              <p:cNvSpPr/>
              <p:nvPr/>
            </p:nvSpPr>
            <p:spPr>
              <a:xfrm>
                <a:off x="4333398" y="3939729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" name="Google Shape;992;p13"/>
              <p:cNvSpPr/>
              <p:nvPr/>
            </p:nvSpPr>
            <p:spPr>
              <a:xfrm>
                <a:off x="4415218" y="3858672"/>
                <a:ext cx="33908" cy="33909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9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5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5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3" name="Google Shape;993;p13"/>
              <p:cNvSpPr/>
              <p:nvPr/>
            </p:nvSpPr>
            <p:spPr>
              <a:xfrm>
                <a:off x="4497038" y="3777709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" name="Google Shape;994;p13"/>
              <p:cNvSpPr/>
              <p:nvPr/>
            </p:nvSpPr>
            <p:spPr>
              <a:xfrm rot="-5391406">
                <a:off x="4578878" y="3696629"/>
                <a:ext cx="32385" cy="32385"/>
              </a:xfrm>
              <a:custGeom>
                <a:avLst/>
                <a:gdLst/>
                <a:ahLst/>
                <a:cxnLst/>
                <a:rect l="l" t="t" r="r" b="b"/>
                <a:pathLst>
                  <a:path w="32385" h="32385" extrusionOk="0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49"/>
                      <a:pt x="32385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" name="Google Shape;995;p13"/>
              <p:cNvSpPr/>
              <p:nvPr/>
            </p:nvSpPr>
            <p:spPr>
              <a:xfrm>
                <a:off x="4660772" y="3615689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" name="Google Shape;996;p13"/>
              <p:cNvSpPr/>
              <p:nvPr/>
            </p:nvSpPr>
            <p:spPr>
              <a:xfrm>
                <a:off x="4742497" y="3534631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7" name="Google Shape;997;p13"/>
              <p:cNvSpPr/>
              <p:nvPr/>
            </p:nvSpPr>
            <p:spPr>
              <a:xfrm>
                <a:off x="4824317" y="3453574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8" name="Google Shape;998;p13"/>
              <p:cNvSpPr/>
              <p:nvPr/>
            </p:nvSpPr>
            <p:spPr>
              <a:xfrm>
                <a:off x="4906137" y="337261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9" name="Google Shape;999;p13"/>
              <p:cNvSpPr/>
              <p:nvPr/>
            </p:nvSpPr>
            <p:spPr>
              <a:xfrm>
                <a:off x="4988052" y="3291649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8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0" name="Google Shape;1000;p13"/>
              <p:cNvSpPr/>
              <p:nvPr/>
            </p:nvSpPr>
            <p:spPr>
              <a:xfrm>
                <a:off x="5069871" y="3210591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" name="Google Shape;1001;p13"/>
              <p:cNvSpPr/>
              <p:nvPr/>
            </p:nvSpPr>
            <p:spPr>
              <a:xfrm>
                <a:off x="5151596" y="3129533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2" name="Google Shape;1002;p13"/>
              <p:cNvSpPr/>
              <p:nvPr/>
            </p:nvSpPr>
            <p:spPr>
              <a:xfrm>
                <a:off x="5233416" y="3048475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" name="Google Shape;1003;p13"/>
              <p:cNvSpPr/>
              <p:nvPr/>
            </p:nvSpPr>
            <p:spPr>
              <a:xfrm>
                <a:off x="5315330" y="2967608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4" name="Google Shape;1004;p13"/>
              <p:cNvSpPr/>
              <p:nvPr/>
            </p:nvSpPr>
            <p:spPr>
              <a:xfrm>
                <a:off x="5397150" y="2886550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5" name="Google Shape;1005;p13"/>
              <p:cNvSpPr/>
              <p:nvPr/>
            </p:nvSpPr>
            <p:spPr>
              <a:xfrm>
                <a:off x="5478970" y="280549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6" name="Google Shape;1006;p13"/>
              <p:cNvSpPr/>
              <p:nvPr/>
            </p:nvSpPr>
            <p:spPr>
              <a:xfrm>
                <a:off x="5560695" y="2724435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22669" y="11335"/>
                    </a:moveTo>
                    <a:cubicBezTo>
                      <a:pt x="22669" y="17595"/>
                      <a:pt x="17595" y="22670"/>
                      <a:pt x="11335" y="22670"/>
                    </a:cubicBezTo>
                    <a:cubicBezTo>
                      <a:pt x="5075" y="22670"/>
                      <a:pt x="0" y="17595"/>
                      <a:pt x="0" y="11335"/>
                    </a:cubicBezTo>
                    <a:cubicBezTo>
                      <a:pt x="0" y="5075"/>
                      <a:pt x="5075" y="0"/>
                      <a:pt x="11335" y="0"/>
                    </a:cubicBezTo>
                    <a:cubicBezTo>
                      <a:pt x="17595" y="0"/>
                      <a:pt x="22669" y="5075"/>
                      <a:pt x="22669" y="11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7" name="Google Shape;1007;p13"/>
              <p:cNvSpPr/>
              <p:nvPr/>
            </p:nvSpPr>
            <p:spPr>
              <a:xfrm>
                <a:off x="5642609" y="2643567"/>
                <a:ext cx="21716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13"/>
              <p:cNvSpPr/>
              <p:nvPr/>
            </p:nvSpPr>
            <p:spPr>
              <a:xfrm>
                <a:off x="5724429" y="256251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20955" y="10478"/>
                    </a:moveTo>
                    <a:cubicBezTo>
                      <a:pt x="20955" y="16264"/>
                      <a:pt x="16264" y="20955"/>
                      <a:pt x="10477" y="20955"/>
                    </a:cubicBezTo>
                    <a:cubicBezTo>
                      <a:pt x="4691" y="20955"/>
                      <a:pt x="0" y="16264"/>
                      <a:pt x="0" y="10478"/>
                    </a:cubicBezTo>
                    <a:cubicBezTo>
                      <a:pt x="0" y="4691"/>
                      <a:pt x="4691" y="0"/>
                      <a:pt x="10477" y="0"/>
                    </a:cubicBezTo>
                    <a:cubicBezTo>
                      <a:pt x="16264" y="0"/>
                      <a:pt x="20955" y="4691"/>
                      <a:pt x="20955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9" name="Google Shape;1009;p13"/>
              <p:cNvSpPr/>
              <p:nvPr/>
            </p:nvSpPr>
            <p:spPr>
              <a:xfrm>
                <a:off x="5806249" y="2481452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" name="Google Shape;1010;p13"/>
              <p:cNvSpPr/>
              <p:nvPr/>
            </p:nvSpPr>
            <p:spPr>
              <a:xfrm>
                <a:off x="5888069" y="2400394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50"/>
                      <a:pt x="0" y="9716"/>
                    </a:cubicBezTo>
                    <a:cubicBezTo>
                      <a:pt x="0" y="4382"/>
                      <a:pt x="4382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" name="Google Shape;1011;p13"/>
              <p:cNvSpPr/>
              <p:nvPr/>
            </p:nvSpPr>
            <p:spPr>
              <a:xfrm>
                <a:off x="5969888" y="2319527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2" name="Google Shape;1012;p13"/>
              <p:cNvSpPr/>
              <p:nvPr/>
            </p:nvSpPr>
            <p:spPr>
              <a:xfrm>
                <a:off x="6051708" y="223846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7"/>
                      <a:pt x="8858" y="17717"/>
                    </a:cubicBezTo>
                    <a:cubicBezTo>
                      <a:pt x="3966" y="17717"/>
                      <a:pt x="0" y="13751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3" name="Google Shape;1013;p13"/>
              <p:cNvSpPr/>
              <p:nvPr/>
            </p:nvSpPr>
            <p:spPr>
              <a:xfrm>
                <a:off x="6133528" y="215741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4" name="Google Shape;1014;p13"/>
              <p:cNvSpPr/>
              <p:nvPr/>
            </p:nvSpPr>
            <p:spPr>
              <a:xfrm>
                <a:off x="6215348" y="207635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5" name="Google Shape;1015;p13"/>
              <p:cNvSpPr/>
              <p:nvPr/>
            </p:nvSpPr>
            <p:spPr>
              <a:xfrm>
                <a:off x="6297167" y="1995296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1"/>
                      <a:pt x="12002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6" name="Google Shape;1016;p13"/>
              <p:cNvSpPr/>
              <p:nvPr/>
            </p:nvSpPr>
            <p:spPr>
              <a:xfrm>
                <a:off x="6378987" y="1914334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7" name="Google Shape;1017;p13"/>
              <p:cNvSpPr/>
              <p:nvPr/>
            </p:nvSpPr>
            <p:spPr>
              <a:xfrm>
                <a:off x="6460807" y="1833371"/>
                <a:ext cx="13716" cy="13715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5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8" name="Google Shape;1018;p13"/>
              <p:cNvSpPr/>
              <p:nvPr/>
            </p:nvSpPr>
            <p:spPr>
              <a:xfrm>
                <a:off x="6542627" y="1752313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9" name="Google Shape;1019;p13"/>
              <p:cNvSpPr/>
              <p:nvPr/>
            </p:nvSpPr>
            <p:spPr>
              <a:xfrm>
                <a:off x="6624447" y="1671160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0" name="Google Shape;1020;p13"/>
              <p:cNvSpPr/>
              <p:nvPr/>
            </p:nvSpPr>
            <p:spPr>
              <a:xfrm>
                <a:off x="6706361" y="1590293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1" name="Google Shape;1021;p13"/>
              <p:cNvSpPr/>
              <p:nvPr/>
            </p:nvSpPr>
            <p:spPr>
              <a:xfrm>
                <a:off x="6788086" y="1509235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2" name="Google Shape;1022;p13"/>
              <p:cNvSpPr/>
              <p:nvPr/>
            </p:nvSpPr>
            <p:spPr>
              <a:xfrm>
                <a:off x="6869906" y="1428178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5"/>
                    </a:moveTo>
                    <a:cubicBezTo>
                      <a:pt x="2191" y="9715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5"/>
                      <a:pt x="4858" y="9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3" name="Google Shape;1023;p13"/>
              <p:cNvSpPr/>
              <p:nvPr/>
            </p:nvSpPr>
            <p:spPr>
              <a:xfrm>
                <a:off x="6951725" y="1347120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" name="Google Shape;1024;p13"/>
              <p:cNvSpPr/>
              <p:nvPr/>
            </p:nvSpPr>
            <p:spPr>
              <a:xfrm>
                <a:off x="7033641" y="126625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" name="Google Shape;1025;p13"/>
              <p:cNvSpPr/>
              <p:nvPr/>
            </p:nvSpPr>
            <p:spPr>
              <a:xfrm>
                <a:off x="7115365" y="1185195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6" name="Google Shape;1026;p13"/>
            <p:cNvGrpSpPr/>
            <p:nvPr/>
          </p:nvGrpSpPr>
          <p:grpSpPr>
            <a:xfrm>
              <a:off x="3849147" y="1191100"/>
              <a:ext cx="3117342" cy="3117342"/>
              <a:chOff x="3849147" y="1191100"/>
              <a:chExt cx="3117342" cy="3117342"/>
            </a:xfrm>
          </p:grpSpPr>
          <p:sp>
            <p:nvSpPr>
              <p:cNvPr id="1027" name="Google Shape;1027;p13"/>
              <p:cNvSpPr/>
              <p:nvPr/>
            </p:nvSpPr>
            <p:spPr>
              <a:xfrm>
                <a:off x="3849147" y="426977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8" name="Google Shape;1028;p13"/>
              <p:cNvSpPr/>
              <p:nvPr/>
            </p:nvSpPr>
            <p:spPr>
              <a:xfrm>
                <a:off x="3930967" y="4188713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9" name="Google Shape;1029;p13"/>
              <p:cNvSpPr/>
              <p:nvPr/>
            </p:nvSpPr>
            <p:spPr>
              <a:xfrm>
                <a:off x="4012787" y="4107655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37148" y="18574"/>
                    </a:moveTo>
                    <a:cubicBezTo>
                      <a:pt x="37148" y="28832"/>
                      <a:pt x="28832" y="37148"/>
                      <a:pt x="18574" y="37148"/>
                    </a:cubicBezTo>
                    <a:cubicBezTo>
                      <a:pt x="8316" y="37148"/>
                      <a:pt x="0" y="28832"/>
                      <a:pt x="0" y="18574"/>
                    </a:cubicBezTo>
                    <a:cubicBezTo>
                      <a:pt x="0" y="8316"/>
                      <a:pt x="8316" y="0"/>
                      <a:pt x="18574" y="0"/>
                    </a:cubicBezTo>
                    <a:cubicBezTo>
                      <a:pt x="28832" y="0"/>
                      <a:pt x="37148" y="8316"/>
                      <a:pt x="37148" y="18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" name="Google Shape;1030;p13"/>
              <p:cNvSpPr/>
              <p:nvPr/>
            </p:nvSpPr>
            <p:spPr>
              <a:xfrm>
                <a:off x="4094606" y="402659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" name="Google Shape;1031;p13"/>
              <p:cNvSpPr/>
              <p:nvPr/>
            </p:nvSpPr>
            <p:spPr>
              <a:xfrm>
                <a:off x="4176521" y="3945730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" name="Google Shape;1032;p13"/>
              <p:cNvSpPr/>
              <p:nvPr/>
            </p:nvSpPr>
            <p:spPr>
              <a:xfrm>
                <a:off x="4258246" y="3864672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" name="Google Shape;1033;p13"/>
              <p:cNvSpPr/>
              <p:nvPr/>
            </p:nvSpPr>
            <p:spPr>
              <a:xfrm>
                <a:off x="4340066" y="3783615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" name="Google Shape;1034;p13"/>
              <p:cNvSpPr/>
              <p:nvPr/>
            </p:nvSpPr>
            <p:spPr>
              <a:xfrm>
                <a:off x="4421886" y="3702557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" name="Google Shape;1035;p13"/>
              <p:cNvSpPr/>
              <p:nvPr/>
            </p:nvSpPr>
            <p:spPr>
              <a:xfrm>
                <a:off x="4503800" y="3621499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097"/>
                    </a:cubicBezTo>
                    <a:cubicBezTo>
                      <a:pt x="32195" y="24955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" name="Google Shape;1036;p13"/>
              <p:cNvSpPr/>
              <p:nvPr/>
            </p:nvSpPr>
            <p:spPr>
              <a:xfrm>
                <a:off x="4585620" y="354053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" name="Google Shape;1037;p13"/>
              <p:cNvSpPr/>
              <p:nvPr/>
            </p:nvSpPr>
            <p:spPr>
              <a:xfrm>
                <a:off x="4667345" y="345947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" name="Google Shape;1038;p13"/>
              <p:cNvSpPr/>
              <p:nvPr/>
            </p:nvSpPr>
            <p:spPr>
              <a:xfrm>
                <a:off x="4749164" y="3378421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" name="Google Shape;1039;p13"/>
              <p:cNvSpPr/>
              <p:nvPr/>
            </p:nvSpPr>
            <p:spPr>
              <a:xfrm>
                <a:off x="4830984" y="3297363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7"/>
                    </a:moveTo>
                    <a:cubicBezTo>
                      <a:pt x="6572" y="29147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70"/>
                      <a:pt x="22669" y="29147"/>
                      <a:pt x="14573" y="29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" name="Google Shape;1040;p13"/>
              <p:cNvSpPr/>
              <p:nvPr/>
            </p:nvSpPr>
            <p:spPr>
              <a:xfrm>
                <a:off x="4912899" y="3216496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1" name="Google Shape;1041;p13"/>
              <p:cNvSpPr/>
              <p:nvPr/>
            </p:nvSpPr>
            <p:spPr>
              <a:xfrm>
                <a:off x="4994719" y="3135438"/>
                <a:ext cx="27432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" name="Google Shape;1042;p13"/>
              <p:cNvSpPr/>
              <p:nvPr/>
            </p:nvSpPr>
            <p:spPr>
              <a:xfrm>
                <a:off x="5076444" y="3054381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" name="Google Shape;1043;p13"/>
              <p:cNvSpPr/>
              <p:nvPr/>
            </p:nvSpPr>
            <p:spPr>
              <a:xfrm>
                <a:off x="5158263" y="297332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" name="Google Shape;1044;p13"/>
              <p:cNvSpPr/>
              <p:nvPr/>
            </p:nvSpPr>
            <p:spPr>
              <a:xfrm>
                <a:off x="5240178" y="289245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" name="Google Shape;1045;p13"/>
              <p:cNvSpPr/>
              <p:nvPr/>
            </p:nvSpPr>
            <p:spPr>
              <a:xfrm>
                <a:off x="5321998" y="2811398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6" name="Google Shape;1046;p13"/>
              <p:cNvSpPr/>
              <p:nvPr/>
            </p:nvSpPr>
            <p:spPr>
              <a:xfrm>
                <a:off x="5403818" y="2730340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" name="Google Shape;1047;p13"/>
              <p:cNvSpPr/>
              <p:nvPr/>
            </p:nvSpPr>
            <p:spPr>
              <a:xfrm>
                <a:off x="5485542" y="2649282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69" y="5048"/>
                      <a:pt x="22669" y="11335"/>
                    </a:cubicBezTo>
                    <a:cubicBezTo>
                      <a:pt x="22669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" name="Google Shape;1048;p13"/>
              <p:cNvSpPr/>
              <p:nvPr/>
            </p:nvSpPr>
            <p:spPr>
              <a:xfrm>
                <a:off x="5567457" y="2568415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21717" y="10858"/>
                    </a:moveTo>
                    <a:cubicBezTo>
                      <a:pt x="21717" y="16855"/>
                      <a:pt x="16855" y="21717"/>
                      <a:pt x="10858" y="21717"/>
                    </a:cubicBezTo>
                    <a:cubicBezTo>
                      <a:pt x="4861" y="21717"/>
                      <a:pt x="0" y="16855"/>
                      <a:pt x="0" y="10858"/>
                    </a:cubicBezTo>
                    <a:cubicBezTo>
                      <a:pt x="0" y="4861"/>
                      <a:pt x="4861" y="0"/>
                      <a:pt x="10858" y="0"/>
                    </a:cubicBezTo>
                    <a:cubicBezTo>
                      <a:pt x="16855" y="0"/>
                      <a:pt x="21717" y="4861"/>
                      <a:pt x="21717" y="10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" name="Google Shape;1049;p13"/>
              <p:cNvSpPr/>
              <p:nvPr/>
            </p:nvSpPr>
            <p:spPr>
              <a:xfrm>
                <a:off x="5649277" y="2487357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" name="Google Shape;1050;p13"/>
              <p:cNvSpPr/>
              <p:nvPr/>
            </p:nvSpPr>
            <p:spPr>
              <a:xfrm>
                <a:off x="5731097" y="240630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" name="Google Shape;1051;p13"/>
              <p:cNvSpPr/>
              <p:nvPr/>
            </p:nvSpPr>
            <p:spPr>
              <a:xfrm>
                <a:off x="5812916" y="232524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" name="Google Shape;1052;p13"/>
              <p:cNvSpPr/>
              <p:nvPr/>
            </p:nvSpPr>
            <p:spPr>
              <a:xfrm>
                <a:off x="5894736" y="224428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7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" name="Google Shape;1053;p13"/>
              <p:cNvSpPr/>
              <p:nvPr/>
            </p:nvSpPr>
            <p:spPr>
              <a:xfrm>
                <a:off x="5976556" y="216331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" name="Google Shape;1054;p13"/>
              <p:cNvSpPr/>
              <p:nvPr/>
            </p:nvSpPr>
            <p:spPr>
              <a:xfrm>
                <a:off x="6058376" y="2082259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4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" name="Google Shape;1055;p13"/>
              <p:cNvSpPr/>
              <p:nvPr/>
            </p:nvSpPr>
            <p:spPr>
              <a:xfrm>
                <a:off x="6140195" y="2001201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" name="Google Shape;1056;p13"/>
              <p:cNvSpPr/>
              <p:nvPr/>
            </p:nvSpPr>
            <p:spPr>
              <a:xfrm>
                <a:off x="6222015" y="1920144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1" y="7715"/>
                    </a:moveTo>
                    <a:cubicBezTo>
                      <a:pt x="15431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1" y="3454"/>
                      <a:pt x="15431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" name="Google Shape;1057;p13"/>
              <p:cNvSpPr/>
              <p:nvPr/>
            </p:nvSpPr>
            <p:spPr>
              <a:xfrm>
                <a:off x="6303835" y="1839276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" name="Google Shape;1058;p13"/>
              <p:cNvSpPr/>
              <p:nvPr/>
            </p:nvSpPr>
            <p:spPr>
              <a:xfrm>
                <a:off x="6385655" y="1758219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" name="Google Shape;1059;p13"/>
              <p:cNvSpPr/>
              <p:nvPr/>
            </p:nvSpPr>
            <p:spPr>
              <a:xfrm>
                <a:off x="6467475" y="1677161"/>
                <a:ext cx="1295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" name="Google Shape;1060;p13"/>
              <p:cNvSpPr/>
              <p:nvPr/>
            </p:nvSpPr>
            <p:spPr>
              <a:xfrm>
                <a:off x="6549294" y="1596103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" name="Google Shape;1061;p13"/>
              <p:cNvSpPr/>
              <p:nvPr/>
            </p:nvSpPr>
            <p:spPr>
              <a:xfrm>
                <a:off x="6631209" y="151514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" name="Google Shape;1062;p13"/>
              <p:cNvSpPr/>
              <p:nvPr/>
            </p:nvSpPr>
            <p:spPr>
              <a:xfrm>
                <a:off x="6712934" y="143408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" name="Google Shape;1063;p13"/>
              <p:cNvSpPr/>
              <p:nvPr/>
            </p:nvSpPr>
            <p:spPr>
              <a:xfrm>
                <a:off x="6794754" y="135312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" name="Google Shape;1064;p13"/>
              <p:cNvSpPr/>
              <p:nvPr/>
            </p:nvSpPr>
            <p:spPr>
              <a:xfrm>
                <a:off x="6876573" y="1271967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" name="Google Shape;1065;p13"/>
              <p:cNvSpPr/>
              <p:nvPr/>
            </p:nvSpPr>
            <p:spPr>
              <a:xfrm>
                <a:off x="6958488" y="1191100"/>
                <a:ext cx="8001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0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66" name="Google Shape;1066;p13"/>
          <p:cNvSpPr/>
          <p:nvPr/>
        </p:nvSpPr>
        <p:spPr>
          <a:xfrm>
            <a:off x="313325" y="2581400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7" name="Google Shape;1067;p13"/>
          <p:cNvSpPr/>
          <p:nvPr/>
        </p:nvSpPr>
        <p:spPr>
          <a:xfrm rot="5405726">
            <a:off x="-294776" y="1513274"/>
            <a:ext cx="1440902" cy="1233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8" name="Google Shape;1068;p13"/>
          <p:cNvSpPr/>
          <p:nvPr/>
        </p:nvSpPr>
        <p:spPr>
          <a:xfrm rot="5110">
            <a:off x="6400150" y="4809575"/>
            <a:ext cx="807301" cy="1233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9" name="Google Shape;1069;p13"/>
          <p:cNvSpPr/>
          <p:nvPr/>
        </p:nvSpPr>
        <p:spPr>
          <a:xfrm>
            <a:off x="7394850" y="4758875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p1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90" name="Google Shape;1590;p19"/>
          <p:cNvSpPr txBox="1">
            <a:spLocks noGrp="1"/>
          </p:cNvSpPr>
          <p:nvPr>
            <p:ph type="subTitle" idx="1"/>
          </p:nvPr>
        </p:nvSpPr>
        <p:spPr>
          <a:xfrm>
            <a:off x="1502700" y="1161750"/>
            <a:ext cx="6138600" cy="4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91" name="Google Shape;1591;p19"/>
          <p:cNvSpPr txBox="1">
            <a:spLocks noGrp="1"/>
          </p:cNvSpPr>
          <p:nvPr>
            <p:ph type="subTitle" idx="2"/>
          </p:nvPr>
        </p:nvSpPr>
        <p:spPr>
          <a:xfrm>
            <a:off x="1502700" y="1543540"/>
            <a:ext cx="6138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2" name="Google Shape;1592;p19"/>
          <p:cNvSpPr txBox="1">
            <a:spLocks noGrp="1"/>
          </p:cNvSpPr>
          <p:nvPr>
            <p:ph type="subTitle" idx="3"/>
          </p:nvPr>
        </p:nvSpPr>
        <p:spPr>
          <a:xfrm>
            <a:off x="1502700" y="2325118"/>
            <a:ext cx="6138600" cy="4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93" name="Google Shape;1593;p19"/>
          <p:cNvSpPr txBox="1">
            <a:spLocks noGrp="1"/>
          </p:cNvSpPr>
          <p:nvPr>
            <p:ph type="subTitle" idx="4"/>
          </p:nvPr>
        </p:nvSpPr>
        <p:spPr>
          <a:xfrm>
            <a:off x="1502700" y="2706908"/>
            <a:ext cx="6138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4" name="Google Shape;1594;p19"/>
          <p:cNvSpPr txBox="1">
            <a:spLocks noGrp="1"/>
          </p:cNvSpPr>
          <p:nvPr>
            <p:ph type="subTitle" idx="5"/>
          </p:nvPr>
        </p:nvSpPr>
        <p:spPr>
          <a:xfrm>
            <a:off x="1502700" y="3488485"/>
            <a:ext cx="6138600" cy="4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95" name="Google Shape;1595;p19"/>
          <p:cNvSpPr txBox="1">
            <a:spLocks noGrp="1"/>
          </p:cNvSpPr>
          <p:nvPr>
            <p:ph type="subTitle" idx="6"/>
          </p:nvPr>
        </p:nvSpPr>
        <p:spPr>
          <a:xfrm>
            <a:off x="1502700" y="3870275"/>
            <a:ext cx="6138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596" name="Google Shape;1596;p19"/>
          <p:cNvGrpSpPr/>
          <p:nvPr/>
        </p:nvGrpSpPr>
        <p:grpSpPr>
          <a:xfrm rot="2700000" flipH="1">
            <a:off x="-3093201" y="116646"/>
            <a:ext cx="5030680" cy="5064362"/>
            <a:chOff x="3819525" y="1138237"/>
            <a:chExt cx="4552378" cy="4582857"/>
          </a:xfrm>
        </p:grpSpPr>
        <p:grpSp>
          <p:nvGrpSpPr>
            <p:cNvPr id="1597" name="Google Shape;1597;p19"/>
            <p:cNvGrpSpPr/>
            <p:nvPr/>
          </p:nvGrpSpPr>
          <p:grpSpPr>
            <a:xfrm>
              <a:off x="3821144" y="1138237"/>
              <a:ext cx="4550759" cy="4582857"/>
              <a:chOff x="3821144" y="1138237"/>
              <a:chExt cx="4550759" cy="4582857"/>
            </a:xfrm>
          </p:grpSpPr>
          <p:sp>
            <p:nvSpPr>
              <p:cNvPr id="1598" name="Google Shape;1598;p19"/>
              <p:cNvSpPr/>
              <p:nvPr/>
            </p:nvSpPr>
            <p:spPr>
              <a:xfrm>
                <a:off x="3821144" y="5675089"/>
                <a:ext cx="23050" cy="46005"/>
              </a:xfrm>
              <a:custGeom>
                <a:avLst/>
                <a:gdLst/>
                <a:ahLst/>
                <a:cxnLst/>
                <a:rect l="l" t="t" r="r" b="b"/>
                <a:pathLst>
                  <a:path w="23050" h="46005" extrusionOk="0">
                    <a:moveTo>
                      <a:pt x="0" y="0"/>
                    </a:moveTo>
                    <a:cubicBezTo>
                      <a:pt x="12668" y="0"/>
                      <a:pt x="23051" y="10287"/>
                      <a:pt x="23051" y="22955"/>
                    </a:cubicBezTo>
                    <a:cubicBezTo>
                      <a:pt x="23051" y="35623"/>
                      <a:pt x="12764" y="46006"/>
                      <a:pt x="0" y="4600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9" name="Google Shape;1599;p19"/>
              <p:cNvSpPr/>
              <p:nvPr/>
            </p:nvSpPr>
            <p:spPr>
              <a:xfrm>
                <a:off x="3870960" y="5594127"/>
                <a:ext cx="45148" cy="45148"/>
              </a:xfrm>
              <a:custGeom>
                <a:avLst/>
                <a:gdLst/>
                <a:ahLst/>
                <a:cxnLst/>
                <a:rect l="l" t="t" r="r" b="b"/>
                <a:pathLst>
                  <a:path w="45148" h="45148" extrusionOk="0">
                    <a:moveTo>
                      <a:pt x="22574" y="45148"/>
                    </a:moveTo>
                    <a:cubicBezTo>
                      <a:pt x="10096" y="45148"/>
                      <a:pt x="0" y="35052"/>
                      <a:pt x="0" y="22574"/>
                    </a:cubicBezTo>
                    <a:cubicBezTo>
                      <a:pt x="0" y="10096"/>
                      <a:pt x="10096" y="0"/>
                      <a:pt x="22574" y="0"/>
                    </a:cubicBezTo>
                    <a:cubicBezTo>
                      <a:pt x="35052" y="0"/>
                      <a:pt x="45149" y="10096"/>
                      <a:pt x="45149" y="22574"/>
                    </a:cubicBezTo>
                    <a:cubicBezTo>
                      <a:pt x="45149" y="35052"/>
                      <a:pt x="35052" y="45148"/>
                      <a:pt x="22574" y="45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0" name="Google Shape;1600;p19"/>
              <p:cNvSpPr/>
              <p:nvPr/>
            </p:nvSpPr>
            <p:spPr>
              <a:xfrm>
                <a:off x="3952684" y="5513069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7"/>
                    </a:moveTo>
                    <a:cubicBezTo>
                      <a:pt x="9906" y="44387"/>
                      <a:pt x="0" y="34481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1"/>
                      <a:pt x="34481" y="44387"/>
                      <a:pt x="22193" y="443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1" name="Google Shape;1601;p19"/>
              <p:cNvSpPr/>
              <p:nvPr/>
            </p:nvSpPr>
            <p:spPr>
              <a:xfrm>
                <a:off x="4034504" y="5432011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811"/>
                      <a:pt x="43625" y="21812"/>
                    </a:cubicBezTo>
                    <a:cubicBezTo>
                      <a:pt x="43625" y="33814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2" name="Google Shape;1602;p19"/>
              <p:cNvSpPr/>
              <p:nvPr/>
            </p:nvSpPr>
            <p:spPr>
              <a:xfrm>
                <a:off x="4116323" y="5350953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3" name="Google Shape;1603;p19"/>
              <p:cNvSpPr/>
              <p:nvPr/>
            </p:nvSpPr>
            <p:spPr>
              <a:xfrm>
                <a:off x="4198238" y="5270086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4" name="Google Shape;1604;p19"/>
              <p:cNvSpPr/>
              <p:nvPr/>
            </p:nvSpPr>
            <p:spPr>
              <a:xfrm>
                <a:off x="4279963" y="5189028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5" name="Google Shape;1605;p19"/>
              <p:cNvSpPr/>
              <p:nvPr/>
            </p:nvSpPr>
            <p:spPr>
              <a:xfrm>
                <a:off x="4361783" y="5107971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6" name="Google Shape;1606;p19"/>
              <p:cNvSpPr/>
              <p:nvPr/>
            </p:nvSpPr>
            <p:spPr>
              <a:xfrm>
                <a:off x="4443602" y="5026913"/>
                <a:ext cx="39624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7" name="Google Shape;1607;p19"/>
              <p:cNvSpPr/>
              <p:nvPr/>
            </p:nvSpPr>
            <p:spPr>
              <a:xfrm>
                <a:off x="4525518" y="4946046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8" name="Google Shape;1608;p19"/>
              <p:cNvSpPr/>
              <p:nvPr/>
            </p:nvSpPr>
            <p:spPr>
              <a:xfrm>
                <a:off x="4607337" y="486498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9" name="Google Shape;1609;p19"/>
              <p:cNvSpPr/>
              <p:nvPr/>
            </p:nvSpPr>
            <p:spPr>
              <a:xfrm>
                <a:off x="4689062" y="4783930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0" name="Google Shape;1610;p19"/>
              <p:cNvSpPr/>
              <p:nvPr/>
            </p:nvSpPr>
            <p:spPr>
              <a:xfrm>
                <a:off x="4770881" y="4702872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1" name="Google Shape;1611;p19"/>
              <p:cNvSpPr/>
              <p:nvPr/>
            </p:nvSpPr>
            <p:spPr>
              <a:xfrm>
                <a:off x="4852797" y="4622005"/>
                <a:ext cx="35432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2" h="35433" extrusionOk="0">
                    <a:moveTo>
                      <a:pt x="17716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6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6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2" name="Google Shape;1612;p19"/>
              <p:cNvSpPr/>
              <p:nvPr/>
            </p:nvSpPr>
            <p:spPr>
              <a:xfrm>
                <a:off x="4934616" y="4540947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3" name="Google Shape;1613;p19"/>
              <p:cNvSpPr/>
              <p:nvPr/>
            </p:nvSpPr>
            <p:spPr>
              <a:xfrm>
                <a:off x="5016436" y="4459890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4" name="Google Shape;1614;p19"/>
              <p:cNvSpPr/>
              <p:nvPr/>
            </p:nvSpPr>
            <p:spPr>
              <a:xfrm>
                <a:off x="5098161" y="4378832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5" name="Google Shape;1615;p19"/>
              <p:cNvSpPr/>
              <p:nvPr/>
            </p:nvSpPr>
            <p:spPr>
              <a:xfrm>
                <a:off x="5180075" y="4297870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193"/>
                    </a:cubicBezTo>
                    <a:cubicBezTo>
                      <a:pt x="32195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6" name="Google Shape;1616;p19"/>
              <p:cNvSpPr/>
              <p:nvPr/>
            </p:nvSpPr>
            <p:spPr>
              <a:xfrm>
                <a:off x="5261895" y="421690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7" name="Google Shape;1617;p19"/>
              <p:cNvSpPr/>
              <p:nvPr/>
            </p:nvSpPr>
            <p:spPr>
              <a:xfrm>
                <a:off x="5343715" y="413584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8" name="Google Shape;1618;p19"/>
              <p:cNvSpPr/>
              <p:nvPr/>
            </p:nvSpPr>
            <p:spPr>
              <a:xfrm>
                <a:off x="5425535" y="4054792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9" name="Google Shape;1619;p19"/>
              <p:cNvSpPr/>
              <p:nvPr/>
            </p:nvSpPr>
            <p:spPr>
              <a:xfrm>
                <a:off x="5507259" y="3973734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0" name="Google Shape;1620;p19"/>
              <p:cNvSpPr/>
              <p:nvPr/>
            </p:nvSpPr>
            <p:spPr>
              <a:xfrm>
                <a:off x="5589174" y="3892867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1" name="Google Shape;1621;p19"/>
              <p:cNvSpPr/>
              <p:nvPr/>
            </p:nvSpPr>
            <p:spPr>
              <a:xfrm>
                <a:off x="5670994" y="3811809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2" name="Google Shape;1622;p19"/>
              <p:cNvSpPr/>
              <p:nvPr/>
            </p:nvSpPr>
            <p:spPr>
              <a:xfrm>
                <a:off x="5752814" y="3730751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3" name="Google Shape;1623;p19"/>
              <p:cNvSpPr/>
              <p:nvPr/>
            </p:nvSpPr>
            <p:spPr>
              <a:xfrm>
                <a:off x="5834633" y="364969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4" name="Google Shape;1624;p19"/>
              <p:cNvSpPr/>
              <p:nvPr/>
            </p:nvSpPr>
            <p:spPr>
              <a:xfrm>
                <a:off x="5916453" y="35688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5" name="Google Shape;1625;p19"/>
              <p:cNvSpPr/>
              <p:nvPr/>
            </p:nvSpPr>
            <p:spPr>
              <a:xfrm>
                <a:off x="5998273" y="348767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6" name="Google Shape;1626;p19"/>
              <p:cNvSpPr/>
              <p:nvPr/>
            </p:nvSpPr>
            <p:spPr>
              <a:xfrm>
                <a:off x="6080093" y="340661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7" name="Google Shape;1627;p19"/>
              <p:cNvSpPr/>
              <p:nvPr/>
            </p:nvSpPr>
            <p:spPr>
              <a:xfrm>
                <a:off x="6161912" y="332555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8" name="Google Shape;1628;p19"/>
              <p:cNvSpPr/>
              <p:nvPr/>
            </p:nvSpPr>
            <p:spPr>
              <a:xfrm>
                <a:off x="6243828" y="3244690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9" name="Google Shape;1629;p19"/>
              <p:cNvSpPr/>
              <p:nvPr/>
            </p:nvSpPr>
            <p:spPr>
              <a:xfrm>
                <a:off x="6325552" y="316363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8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8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8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0" name="Google Shape;1630;p19"/>
              <p:cNvSpPr/>
              <p:nvPr/>
            </p:nvSpPr>
            <p:spPr>
              <a:xfrm>
                <a:off x="6407372" y="3082575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1" name="Google Shape;1631;p19"/>
              <p:cNvSpPr/>
              <p:nvPr/>
            </p:nvSpPr>
            <p:spPr>
              <a:xfrm>
                <a:off x="6489191" y="3001517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2" name="Google Shape;1632;p19"/>
              <p:cNvSpPr/>
              <p:nvPr/>
            </p:nvSpPr>
            <p:spPr>
              <a:xfrm>
                <a:off x="6571107" y="292065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3" name="Google Shape;1633;p19"/>
              <p:cNvSpPr/>
              <p:nvPr/>
            </p:nvSpPr>
            <p:spPr>
              <a:xfrm>
                <a:off x="6652926" y="283959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4" name="Google Shape;1634;p19"/>
              <p:cNvSpPr/>
              <p:nvPr/>
            </p:nvSpPr>
            <p:spPr>
              <a:xfrm>
                <a:off x="6734651" y="275853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5" name="Google Shape;1635;p19"/>
              <p:cNvSpPr/>
              <p:nvPr/>
            </p:nvSpPr>
            <p:spPr>
              <a:xfrm>
                <a:off x="6816471" y="267747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6" name="Google Shape;1636;p19"/>
              <p:cNvSpPr/>
              <p:nvPr/>
            </p:nvSpPr>
            <p:spPr>
              <a:xfrm>
                <a:off x="6898385" y="2596419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7" name="Google Shape;1637;p19"/>
              <p:cNvSpPr/>
              <p:nvPr/>
            </p:nvSpPr>
            <p:spPr>
              <a:xfrm>
                <a:off x="6980205" y="2515552"/>
                <a:ext cx="14478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4477" extrusionOk="0">
                    <a:moveTo>
                      <a:pt x="7239" y="14478"/>
                    </a:moveTo>
                    <a:cubicBezTo>
                      <a:pt x="3239" y="14478"/>
                      <a:pt x="0" y="11239"/>
                      <a:pt x="0" y="7239"/>
                    </a:cubicBezTo>
                    <a:cubicBezTo>
                      <a:pt x="0" y="3238"/>
                      <a:pt x="3239" y="0"/>
                      <a:pt x="7239" y="0"/>
                    </a:cubicBezTo>
                    <a:cubicBezTo>
                      <a:pt x="11240" y="0"/>
                      <a:pt x="14478" y="3238"/>
                      <a:pt x="14478" y="7239"/>
                    </a:cubicBezTo>
                    <a:cubicBezTo>
                      <a:pt x="14478" y="11239"/>
                      <a:pt x="11240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8" name="Google Shape;1638;p19"/>
              <p:cNvSpPr/>
              <p:nvPr/>
            </p:nvSpPr>
            <p:spPr>
              <a:xfrm>
                <a:off x="7062025" y="2434494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9" name="Google Shape;1639;p19"/>
              <p:cNvSpPr/>
              <p:nvPr/>
            </p:nvSpPr>
            <p:spPr>
              <a:xfrm>
                <a:off x="7143750" y="2353436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0" name="Google Shape;1640;p19"/>
              <p:cNvSpPr/>
              <p:nvPr/>
            </p:nvSpPr>
            <p:spPr>
              <a:xfrm>
                <a:off x="7225569" y="2272378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1" name="Google Shape;1641;p19"/>
              <p:cNvSpPr/>
              <p:nvPr/>
            </p:nvSpPr>
            <p:spPr>
              <a:xfrm>
                <a:off x="7307484" y="219151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2" name="Google Shape;1642;p19"/>
              <p:cNvSpPr/>
              <p:nvPr/>
            </p:nvSpPr>
            <p:spPr>
              <a:xfrm>
                <a:off x="7389304" y="211045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3" name="Google Shape;1643;p19"/>
              <p:cNvSpPr/>
              <p:nvPr/>
            </p:nvSpPr>
            <p:spPr>
              <a:xfrm>
                <a:off x="7471124" y="2029395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6" y="2191"/>
                      <a:pt x="9716" y="4858"/>
                    </a:cubicBezTo>
                    <a:cubicBezTo>
                      <a:pt x="9716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4" name="Google Shape;1644;p19"/>
              <p:cNvSpPr/>
              <p:nvPr/>
            </p:nvSpPr>
            <p:spPr>
              <a:xfrm>
                <a:off x="7552848" y="1948338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5" name="Google Shape;1645;p19"/>
              <p:cNvSpPr/>
              <p:nvPr/>
            </p:nvSpPr>
            <p:spPr>
              <a:xfrm>
                <a:off x="7634763" y="1867470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6" name="Google Shape;1646;p19"/>
              <p:cNvSpPr/>
              <p:nvPr/>
            </p:nvSpPr>
            <p:spPr>
              <a:xfrm>
                <a:off x="7716583" y="1786413"/>
                <a:ext cx="7238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8" h="7238" extrusionOk="0">
                    <a:moveTo>
                      <a:pt x="3619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19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19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7" name="Google Shape;1647;p19"/>
              <p:cNvSpPr/>
              <p:nvPr/>
            </p:nvSpPr>
            <p:spPr>
              <a:xfrm>
                <a:off x="7798403" y="1705355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8" name="Google Shape;1648;p19"/>
              <p:cNvSpPr/>
              <p:nvPr/>
            </p:nvSpPr>
            <p:spPr>
              <a:xfrm>
                <a:off x="7880223" y="1624297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9" name="Google Shape;1649;p19"/>
              <p:cNvSpPr/>
              <p:nvPr/>
            </p:nvSpPr>
            <p:spPr>
              <a:xfrm>
                <a:off x="7962042" y="1543430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0" name="Google Shape;1650;p19"/>
              <p:cNvSpPr/>
              <p:nvPr/>
            </p:nvSpPr>
            <p:spPr>
              <a:xfrm>
                <a:off x="8043862" y="1462372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048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1" name="Google Shape;1651;p19"/>
              <p:cNvSpPr/>
              <p:nvPr/>
            </p:nvSpPr>
            <p:spPr>
              <a:xfrm>
                <a:off x="8125682" y="1381315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2" name="Google Shape;1652;p19"/>
              <p:cNvSpPr/>
              <p:nvPr/>
            </p:nvSpPr>
            <p:spPr>
              <a:xfrm>
                <a:off x="8207501" y="1300257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3" name="Google Shape;1653;p19"/>
              <p:cNvSpPr/>
              <p:nvPr/>
            </p:nvSpPr>
            <p:spPr>
              <a:xfrm>
                <a:off x="8289416" y="1219390"/>
                <a:ext cx="1524" cy="152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1523" extrusionOk="0">
                    <a:moveTo>
                      <a:pt x="762" y="1524"/>
                    </a:moveTo>
                    <a:cubicBezTo>
                      <a:pt x="762" y="1524"/>
                      <a:pt x="0" y="1143"/>
                      <a:pt x="0" y="762"/>
                    </a:cubicBezTo>
                    <a:cubicBezTo>
                      <a:pt x="0" y="381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524"/>
                      <a:pt x="762" y="1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4" name="Google Shape;1654;p19"/>
              <p:cNvSpPr/>
              <p:nvPr/>
            </p:nvSpPr>
            <p:spPr>
              <a:xfrm>
                <a:off x="8371141" y="1138237"/>
                <a:ext cx="762" cy="76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761" extrusionOk="0">
                    <a:moveTo>
                      <a:pt x="381" y="762"/>
                    </a:moveTo>
                    <a:cubicBezTo>
                      <a:pt x="381" y="762"/>
                      <a:pt x="0" y="572"/>
                      <a:pt x="0" y="381"/>
                    </a:cubicBezTo>
                    <a:cubicBezTo>
                      <a:pt x="0" y="191"/>
                      <a:pt x="191" y="0"/>
                      <a:pt x="381" y="0"/>
                    </a:cubicBezTo>
                    <a:cubicBezTo>
                      <a:pt x="572" y="0"/>
                      <a:pt x="762" y="191"/>
                      <a:pt x="762" y="381"/>
                    </a:cubicBezTo>
                    <a:cubicBezTo>
                      <a:pt x="762" y="572"/>
                      <a:pt x="572" y="762"/>
                      <a:pt x="381" y="7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55" name="Google Shape;1655;p19"/>
            <p:cNvGrpSpPr/>
            <p:nvPr/>
          </p:nvGrpSpPr>
          <p:grpSpPr>
            <a:xfrm>
              <a:off x="3819525" y="1144142"/>
              <a:ext cx="4396262" cy="4419980"/>
              <a:chOff x="3819525" y="1144142"/>
              <a:chExt cx="4396262" cy="4419980"/>
            </a:xfrm>
          </p:grpSpPr>
          <p:sp>
            <p:nvSpPr>
              <p:cNvPr id="1656" name="Google Shape;1656;p19"/>
              <p:cNvSpPr/>
              <p:nvPr/>
            </p:nvSpPr>
            <p:spPr>
              <a:xfrm>
                <a:off x="3819525" y="5518879"/>
                <a:ext cx="22574" cy="45243"/>
              </a:xfrm>
              <a:custGeom>
                <a:avLst/>
                <a:gdLst/>
                <a:ahLst/>
                <a:cxnLst/>
                <a:rect l="l" t="t" r="r" b="b"/>
                <a:pathLst>
                  <a:path w="22574" h="45243" extrusionOk="0">
                    <a:moveTo>
                      <a:pt x="0" y="95"/>
                    </a:moveTo>
                    <a:cubicBezTo>
                      <a:pt x="12478" y="95"/>
                      <a:pt x="22574" y="10192"/>
                      <a:pt x="22574" y="22670"/>
                    </a:cubicBezTo>
                    <a:cubicBezTo>
                      <a:pt x="22574" y="35147"/>
                      <a:pt x="12478" y="45244"/>
                      <a:pt x="0" y="452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7" name="Google Shape;1657;p19"/>
              <p:cNvSpPr/>
              <p:nvPr/>
            </p:nvSpPr>
            <p:spPr>
              <a:xfrm>
                <a:off x="3877532" y="5438012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6"/>
                    </a:moveTo>
                    <a:cubicBezTo>
                      <a:pt x="9906" y="44386"/>
                      <a:pt x="0" y="34480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0"/>
                      <a:pt x="34481" y="44386"/>
                      <a:pt x="22193" y="44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8" name="Google Shape;1658;p19"/>
              <p:cNvSpPr/>
              <p:nvPr/>
            </p:nvSpPr>
            <p:spPr>
              <a:xfrm>
                <a:off x="3959352" y="5356859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5"/>
                    </a:moveTo>
                    <a:cubicBezTo>
                      <a:pt x="9811" y="43625"/>
                      <a:pt x="0" y="33909"/>
                      <a:pt x="0" y="21812"/>
                    </a:cubicBezTo>
                    <a:cubicBezTo>
                      <a:pt x="0" y="9716"/>
                      <a:pt x="9715" y="0"/>
                      <a:pt x="21812" y="0"/>
                    </a:cubicBezTo>
                    <a:cubicBezTo>
                      <a:pt x="33909" y="0"/>
                      <a:pt x="43625" y="9716"/>
                      <a:pt x="43625" y="21812"/>
                    </a:cubicBezTo>
                    <a:cubicBezTo>
                      <a:pt x="43625" y="33909"/>
                      <a:pt x="33909" y="43625"/>
                      <a:pt x="21812" y="436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9" name="Google Shape;1659;p19"/>
              <p:cNvSpPr/>
              <p:nvPr/>
            </p:nvSpPr>
            <p:spPr>
              <a:xfrm>
                <a:off x="4041171" y="5275801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620"/>
                      <a:pt x="42863" y="21431"/>
                    </a:cubicBezTo>
                    <a:cubicBezTo>
                      <a:pt x="42863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0" name="Google Shape;1660;p19"/>
              <p:cNvSpPr/>
              <p:nvPr/>
            </p:nvSpPr>
            <p:spPr>
              <a:xfrm>
                <a:off x="4123086" y="5194934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1" name="Google Shape;1661;p19"/>
              <p:cNvSpPr/>
              <p:nvPr/>
            </p:nvSpPr>
            <p:spPr>
              <a:xfrm>
                <a:off x="4204906" y="5113876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2" name="Google Shape;1662;p19"/>
              <p:cNvSpPr/>
              <p:nvPr/>
            </p:nvSpPr>
            <p:spPr>
              <a:xfrm>
                <a:off x="4286631" y="5032819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3" name="Google Shape;1663;p19"/>
              <p:cNvSpPr/>
              <p:nvPr/>
            </p:nvSpPr>
            <p:spPr>
              <a:xfrm>
                <a:off x="4368450" y="4951761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4" name="Google Shape;1664;p19"/>
              <p:cNvSpPr/>
              <p:nvPr/>
            </p:nvSpPr>
            <p:spPr>
              <a:xfrm>
                <a:off x="4450365" y="4870894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5" name="Google Shape;1665;p19"/>
              <p:cNvSpPr/>
              <p:nvPr/>
            </p:nvSpPr>
            <p:spPr>
              <a:xfrm>
                <a:off x="4532185" y="4789836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6" name="Google Shape;1666;p19"/>
              <p:cNvSpPr/>
              <p:nvPr/>
            </p:nvSpPr>
            <p:spPr>
              <a:xfrm>
                <a:off x="4614005" y="470877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7" name="Google Shape;1667;p19"/>
              <p:cNvSpPr/>
              <p:nvPr/>
            </p:nvSpPr>
            <p:spPr>
              <a:xfrm>
                <a:off x="4695729" y="462772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8" name="Google Shape;1668;p19"/>
              <p:cNvSpPr/>
              <p:nvPr/>
            </p:nvSpPr>
            <p:spPr>
              <a:xfrm>
                <a:off x="4777644" y="4546758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432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9" name="Google Shape;1669;p19"/>
              <p:cNvSpPr/>
              <p:nvPr/>
            </p:nvSpPr>
            <p:spPr>
              <a:xfrm>
                <a:off x="4859464" y="4465795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0" name="Google Shape;1670;p19"/>
              <p:cNvSpPr/>
              <p:nvPr/>
            </p:nvSpPr>
            <p:spPr>
              <a:xfrm>
                <a:off x="4941284" y="4384737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1" name="Google Shape;1671;p19"/>
              <p:cNvSpPr/>
              <p:nvPr/>
            </p:nvSpPr>
            <p:spPr>
              <a:xfrm>
                <a:off x="5023104" y="4303680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2" name="Google Shape;1672;p19"/>
              <p:cNvSpPr/>
              <p:nvPr/>
            </p:nvSpPr>
            <p:spPr>
              <a:xfrm>
                <a:off x="5104923" y="4222622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097" y="32385"/>
                    </a:moveTo>
                    <a:cubicBezTo>
                      <a:pt x="7144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097" y="0"/>
                    </a:cubicBezTo>
                    <a:cubicBezTo>
                      <a:pt x="2495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097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3" name="Google Shape;1673;p19"/>
              <p:cNvSpPr/>
              <p:nvPr/>
            </p:nvSpPr>
            <p:spPr>
              <a:xfrm>
                <a:off x="5186743" y="4141755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4" name="Google Shape;1674;p19"/>
              <p:cNvSpPr/>
              <p:nvPr/>
            </p:nvSpPr>
            <p:spPr>
              <a:xfrm>
                <a:off x="5268563" y="4060697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5" name="Google Shape;1675;p19"/>
              <p:cNvSpPr/>
              <p:nvPr/>
            </p:nvSpPr>
            <p:spPr>
              <a:xfrm>
                <a:off x="5350383" y="3979639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6" name="Google Shape;1676;p19"/>
              <p:cNvSpPr/>
              <p:nvPr/>
            </p:nvSpPr>
            <p:spPr>
              <a:xfrm>
                <a:off x="5432202" y="389858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7" name="Google Shape;1677;p19"/>
              <p:cNvSpPr/>
              <p:nvPr/>
            </p:nvSpPr>
            <p:spPr>
              <a:xfrm>
                <a:off x="5514022" y="3817714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8" name="Google Shape;1678;p19"/>
              <p:cNvSpPr/>
              <p:nvPr/>
            </p:nvSpPr>
            <p:spPr>
              <a:xfrm>
                <a:off x="5595842" y="3736657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27432" y="13716"/>
                    </a:moveTo>
                    <a:cubicBezTo>
                      <a:pt x="27432" y="21291"/>
                      <a:pt x="21291" y="27432"/>
                      <a:pt x="13716" y="27432"/>
                    </a:cubicBezTo>
                    <a:cubicBezTo>
                      <a:pt x="6141" y="27432"/>
                      <a:pt x="0" y="21291"/>
                      <a:pt x="0" y="13716"/>
                    </a:cubicBezTo>
                    <a:cubicBezTo>
                      <a:pt x="0" y="6141"/>
                      <a:pt x="6141" y="0"/>
                      <a:pt x="13716" y="0"/>
                    </a:cubicBezTo>
                    <a:cubicBezTo>
                      <a:pt x="21291" y="0"/>
                      <a:pt x="27432" y="6141"/>
                      <a:pt x="27432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9" name="Google Shape;1679;p19"/>
              <p:cNvSpPr/>
              <p:nvPr/>
            </p:nvSpPr>
            <p:spPr>
              <a:xfrm>
                <a:off x="5677662" y="3655599"/>
                <a:ext cx="26670" cy="26669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69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0" name="Google Shape;1680;p19"/>
              <p:cNvSpPr/>
              <p:nvPr/>
            </p:nvSpPr>
            <p:spPr>
              <a:xfrm>
                <a:off x="5759481" y="3574541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1" name="Google Shape;1681;p19"/>
              <p:cNvSpPr/>
              <p:nvPr/>
            </p:nvSpPr>
            <p:spPr>
              <a:xfrm>
                <a:off x="5841396" y="3493674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2" name="Google Shape;1682;p19"/>
              <p:cNvSpPr/>
              <p:nvPr/>
            </p:nvSpPr>
            <p:spPr>
              <a:xfrm>
                <a:off x="5923121" y="3412616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4"/>
                    </a:moveTo>
                    <a:cubicBezTo>
                      <a:pt x="5429" y="24194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4"/>
                      <a:pt x="12097" y="24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3" name="Google Shape;1683;p19"/>
              <p:cNvSpPr/>
              <p:nvPr/>
            </p:nvSpPr>
            <p:spPr>
              <a:xfrm>
                <a:off x="6004941" y="3331558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4" name="Google Shape;1684;p19"/>
              <p:cNvSpPr/>
              <p:nvPr/>
            </p:nvSpPr>
            <p:spPr>
              <a:xfrm>
                <a:off x="6086760" y="3250500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5" name="Google Shape;1685;p19"/>
              <p:cNvSpPr/>
              <p:nvPr/>
            </p:nvSpPr>
            <p:spPr>
              <a:xfrm>
                <a:off x="6168675" y="3169538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6" name="Google Shape;1686;p19"/>
              <p:cNvSpPr/>
              <p:nvPr/>
            </p:nvSpPr>
            <p:spPr>
              <a:xfrm>
                <a:off x="6250400" y="308848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7" name="Google Shape;1687;p19"/>
              <p:cNvSpPr/>
              <p:nvPr/>
            </p:nvSpPr>
            <p:spPr>
              <a:xfrm>
                <a:off x="6332219" y="3007423"/>
                <a:ext cx="20193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3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8" name="Google Shape;1688;p19"/>
              <p:cNvSpPr/>
              <p:nvPr/>
            </p:nvSpPr>
            <p:spPr>
              <a:xfrm>
                <a:off x="6414039" y="2926365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9" name="Google Shape;1689;p19"/>
              <p:cNvSpPr/>
              <p:nvPr/>
            </p:nvSpPr>
            <p:spPr>
              <a:xfrm>
                <a:off x="6495954" y="2845498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8" y="4137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0" name="Google Shape;1690;p19"/>
              <p:cNvSpPr/>
              <p:nvPr/>
            </p:nvSpPr>
            <p:spPr>
              <a:xfrm>
                <a:off x="6577774" y="2764440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0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0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1" name="Google Shape;1691;p19"/>
              <p:cNvSpPr/>
              <p:nvPr/>
            </p:nvSpPr>
            <p:spPr>
              <a:xfrm>
                <a:off x="6659499" y="268338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2" name="Google Shape;1692;p19"/>
              <p:cNvSpPr/>
              <p:nvPr/>
            </p:nvSpPr>
            <p:spPr>
              <a:xfrm>
                <a:off x="6741318" y="260232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3" name="Google Shape;1693;p19"/>
              <p:cNvSpPr/>
              <p:nvPr/>
            </p:nvSpPr>
            <p:spPr>
              <a:xfrm>
                <a:off x="6823138" y="2521362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620"/>
                    </a:cubicBezTo>
                    <a:cubicBezTo>
                      <a:pt x="0" y="333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620"/>
                    </a:cubicBezTo>
                    <a:cubicBezTo>
                      <a:pt x="15430" y="11811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4" name="Google Shape;1694;p19"/>
              <p:cNvSpPr/>
              <p:nvPr/>
            </p:nvSpPr>
            <p:spPr>
              <a:xfrm>
                <a:off x="6905053" y="2440399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5" name="Google Shape;1695;p19"/>
              <p:cNvSpPr/>
              <p:nvPr/>
            </p:nvSpPr>
            <p:spPr>
              <a:xfrm>
                <a:off x="6986873" y="2359341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6" name="Google Shape;1696;p19"/>
              <p:cNvSpPr/>
              <p:nvPr/>
            </p:nvSpPr>
            <p:spPr>
              <a:xfrm>
                <a:off x="7068597" y="2278284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7" y="0"/>
                      <a:pt x="12954" y="2857"/>
                      <a:pt x="12954" y="6477"/>
                    </a:cubicBezTo>
                    <a:cubicBezTo>
                      <a:pt x="12954" y="10096"/>
                      <a:pt x="10097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7" name="Google Shape;1697;p19"/>
              <p:cNvSpPr/>
              <p:nvPr/>
            </p:nvSpPr>
            <p:spPr>
              <a:xfrm>
                <a:off x="7150417" y="2197226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8" name="Google Shape;1698;p19"/>
              <p:cNvSpPr/>
              <p:nvPr/>
            </p:nvSpPr>
            <p:spPr>
              <a:xfrm>
                <a:off x="7232332" y="2116359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9" name="Google Shape;1699;p19"/>
              <p:cNvSpPr/>
              <p:nvPr/>
            </p:nvSpPr>
            <p:spPr>
              <a:xfrm>
                <a:off x="7314152" y="2035301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7" y="2381"/>
                      <a:pt x="10477" y="5239"/>
                    </a:cubicBezTo>
                    <a:cubicBezTo>
                      <a:pt x="10477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0" name="Google Shape;1700;p19"/>
              <p:cNvSpPr/>
              <p:nvPr/>
            </p:nvSpPr>
            <p:spPr>
              <a:xfrm>
                <a:off x="7395972" y="1954243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1" name="Google Shape;1701;p19"/>
              <p:cNvSpPr/>
              <p:nvPr/>
            </p:nvSpPr>
            <p:spPr>
              <a:xfrm>
                <a:off x="7477696" y="187318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2" name="Google Shape;1702;p19"/>
              <p:cNvSpPr/>
              <p:nvPr/>
            </p:nvSpPr>
            <p:spPr>
              <a:xfrm>
                <a:off x="7559611" y="1792318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3" name="Google Shape;1703;p19"/>
              <p:cNvSpPr/>
              <p:nvPr/>
            </p:nvSpPr>
            <p:spPr>
              <a:xfrm>
                <a:off x="7641431" y="1711260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4" name="Google Shape;1704;p19"/>
              <p:cNvSpPr/>
              <p:nvPr/>
            </p:nvSpPr>
            <p:spPr>
              <a:xfrm>
                <a:off x="7723250" y="1630203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5" name="Google Shape;1705;p19"/>
              <p:cNvSpPr/>
              <p:nvPr/>
            </p:nvSpPr>
            <p:spPr>
              <a:xfrm>
                <a:off x="7805070" y="1549145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6" name="Google Shape;1706;p19"/>
              <p:cNvSpPr/>
              <p:nvPr/>
            </p:nvSpPr>
            <p:spPr>
              <a:xfrm>
                <a:off x="7886890" y="1468278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7" name="Google Shape;1707;p19"/>
              <p:cNvSpPr/>
              <p:nvPr/>
            </p:nvSpPr>
            <p:spPr>
              <a:xfrm>
                <a:off x="7968710" y="1387220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4000" y="2000"/>
                    </a:moveTo>
                    <a:cubicBezTo>
                      <a:pt x="4000" y="3105"/>
                      <a:pt x="3105" y="4000"/>
                      <a:pt x="2000" y="4000"/>
                    </a:cubicBezTo>
                    <a:cubicBezTo>
                      <a:pt x="896" y="4000"/>
                      <a:pt x="0" y="3105"/>
                      <a:pt x="0" y="2000"/>
                    </a:cubicBezTo>
                    <a:cubicBezTo>
                      <a:pt x="0" y="896"/>
                      <a:pt x="896" y="0"/>
                      <a:pt x="2000" y="0"/>
                    </a:cubicBezTo>
                    <a:cubicBezTo>
                      <a:pt x="3105" y="0"/>
                      <a:pt x="4000" y="896"/>
                      <a:pt x="4000" y="20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8" name="Google Shape;1708;p19"/>
              <p:cNvSpPr/>
              <p:nvPr/>
            </p:nvSpPr>
            <p:spPr>
              <a:xfrm>
                <a:off x="8050530" y="1306162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7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9" name="Google Shape;1709;p19"/>
              <p:cNvSpPr/>
              <p:nvPr/>
            </p:nvSpPr>
            <p:spPr>
              <a:xfrm>
                <a:off x="8132349" y="1225104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2"/>
                      <a:pt x="571" y="0"/>
                      <a:pt x="1238" y="0"/>
                    </a:cubicBezTo>
                    <a:cubicBezTo>
                      <a:pt x="1905" y="0"/>
                      <a:pt x="2476" y="572"/>
                      <a:pt x="2476" y="1238"/>
                    </a:cubicBezTo>
                    <a:cubicBezTo>
                      <a:pt x="2476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0" name="Google Shape;1710;p19"/>
              <p:cNvSpPr/>
              <p:nvPr/>
            </p:nvSpPr>
            <p:spPr>
              <a:xfrm>
                <a:off x="8214264" y="1144142"/>
                <a:ext cx="1523" cy="1619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1619" extrusionOk="0">
                    <a:moveTo>
                      <a:pt x="762" y="1619"/>
                    </a:moveTo>
                    <a:cubicBezTo>
                      <a:pt x="762" y="1619"/>
                      <a:pt x="0" y="1238"/>
                      <a:pt x="0" y="762"/>
                    </a:cubicBezTo>
                    <a:cubicBezTo>
                      <a:pt x="0" y="286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619"/>
                      <a:pt x="762" y="16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1" name="Google Shape;1711;p19"/>
            <p:cNvGrpSpPr/>
            <p:nvPr/>
          </p:nvGrpSpPr>
          <p:grpSpPr>
            <a:xfrm>
              <a:off x="3821525" y="1149952"/>
              <a:ext cx="4238148" cy="4257198"/>
              <a:chOff x="3821525" y="1149952"/>
              <a:chExt cx="4238148" cy="4257198"/>
            </a:xfrm>
          </p:grpSpPr>
          <p:sp>
            <p:nvSpPr>
              <p:cNvPr id="1712" name="Google Shape;1712;p19"/>
              <p:cNvSpPr/>
              <p:nvPr/>
            </p:nvSpPr>
            <p:spPr>
              <a:xfrm>
                <a:off x="3821525" y="5362764"/>
                <a:ext cx="22193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22193" h="44386" extrusionOk="0">
                    <a:moveTo>
                      <a:pt x="0" y="0"/>
                    </a:moveTo>
                    <a:cubicBezTo>
                      <a:pt x="12287" y="0"/>
                      <a:pt x="22193" y="9906"/>
                      <a:pt x="22193" y="22193"/>
                    </a:cubicBezTo>
                    <a:cubicBezTo>
                      <a:pt x="22193" y="34481"/>
                      <a:pt x="12287" y="44387"/>
                      <a:pt x="0" y="4438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3" name="Google Shape;1713;p19"/>
              <p:cNvSpPr/>
              <p:nvPr/>
            </p:nvSpPr>
            <p:spPr>
              <a:xfrm>
                <a:off x="3884199" y="5281707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715"/>
                      <a:pt x="43625" y="21812"/>
                    </a:cubicBezTo>
                    <a:cubicBezTo>
                      <a:pt x="43625" y="33909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4" name="Google Shape;1714;p19"/>
              <p:cNvSpPr/>
              <p:nvPr/>
            </p:nvSpPr>
            <p:spPr>
              <a:xfrm>
                <a:off x="3966019" y="5200649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2" y="9620"/>
                      <a:pt x="42862" y="21431"/>
                    </a:cubicBezTo>
                    <a:cubicBezTo>
                      <a:pt x="42862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5" name="Google Shape;1715;p19"/>
              <p:cNvSpPr/>
              <p:nvPr/>
            </p:nvSpPr>
            <p:spPr>
              <a:xfrm>
                <a:off x="4047934" y="5119782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6" name="Google Shape;1716;p19"/>
              <p:cNvSpPr/>
              <p:nvPr/>
            </p:nvSpPr>
            <p:spPr>
              <a:xfrm>
                <a:off x="4129754" y="5038724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7" name="Google Shape;1717;p19"/>
              <p:cNvSpPr/>
              <p:nvPr/>
            </p:nvSpPr>
            <p:spPr>
              <a:xfrm>
                <a:off x="4211478" y="4957666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8" name="Google Shape;1718;p19"/>
              <p:cNvSpPr/>
              <p:nvPr/>
            </p:nvSpPr>
            <p:spPr>
              <a:xfrm>
                <a:off x="4293298" y="4876609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9" name="Google Shape;1719;p19"/>
              <p:cNvSpPr/>
              <p:nvPr/>
            </p:nvSpPr>
            <p:spPr>
              <a:xfrm>
                <a:off x="4375213" y="479574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0" name="Google Shape;1720;p19"/>
              <p:cNvSpPr/>
              <p:nvPr/>
            </p:nvSpPr>
            <p:spPr>
              <a:xfrm>
                <a:off x="4457033" y="4714684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1" name="Google Shape;1721;p19"/>
              <p:cNvSpPr/>
              <p:nvPr/>
            </p:nvSpPr>
            <p:spPr>
              <a:xfrm>
                <a:off x="4538852" y="4633626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2" name="Google Shape;1722;p19"/>
              <p:cNvSpPr/>
              <p:nvPr/>
            </p:nvSpPr>
            <p:spPr>
              <a:xfrm>
                <a:off x="4620577" y="4552568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3" name="Google Shape;1723;p19"/>
              <p:cNvSpPr/>
              <p:nvPr/>
            </p:nvSpPr>
            <p:spPr>
              <a:xfrm>
                <a:off x="4702492" y="4471701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4" name="Google Shape;1724;p19"/>
              <p:cNvSpPr/>
              <p:nvPr/>
            </p:nvSpPr>
            <p:spPr>
              <a:xfrm>
                <a:off x="4784312" y="4390643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5" name="Google Shape;1725;p19"/>
              <p:cNvSpPr/>
              <p:nvPr/>
            </p:nvSpPr>
            <p:spPr>
              <a:xfrm>
                <a:off x="4866131" y="4309585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6" name="Google Shape;1726;p19"/>
              <p:cNvSpPr/>
              <p:nvPr/>
            </p:nvSpPr>
            <p:spPr>
              <a:xfrm>
                <a:off x="4947951" y="4228528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7" name="Google Shape;1727;p19"/>
              <p:cNvSpPr/>
              <p:nvPr/>
            </p:nvSpPr>
            <p:spPr>
              <a:xfrm>
                <a:off x="5029771" y="4147565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5" y="7239"/>
                      <a:pt x="32195" y="16097"/>
                    </a:cubicBezTo>
                    <a:cubicBezTo>
                      <a:pt x="32195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8" name="Google Shape;1728;p19"/>
              <p:cNvSpPr/>
              <p:nvPr/>
            </p:nvSpPr>
            <p:spPr>
              <a:xfrm>
                <a:off x="5111591" y="4066603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9" name="Google Shape;1729;p19"/>
              <p:cNvSpPr/>
              <p:nvPr/>
            </p:nvSpPr>
            <p:spPr>
              <a:xfrm>
                <a:off x="5193411" y="3985545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0" name="Google Shape;1730;p19"/>
              <p:cNvSpPr/>
              <p:nvPr/>
            </p:nvSpPr>
            <p:spPr>
              <a:xfrm>
                <a:off x="5275230" y="3904487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1" name="Google Shape;1731;p19"/>
              <p:cNvSpPr/>
              <p:nvPr/>
            </p:nvSpPr>
            <p:spPr>
              <a:xfrm>
                <a:off x="5357050" y="3823429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2" name="Google Shape;1732;p19"/>
              <p:cNvSpPr/>
              <p:nvPr/>
            </p:nvSpPr>
            <p:spPr>
              <a:xfrm>
                <a:off x="5438870" y="3742562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3" name="Google Shape;1733;p19"/>
              <p:cNvSpPr/>
              <p:nvPr/>
            </p:nvSpPr>
            <p:spPr>
              <a:xfrm>
                <a:off x="5520690" y="3661504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096" y="0"/>
                      <a:pt x="13716" y="0"/>
                    </a:cubicBezTo>
                    <a:cubicBezTo>
                      <a:pt x="21336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4" name="Google Shape;1734;p19"/>
              <p:cNvSpPr/>
              <p:nvPr/>
            </p:nvSpPr>
            <p:spPr>
              <a:xfrm>
                <a:off x="5602509" y="3580446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5" name="Google Shape;1735;p19"/>
              <p:cNvSpPr/>
              <p:nvPr/>
            </p:nvSpPr>
            <p:spPr>
              <a:xfrm>
                <a:off x="5684329" y="3499389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6" name="Google Shape;1736;p19"/>
              <p:cNvSpPr/>
              <p:nvPr/>
            </p:nvSpPr>
            <p:spPr>
              <a:xfrm>
                <a:off x="5766244" y="34184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7" name="Google Shape;1737;p19"/>
              <p:cNvSpPr/>
              <p:nvPr/>
            </p:nvSpPr>
            <p:spPr>
              <a:xfrm>
                <a:off x="5847969" y="3337464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8" name="Google Shape;1738;p19"/>
              <p:cNvSpPr/>
              <p:nvPr/>
            </p:nvSpPr>
            <p:spPr>
              <a:xfrm>
                <a:off x="5929788" y="3256406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9" name="Google Shape;1739;p19"/>
              <p:cNvSpPr/>
              <p:nvPr/>
            </p:nvSpPr>
            <p:spPr>
              <a:xfrm>
                <a:off x="6011608" y="3175348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0" name="Google Shape;1740;p19"/>
              <p:cNvSpPr/>
              <p:nvPr/>
            </p:nvSpPr>
            <p:spPr>
              <a:xfrm>
                <a:off x="6093523" y="3094481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1" name="Google Shape;1741;p19"/>
              <p:cNvSpPr/>
              <p:nvPr/>
            </p:nvSpPr>
            <p:spPr>
              <a:xfrm>
                <a:off x="6175343" y="3013328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2" name="Google Shape;1742;p19"/>
              <p:cNvSpPr/>
              <p:nvPr/>
            </p:nvSpPr>
            <p:spPr>
              <a:xfrm>
                <a:off x="6257067" y="293227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3" name="Google Shape;1743;p19"/>
              <p:cNvSpPr/>
              <p:nvPr/>
            </p:nvSpPr>
            <p:spPr>
              <a:xfrm>
                <a:off x="6338887" y="285121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145"/>
                      <a:pt x="0" y="9716"/>
                    </a:cubicBezTo>
                    <a:cubicBezTo>
                      <a:pt x="0" y="4286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4" name="Google Shape;1744;p19"/>
              <p:cNvSpPr/>
              <p:nvPr/>
            </p:nvSpPr>
            <p:spPr>
              <a:xfrm>
                <a:off x="6420802" y="2770345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5" name="Google Shape;1745;p19"/>
              <p:cNvSpPr/>
              <p:nvPr/>
            </p:nvSpPr>
            <p:spPr>
              <a:xfrm>
                <a:off x="6502622" y="268928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6" name="Google Shape;1746;p19"/>
              <p:cNvSpPr/>
              <p:nvPr/>
            </p:nvSpPr>
            <p:spPr>
              <a:xfrm>
                <a:off x="6584441" y="2608230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7" name="Google Shape;1747;p19"/>
              <p:cNvSpPr/>
              <p:nvPr/>
            </p:nvSpPr>
            <p:spPr>
              <a:xfrm>
                <a:off x="6666166" y="2527172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8" name="Google Shape;1748;p19"/>
              <p:cNvSpPr/>
              <p:nvPr/>
            </p:nvSpPr>
            <p:spPr>
              <a:xfrm>
                <a:off x="6748081" y="2446114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0"/>
                    </a:moveTo>
                    <a:cubicBezTo>
                      <a:pt x="3429" y="15430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0"/>
                      <a:pt x="7620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9" name="Google Shape;1749;p19"/>
              <p:cNvSpPr/>
              <p:nvPr/>
            </p:nvSpPr>
            <p:spPr>
              <a:xfrm>
                <a:off x="6829901" y="2365247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0" name="Google Shape;1750;p19"/>
              <p:cNvSpPr/>
              <p:nvPr/>
            </p:nvSpPr>
            <p:spPr>
              <a:xfrm>
                <a:off x="6911721" y="2284189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1" name="Google Shape;1751;p19"/>
              <p:cNvSpPr/>
              <p:nvPr/>
            </p:nvSpPr>
            <p:spPr>
              <a:xfrm>
                <a:off x="6993540" y="220313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2" name="Google Shape;1752;p19"/>
              <p:cNvSpPr/>
              <p:nvPr/>
            </p:nvSpPr>
            <p:spPr>
              <a:xfrm>
                <a:off x="7075265" y="2122074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3" name="Google Shape;1753;p19"/>
              <p:cNvSpPr/>
              <p:nvPr/>
            </p:nvSpPr>
            <p:spPr>
              <a:xfrm>
                <a:off x="7157180" y="2041207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4" name="Google Shape;1754;p19"/>
              <p:cNvSpPr/>
              <p:nvPr/>
            </p:nvSpPr>
            <p:spPr>
              <a:xfrm>
                <a:off x="7239000" y="1960149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5" name="Google Shape;1755;p19"/>
              <p:cNvSpPr/>
              <p:nvPr/>
            </p:nvSpPr>
            <p:spPr>
              <a:xfrm>
                <a:off x="7320819" y="187909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6" name="Google Shape;1756;p19"/>
              <p:cNvSpPr/>
              <p:nvPr/>
            </p:nvSpPr>
            <p:spPr>
              <a:xfrm>
                <a:off x="7402639" y="1798033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7" name="Google Shape;1757;p19"/>
              <p:cNvSpPr/>
              <p:nvPr/>
            </p:nvSpPr>
            <p:spPr>
              <a:xfrm>
                <a:off x="7484459" y="1717166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8" name="Google Shape;1758;p19"/>
              <p:cNvSpPr/>
              <p:nvPr/>
            </p:nvSpPr>
            <p:spPr>
              <a:xfrm>
                <a:off x="7566278" y="1636108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9" name="Google Shape;1759;p19"/>
              <p:cNvSpPr/>
              <p:nvPr/>
            </p:nvSpPr>
            <p:spPr>
              <a:xfrm>
                <a:off x="7648098" y="1555050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0" name="Google Shape;1760;p19"/>
              <p:cNvSpPr/>
              <p:nvPr/>
            </p:nvSpPr>
            <p:spPr>
              <a:xfrm>
                <a:off x="7729918" y="1473993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1" name="Google Shape;1761;p19"/>
              <p:cNvSpPr/>
              <p:nvPr/>
            </p:nvSpPr>
            <p:spPr>
              <a:xfrm>
                <a:off x="7811833" y="1393126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2" name="Google Shape;1762;p19"/>
              <p:cNvSpPr/>
              <p:nvPr/>
            </p:nvSpPr>
            <p:spPr>
              <a:xfrm>
                <a:off x="7893558" y="1312068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3" name="Google Shape;1763;p19"/>
              <p:cNvSpPr/>
              <p:nvPr/>
            </p:nvSpPr>
            <p:spPr>
              <a:xfrm>
                <a:off x="7975377" y="1231010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4" name="Google Shape;1764;p19"/>
              <p:cNvSpPr/>
              <p:nvPr/>
            </p:nvSpPr>
            <p:spPr>
              <a:xfrm>
                <a:off x="8057197" y="1149952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65" name="Google Shape;1765;p19"/>
            <p:cNvGrpSpPr/>
            <p:nvPr/>
          </p:nvGrpSpPr>
          <p:grpSpPr>
            <a:xfrm>
              <a:off x="3825335" y="1155858"/>
              <a:ext cx="4078128" cy="4094320"/>
              <a:chOff x="3825335" y="1155858"/>
              <a:chExt cx="4078128" cy="4094320"/>
            </a:xfrm>
          </p:grpSpPr>
          <p:sp>
            <p:nvSpPr>
              <p:cNvPr id="1766" name="Google Shape;1766;p19"/>
              <p:cNvSpPr/>
              <p:nvPr/>
            </p:nvSpPr>
            <p:spPr>
              <a:xfrm>
                <a:off x="3825335" y="5206554"/>
                <a:ext cx="21812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43624" extrusionOk="0">
                    <a:moveTo>
                      <a:pt x="0" y="43625"/>
                    </a:moveTo>
                    <a:cubicBezTo>
                      <a:pt x="12002" y="43625"/>
                      <a:pt x="21812" y="33909"/>
                      <a:pt x="21812" y="21812"/>
                    </a:cubicBezTo>
                    <a:cubicBezTo>
                      <a:pt x="21812" y="9716"/>
                      <a:pt x="12097" y="0"/>
                      <a:pt x="0" y="0"/>
                    </a:cubicBezTo>
                    <a:lnTo>
                      <a:pt x="0" y="4362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7" name="Google Shape;1767;p19"/>
              <p:cNvSpPr/>
              <p:nvPr/>
            </p:nvSpPr>
            <p:spPr>
              <a:xfrm>
                <a:off x="3890867" y="5125592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8" name="Google Shape;1768;p19"/>
              <p:cNvSpPr/>
              <p:nvPr/>
            </p:nvSpPr>
            <p:spPr>
              <a:xfrm>
                <a:off x="3972782" y="5044629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9" name="Google Shape;1769;p19"/>
              <p:cNvSpPr/>
              <p:nvPr/>
            </p:nvSpPr>
            <p:spPr>
              <a:xfrm>
                <a:off x="4054602" y="4963572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0" name="Google Shape;1770;p19"/>
              <p:cNvSpPr/>
              <p:nvPr/>
            </p:nvSpPr>
            <p:spPr>
              <a:xfrm>
                <a:off x="4136326" y="4882514"/>
                <a:ext cx="40386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1" name="Google Shape;1771;p19"/>
              <p:cNvSpPr/>
              <p:nvPr/>
            </p:nvSpPr>
            <p:spPr>
              <a:xfrm>
                <a:off x="4218146" y="4801456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2" name="Google Shape;1772;p19"/>
              <p:cNvSpPr/>
              <p:nvPr/>
            </p:nvSpPr>
            <p:spPr>
              <a:xfrm>
                <a:off x="4300061" y="4720589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3" name="Google Shape;1773;p19"/>
              <p:cNvSpPr/>
              <p:nvPr/>
            </p:nvSpPr>
            <p:spPr>
              <a:xfrm>
                <a:off x="4381881" y="4639531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4" name="Google Shape;1774;p19"/>
              <p:cNvSpPr/>
              <p:nvPr/>
            </p:nvSpPr>
            <p:spPr>
              <a:xfrm>
                <a:off x="4463700" y="4558473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5" name="Google Shape;1775;p19"/>
              <p:cNvSpPr/>
              <p:nvPr/>
            </p:nvSpPr>
            <p:spPr>
              <a:xfrm>
                <a:off x="4545425" y="4477416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6" name="Google Shape;1776;p19"/>
              <p:cNvSpPr/>
              <p:nvPr/>
            </p:nvSpPr>
            <p:spPr>
              <a:xfrm>
                <a:off x="4627340" y="4396548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7"/>
                    </a:cubicBezTo>
                    <a:cubicBezTo>
                      <a:pt x="35433" y="27527"/>
                      <a:pt x="27432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7" name="Google Shape;1777;p19"/>
              <p:cNvSpPr/>
              <p:nvPr/>
            </p:nvSpPr>
            <p:spPr>
              <a:xfrm>
                <a:off x="4709160" y="4315491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8" name="Google Shape;1778;p19"/>
              <p:cNvSpPr/>
              <p:nvPr/>
            </p:nvSpPr>
            <p:spPr>
              <a:xfrm>
                <a:off x="4790979" y="4234433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9" name="Google Shape;1779;p19"/>
              <p:cNvSpPr/>
              <p:nvPr/>
            </p:nvSpPr>
            <p:spPr>
              <a:xfrm>
                <a:off x="4872799" y="4153375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8"/>
                      <a:pt x="0" y="16574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4"/>
                    </a:cubicBezTo>
                    <a:cubicBezTo>
                      <a:pt x="33147" y="25718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0" name="Google Shape;1780;p19"/>
              <p:cNvSpPr/>
              <p:nvPr/>
            </p:nvSpPr>
            <p:spPr>
              <a:xfrm>
                <a:off x="4954524" y="4072413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1" name="Google Shape;1781;p19"/>
              <p:cNvSpPr/>
              <p:nvPr/>
            </p:nvSpPr>
            <p:spPr>
              <a:xfrm>
                <a:off x="5036439" y="3991450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2" name="Google Shape;1782;p19"/>
              <p:cNvSpPr/>
              <p:nvPr/>
            </p:nvSpPr>
            <p:spPr>
              <a:xfrm>
                <a:off x="5118258" y="3910393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3" name="Google Shape;1783;p19"/>
              <p:cNvSpPr/>
              <p:nvPr/>
            </p:nvSpPr>
            <p:spPr>
              <a:xfrm>
                <a:off x="5200078" y="3829335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4" name="Google Shape;1784;p19"/>
              <p:cNvSpPr/>
              <p:nvPr/>
            </p:nvSpPr>
            <p:spPr>
              <a:xfrm>
                <a:off x="5281898" y="3748277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4"/>
                      <a:pt x="6525" y="0"/>
                      <a:pt x="14573" y="0"/>
                    </a:cubicBezTo>
                    <a:cubicBezTo>
                      <a:pt x="22622" y="0"/>
                      <a:pt x="29146" y="6524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5" name="Google Shape;1785;p19"/>
              <p:cNvSpPr/>
              <p:nvPr/>
            </p:nvSpPr>
            <p:spPr>
              <a:xfrm>
                <a:off x="5363717" y="3667410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6" name="Google Shape;1786;p19"/>
              <p:cNvSpPr/>
              <p:nvPr/>
            </p:nvSpPr>
            <p:spPr>
              <a:xfrm>
                <a:off x="5445537" y="3586352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7" name="Google Shape;1787;p19"/>
              <p:cNvSpPr/>
              <p:nvPr/>
            </p:nvSpPr>
            <p:spPr>
              <a:xfrm>
                <a:off x="5527357" y="3505294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8" name="Google Shape;1788;p19"/>
              <p:cNvSpPr/>
              <p:nvPr/>
            </p:nvSpPr>
            <p:spPr>
              <a:xfrm>
                <a:off x="5609177" y="3424237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9" name="Google Shape;1789;p19"/>
              <p:cNvSpPr/>
              <p:nvPr/>
            </p:nvSpPr>
            <p:spPr>
              <a:xfrm>
                <a:off x="5691092" y="3343369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0" name="Google Shape;1790;p19"/>
              <p:cNvSpPr/>
              <p:nvPr/>
            </p:nvSpPr>
            <p:spPr>
              <a:xfrm>
                <a:off x="5772816" y="3262312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1" name="Google Shape;1791;p19"/>
              <p:cNvSpPr/>
              <p:nvPr/>
            </p:nvSpPr>
            <p:spPr>
              <a:xfrm>
                <a:off x="5854636" y="3181254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2" name="Google Shape;1792;p19"/>
              <p:cNvSpPr/>
              <p:nvPr/>
            </p:nvSpPr>
            <p:spPr>
              <a:xfrm>
                <a:off x="5936456" y="3100196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3" name="Google Shape;1793;p19"/>
              <p:cNvSpPr/>
              <p:nvPr/>
            </p:nvSpPr>
            <p:spPr>
              <a:xfrm>
                <a:off x="6018371" y="3019329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4" name="Google Shape;1794;p19"/>
              <p:cNvSpPr/>
              <p:nvPr/>
            </p:nvSpPr>
            <p:spPr>
              <a:xfrm>
                <a:off x="6100191" y="2938271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5" name="Google Shape;1795;p19"/>
              <p:cNvSpPr/>
              <p:nvPr/>
            </p:nvSpPr>
            <p:spPr>
              <a:xfrm>
                <a:off x="6181915" y="2857213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6" name="Google Shape;1796;p19"/>
              <p:cNvSpPr/>
              <p:nvPr/>
            </p:nvSpPr>
            <p:spPr>
              <a:xfrm>
                <a:off x="6263735" y="2776156"/>
                <a:ext cx="19431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0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7" name="Google Shape;1797;p19"/>
              <p:cNvSpPr/>
              <p:nvPr/>
            </p:nvSpPr>
            <p:spPr>
              <a:xfrm>
                <a:off x="6345650" y="2695193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8"/>
                    </a:moveTo>
                    <a:cubicBezTo>
                      <a:pt x="4096" y="18478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8"/>
                      <a:pt x="9239" y="18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8" name="Google Shape;1798;p19"/>
              <p:cNvSpPr/>
              <p:nvPr/>
            </p:nvSpPr>
            <p:spPr>
              <a:xfrm>
                <a:off x="6427469" y="2614135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9" name="Google Shape;1799;p19"/>
              <p:cNvSpPr/>
              <p:nvPr/>
            </p:nvSpPr>
            <p:spPr>
              <a:xfrm>
                <a:off x="6509289" y="2533078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5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0" name="Google Shape;1800;p19"/>
              <p:cNvSpPr/>
              <p:nvPr/>
            </p:nvSpPr>
            <p:spPr>
              <a:xfrm>
                <a:off x="6591014" y="2452020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1" name="Google Shape;1801;p19"/>
              <p:cNvSpPr/>
              <p:nvPr/>
            </p:nvSpPr>
            <p:spPr>
              <a:xfrm>
                <a:off x="6672833" y="2371057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715"/>
                    </a:cubicBezTo>
                    <a:cubicBezTo>
                      <a:pt x="0" y="352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2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2" name="Google Shape;1802;p19"/>
              <p:cNvSpPr/>
              <p:nvPr/>
            </p:nvSpPr>
            <p:spPr>
              <a:xfrm>
                <a:off x="6754749" y="2290095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3" name="Google Shape;1803;p19"/>
              <p:cNvSpPr/>
              <p:nvPr/>
            </p:nvSpPr>
            <p:spPr>
              <a:xfrm>
                <a:off x="6836568" y="2209037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4" name="Google Shape;1804;p19"/>
              <p:cNvSpPr/>
              <p:nvPr/>
            </p:nvSpPr>
            <p:spPr>
              <a:xfrm>
                <a:off x="6918388" y="2127979"/>
                <a:ext cx="12954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5" name="Google Shape;1805;p19"/>
              <p:cNvSpPr/>
              <p:nvPr/>
            </p:nvSpPr>
            <p:spPr>
              <a:xfrm>
                <a:off x="7000113" y="2046922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6" name="Google Shape;1806;p19"/>
              <p:cNvSpPr/>
              <p:nvPr/>
            </p:nvSpPr>
            <p:spPr>
              <a:xfrm>
                <a:off x="7082027" y="1966054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7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7" name="Google Shape;1807;p19"/>
              <p:cNvSpPr/>
              <p:nvPr/>
            </p:nvSpPr>
            <p:spPr>
              <a:xfrm>
                <a:off x="7163847" y="1884997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8" name="Google Shape;1808;p19"/>
              <p:cNvSpPr/>
              <p:nvPr/>
            </p:nvSpPr>
            <p:spPr>
              <a:xfrm>
                <a:off x="7245667" y="1803939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9" name="Google Shape;1809;p19"/>
              <p:cNvSpPr/>
              <p:nvPr/>
            </p:nvSpPr>
            <p:spPr>
              <a:xfrm>
                <a:off x="7327487" y="1722881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0" name="Google Shape;1810;p19"/>
              <p:cNvSpPr/>
              <p:nvPr/>
            </p:nvSpPr>
            <p:spPr>
              <a:xfrm>
                <a:off x="7409307" y="1642014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1" name="Google Shape;1811;p19"/>
              <p:cNvSpPr/>
              <p:nvPr/>
            </p:nvSpPr>
            <p:spPr>
              <a:xfrm>
                <a:off x="7491126" y="1560956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2" name="Google Shape;1812;p19"/>
              <p:cNvSpPr/>
              <p:nvPr/>
            </p:nvSpPr>
            <p:spPr>
              <a:xfrm>
                <a:off x="7572946" y="1479898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3" name="Google Shape;1813;p19"/>
              <p:cNvSpPr/>
              <p:nvPr/>
            </p:nvSpPr>
            <p:spPr>
              <a:xfrm>
                <a:off x="7654766" y="1398841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4" name="Google Shape;1814;p19"/>
              <p:cNvSpPr/>
              <p:nvPr/>
            </p:nvSpPr>
            <p:spPr>
              <a:xfrm>
                <a:off x="7736681" y="1317973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5" name="Google Shape;1815;p19"/>
              <p:cNvSpPr/>
              <p:nvPr/>
            </p:nvSpPr>
            <p:spPr>
              <a:xfrm>
                <a:off x="7818405" y="1236915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8" y="4001"/>
                      <a:pt x="0" y="3143"/>
                      <a:pt x="0" y="2000"/>
                    </a:cubicBezTo>
                    <a:cubicBezTo>
                      <a:pt x="0" y="857"/>
                      <a:pt x="858" y="0"/>
                      <a:pt x="2000" y="0"/>
                    </a:cubicBezTo>
                    <a:cubicBezTo>
                      <a:pt x="3143" y="0"/>
                      <a:pt x="4001" y="857"/>
                      <a:pt x="4001" y="2000"/>
                    </a:cubicBezTo>
                    <a:cubicBezTo>
                      <a:pt x="4001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6" name="Google Shape;1816;p19"/>
              <p:cNvSpPr/>
              <p:nvPr/>
            </p:nvSpPr>
            <p:spPr>
              <a:xfrm>
                <a:off x="7900225" y="1155858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6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6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7" name="Google Shape;1817;p19"/>
            <p:cNvGrpSpPr/>
            <p:nvPr/>
          </p:nvGrpSpPr>
          <p:grpSpPr>
            <a:xfrm>
              <a:off x="3826954" y="1161763"/>
              <a:ext cx="3920299" cy="3931539"/>
              <a:chOff x="3826954" y="1161763"/>
              <a:chExt cx="3920299" cy="3931539"/>
            </a:xfrm>
          </p:grpSpPr>
          <p:sp>
            <p:nvSpPr>
              <p:cNvPr id="1818" name="Google Shape;1818;p19"/>
              <p:cNvSpPr/>
              <p:nvPr/>
            </p:nvSpPr>
            <p:spPr>
              <a:xfrm>
                <a:off x="3826954" y="5050440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9" name="Google Shape;1819;p19"/>
              <p:cNvSpPr/>
              <p:nvPr/>
            </p:nvSpPr>
            <p:spPr>
              <a:xfrm>
                <a:off x="3897629" y="4969572"/>
                <a:ext cx="41910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10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0" name="Google Shape;1820;p19"/>
              <p:cNvSpPr/>
              <p:nvPr/>
            </p:nvSpPr>
            <p:spPr>
              <a:xfrm>
                <a:off x="3979449" y="4888420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1" name="Google Shape;1821;p19"/>
              <p:cNvSpPr/>
              <p:nvPr/>
            </p:nvSpPr>
            <p:spPr>
              <a:xfrm>
                <a:off x="4061269" y="4807362"/>
                <a:ext cx="40386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2" name="Google Shape;1822;p19"/>
              <p:cNvSpPr/>
              <p:nvPr/>
            </p:nvSpPr>
            <p:spPr>
              <a:xfrm>
                <a:off x="4142993" y="4726304"/>
                <a:ext cx="39623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3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3" name="Google Shape;1823;p19"/>
              <p:cNvSpPr/>
              <p:nvPr/>
            </p:nvSpPr>
            <p:spPr>
              <a:xfrm>
                <a:off x="4224909" y="4645437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4" name="Google Shape;1824;p19"/>
              <p:cNvSpPr/>
              <p:nvPr/>
            </p:nvSpPr>
            <p:spPr>
              <a:xfrm>
                <a:off x="4306728" y="4564379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5" name="Google Shape;1825;p19"/>
              <p:cNvSpPr/>
              <p:nvPr/>
            </p:nvSpPr>
            <p:spPr>
              <a:xfrm>
                <a:off x="4388548" y="4483321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6" name="Google Shape;1826;p19"/>
              <p:cNvSpPr/>
              <p:nvPr/>
            </p:nvSpPr>
            <p:spPr>
              <a:xfrm>
                <a:off x="4470368" y="4402263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7" name="Google Shape;1827;p19"/>
              <p:cNvSpPr/>
              <p:nvPr/>
            </p:nvSpPr>
            <p:spPr>
              <a:xfrm rot="-128855">
                <a:off x="4552045" y="4321410"/>
                <a:ext cx="35458" cy="3545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35433" y="17716"/>
                    </a:moveTo>
                    <a:cubicBezTo>
                      <a:pt x="35433" y="27501"/>
                      <a:pt x="27501" y="35433"/>
                      <a:pt x="17716" y="35433"/>
                    </a:cubicBezTo>
                    <a:cubicBezTo>
                      <a:pt x="7932" y="35433"/>
                      <a:pt x="0" y="27501"/>
                      <a:pt x="0" y="17716"/>
                    </a:cubicBezTo>
                    <a:cubicBezTo>
                      <a:pt x="0" y="7932"/>
                      <a:pt x="7932" y="0"/>
                      <a:pt x="17716" y="0"/>
                    </a:cubicBezTo>
                    <a:cubicBezTo>
                      <a:pt x="27501" y="0"/>
                      <a:pt x="35433" y="7932"/>
                      <a:pt x="35433" y="17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8" name="Google Shape;1828;p19"/>
              <p:cNvSpPr/>
              <p:nvPr/>
            </p:nvSpPr>
            <p:spPr>
              <a:xfrm>
                <a:off x="4634007" y="4240338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9" name="Google Shape;1829;p19"/>
              <p:cNvSpPr/>
              <p:nvPr/>
            </p:nvSpPr>
            <p:spPr>
              <a:xfrm>
                <a:off x="4715827" y="4159281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0" name="Google Shape;1830;p19"/>
              <p:cNvSpPr/>
              <p:nvPr/>
            </p:nvSpPr>
            <p:spPr>
              <a:xfrm>
                <a:off x="4797647" y="4078223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1" name="Google Shape;1831;p19"/>
              <p:cNvSpPr/>
              <p:nvPr/>
            </p:nvSpPr>
            <p:spPr>
              <a:xfrm>
                <a:off x="4879562" y="3997261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2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4" y="7239"/>
                      <a:pt x="32194" y="16192"/>
                    </a:cubicBezTo>
                    <a:cubicBezTo>
                      <a:pt x="32194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2" name="Google Shape;1832;p19"/>
              <p:cNvSpPr/>
              <p:nvPr/>
            </p:nvSpPr>
            <p:spPr>
              <a:xfrm>
                <a:off x="4961286" y="3916298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2" y="7048"/>
                      <a:pt x="31432" y="15716"/>
                    </a:cubicBezTo>
                    <a:cubicBezTo>
                      <a:pt x="31432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3" name="Google Shape;1833;p19"/>
              <p:cNvSpPr/>
              <p:nvPr/>
            </p:nvSpPr>
            <p:spPr>
              <a:xfrm>
                <a:off x="5043106" y="3835240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0" y="6858"/>
                      <a:pt x="30670" y="15335"/>
                    </a:cubicBezTo>
                    <a:cubicBezTo>
                      <a:pt x="30670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4" name="Google Shape;1834;p19"/>
              <p:cNvSpPr/>
              <p:nvPr/>
            </p:nvSpPr>
            <p:spPr>
              <a:xfrm>
                <a:off x="5124926" y="3754183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5" name="Google Shape;1835;p19"/>
              <p:cNvSpPr/>
              <p:nvPr/>
            </p:nvSpPr>
            <p:spPr>
              <a:xfrm>
                <a:off x="5206746" y="3673125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7"/>
                      <a:pt x="14573" y="29147"/>
                    </a:cubicBezTo>
                    <a:cubicBezTo>
                      <a:pt x="6525" y="29147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6" name="Google Shape;1836;p19"/>
              <p:cNvSpPr/>
              <p:nvPr/>
            </p:nvSpPr>
            <p:spPr>
              <a:xfrm>
                <a:off x="5288565" y="3592258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7" name="Google Shape;1837;p19"/>
              <p:cNvSpPr/>
              <p:nvPr/>
            </p:nvSpPr>
            <p:spPr>
              <a:xfrm>
                <a:off x="5370385" y="3511200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8" name="Google Shape;1838;p19"/>
              <p:cNvSpPr/>
              <p:nvPr/>
            </p:nvSpPr>
            <p:spPr>
              <a:xfrm>
                <a:off x="5452205" y="3430142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9" name="Google Shape;1839;p19"/>
              <p:cNvSpPr/>
              <p:nvPr/>
            </p:nvSpPr>
            <p:spPr>
              <a:xfrm>
                <a:off x="5534025" y="3349084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0" name="Google Shape;1840;p19"/>
              <p:cNvSpPr/>
              <p:nvPr/>
            </p:nvSpPr>
            <p:spPr>
              <a:xfrm>
                <a:off x="5615940" y="3268217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1" name="Google Shape;1841;p19"/>
              <p:cNvSpPr/>
              <p:nvPr/>
            </p:nvSpPr>
            <p:spPr>
              <a:xfrm>
                <a:off x="5697759" y="3187159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2" name="Google Shape;1842;p19"/>
              <p:cNvSpPr/>
              <p:nvPr/>
            </p:nvSpPr>
            <p:spPr>
              <a:xfrm>
                <a:off x="5779484" y="310610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3" name="Google Shape;1843;p19"/>
              <p:cNvSpPr/>
              <p:nvPr/>
            </p:nvSpPr>
            <p:spPr>
              <a:xfrm>
                <a:off x="5861304" y="3025044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4" name="Google Shape;1844;p19"/>
              <p:cNvSpPr/>
              <p:nvPr/>
            </p:nvSpPr>
            <p:spPr>
              <a:xfrm>
                <a:off x="5943219" y="2944177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5" name="Google Shape;1845;p19"/>
              <p:cNvSpPr/>
              <p:nvPr/>
            </p:nvSpPr>
            <p:spPr>
              <a:xfrm>
                <a:off x="6025038" y="2863119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6" name="Google Shape;1846;p19"/>
              <p:cNvSpPr/>
              <p:nvPr/>
            </p:nvSpPr>
            <p:spPr>
              <a:xfrm>
                <a:off x="6106763" y="2782061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7" name="Google Shape;1847;p19"/>
              <p:cNvSpPr/>
              <p:nvPr/>
            </p:nvSpPr>
            <p:spPr>
              <a:xfrm>
                <a:off x="6188583" y="2701003"/>
                <a:ext cx="1943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0" extrusionOk="0">
                    <a:moveTo>
                      <a:pt x="9716" y="19431"/>
                    </a:moveTo>
                    <a:cubicBezTo>
                      <a:pt x="4381" y="19431"/>
                      <a:pt x="0" y="15049"/>
                      <a:pt x="0" y="9715"/>
                    </a:cubicBezTo>
                    <a:cubicBezTo>
                      <a:pt x="0" y="4381"/>
                      <a:pt x="4381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8" name="Google Shape;1848;p19"/>
              <p:cNvSpPr/>
              <p:nvPr/>
            </p:nvSpPr>
            <p:spPr>
              <a:xfrm>
                <a:off x="6270498" y="2620041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8"/>
                      <a:pt x="9239" y="18478"/>
                    </a:cubicBezTo>
                    <a:cubicBezTo>
                      <a:pt x="4137" y="18478"/>
                      <a:pt x="0" y="14342"/>
                      <a:pt x="0" y="9239"/>
                    </a:cubicBezTo>
                    <a:cubicBezTo>
                      <a:pt x="0" y="4136"/>
                      <a:pt x="4137" y="0"/>
                      <a:pt x="9239" y="0"/>
                    </a:cubicBezTo>
                    <a:cubicBezTo>
                      <a:pt x="14342" y="0"/>
                      <a:pt x="18479" y="4136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9" name="Google Shape;1849;p19"/>
              <p:cNvSpPr/>
              <p:nvPr/>
            </p:nvSpPr>
            <p:spPr>
              <a:xfrm>
                <a:off x="6352317" y="2538983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0" name="Google Shape;1850;p19"/>
              <p:cNvSpPr/>
              <p:nvPr/>
            </p:nvSpPr>
            <p:spPr>
              <a:xfrm>
                <a:off x="6434137" y="2457925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1" name="Google Shape;1851;p19"/>
              <p:cNvSpPr/>
              <p:nvPr/>
            </p:nvSpPr>
            <p:spPr>
              <a:xfrm>
                <a:off x="6515861" y="237686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2" name="Google Shape;1852;p19"/>
              <p:cNvSpPr/>
              <p:nvPr/>
            </p:nvSpPr>
            <p:spPr>
              <a:xfrm>
                <a:off x="6597776" y="2295810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3" name="Google Shape;1853;p19"/>
              <p:cNvSpPr/>
              <p:nvPr/>
            </p:nvSpPr>
            <p:spPr>
              <a:xfrm>
                <a:off x="6679596" y="2214943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4" name="Google Shape;1854;p19"/>
              <p:cNvSpPr/>
              <p:nvPr/>
            </p:nvSpPr>
            <p:spPr>
              <a:xfrm>
                <a:off x="6761416" y="2133885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5" name="Google Shape;1855;p19"/>
              <p:cNvSpPr/>
              <p:nvPr/>
            </p:nvSpPr>
            <p:spPr>
              <a:xfrm>
                <a:off x="6843236" y="2052827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6" name="Google Shape;1856;p19"/>
              <p:cNvSpPr/>
              <p:nvPr/>
            </p:nvSpPr>
            <p:spPr>
              <a:xfrm>
                <a:off x="6924960" y="1971769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7" name="Google Shape;1857;p19"/>
              <p:cNvSpPr/>
              <p:nvPr/>
            </p:nvSpPr>
            <p:spPr>
              <a:xfrm>
                <a:off x="7006875" y="1890902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8" name="Google Shape;1858;p19"/>
              <p:cNvSpPr/>
              <p:nvPr/>
            </p:nvSpPr>
            <p:spPr>
              <a:xfrm>
                <a:off x="7088695" y="1809844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9" name="Google Shape;1859;p19"/>
              <p:cNvSpPr/>
              <p:nvPr/>
            </p:nvSpPr>
            <p:spPr>
              <a:xfrm>
                <a:off x="7170515" y="1728787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0" name="Google Shape;1860;p19"/>
              <p:cNvSpPr/>
              <p:nvPr/>
            </p:nvSpPr>
            <p:spPr>
              <a:xfrm>
                <a:off x="7252334" y="1647729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1" name="Google Shape;1861;p19"/>
              <p:cNvSpPr/>
              <p:nvPr/>
            </p:nvSpPr>
            <p:spPr>
              <a:xfrm>
                <a:off x="7334154" y="156686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2" name="Google Shape;1862;p19"/>
              <p:cNvSpPr/>
              <p:nvPr/>
            </p:nvSpPr>
            <p:spPr>
              <a:xfrm>
                <a:off x="7415974" y="1485804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3" name="Google Shape;1863;p19"/>
              <p:cNvSpPr/>
              <p:nvPr/>
            </p:nvSpPr>
            <p:spPr>
              <a:xfrm>
                <a:off x="7497794" y="1404746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4" name="Google Shape;1864;p19"/>
              <p:cNvSpPr/>
              <p:nvPr/>
            </p:nvSpPr>
            <p:spPr>
              <a:xfrm>
                <a:off x="7579614" y="1323688"/>
                <a:ext cx="5714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5" name="Google Shape;1865;p19"/>
              <p:cNvSpPr/>
              <p:nvPr/>
            </p:nvSpPr>
            <p:spPr>
              <a:xfrm>
                <a:off x="7661528" y="1242821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6" name="Google Shape;1866;p19"/>
              <p:cNvSpPr/>
              <p:nvPr/>
            </p:nvSpPr>
            <p:spPr>
              <a:xfrm>
                <a:off x="7743253" y="1161763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0" y="857"/>
                      <a:pt x="4000" y="2000"/>
                    </a:cubicBezTo>
                    <a:cubicBezTo>
                      <a:pt x="4000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67" name="Google Shape;1867;p19"/>
            <p:cNvGrpSpPr/>
            <p:nvPr/>
          </p:nvGrpSpPr>
          <p:grpSpPr>
            <a:xfrm>
              <a:off x="3822477" y="1167669"/>
              <a:ext cx="3768661" cy="3768660"/>
              <a:chOff x="3822477" y="1167669"/>
              <a:chExt cx="3768661" cy="3768660"/>
            </a:xfrm>
          </p:grpSpPr>
          <p:sp>
            <p:nvSpPr>
              <p:cNvPr id="1868" name="Google Shape;1868;p19"/>
              <p:cNvSpPr/>
              <p:nvPr/>
            </p:nvSpPr>
            <p:spPr>
              <a:xfrm>
                <a:off x="3822477" y="4894420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9" name="Google Shape;1869;p19"/>
              <p:cNvSpPr/>
              <p:nvPr/>
            </p:nvSpPr>
            <p:spPr>
              <a:xfrm>
                <a:off x="3904297" y="4813362"/>
                <a:ext cx="41148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8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0" name="Google Shape;1870;p19"/>
              <p:cNvSpPr/>
              <p:nvPr/>
            </p:nvSpPr>
            <p:spPr>
              <a:xfrm>
                <a:off x="3986117" y="4732305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1" name="Google Shape;1871;p19"/>
              <p:cNvSpPr/>
              <p:nvPr/>
            </p:nvSpPr>
            <p:spPr>
              <a:xfrm>
                <a:off x="4067841" y="4651152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2" name="Google Shape;1872;p19"/>
              <p:cNvSpPr/>
              <p:nvPr/>
            </p:nvSpPr>
            <p:spPr>
              <a:xfrm>
                <a:off x="4149756" y="457028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3" name="Google Shape;1873;p19"/>
              <p:cNvSpPr/>
              <p:nvPr/>
            </p:nvSpPr>
            <p:spPr>
              <a:xfrm>
                <a:off x="4231576" y="4489227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4" name="Google Shape;1874;p19"/>
              <p:cNvSpPr/>
              <p:nvPr/>
            </p:nvSpPr>
            <p:spPr>
              <a:xfrm>
                <a:off x="4313396" y="4408169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5" name="Google Shape;1875;p19"/>
              <p:cNvSpPr/>
              <p:nvPr/>
            </p:nvSpPr>
            <p:spPr>
              <a:xfrm>
                <a:off x="4395215" y="4327111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6" name="Google Shape;1876;p19"/>
              <p:cNvSpPr/>
              <p:nvPr/>
            </p:nvSpPr>
            <p:spPr>
              <a:xfrm>
                <a:off x="4477035" y="4246149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812"/>
                    </a:cubicBezTo>
                    <a:cubicBezTo>
                      <a:pt x="0" y="800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812"/>
                    </a:cubicBezTo>
                    <a:cubicBezTo>
                      <a:pt x="35433" y="27718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7" name="Google Shape;1877;p19"/>
              <p:cNvSpPr/>
              <p:nvPr/>
            </p:nvSpPr>
            <p:spPr>
              <a:xfrm>
                <a:off x="4558855" y="4165186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0" y="0"/>
                      <a:pt x="34671" y="7810"/>
                      <a:pt x="34671" y="17335"/>
                    </a:cubicBezTo>
                    <a:cubicBezTo>
                      <a:pt x="34671" y="26860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8" name="Google Shape;1878;p19"/>
              <p:cNvSpPr/>
              <p:nvPr/>
            </p:nvSpPr>
            <p:spPr>
              <a:xfrm>
                <a:off x="4640675" y="4084128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9" name="Google Shape;1879;p19"/>
              <p:cNvSpPr/>
              <p:nvPr/>
            </p:nvSpPr>
            <p:spPr>
              <a:xfrm>
                <a:off x="4722495" y="4003071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0" name="Google Shape;1880;p19"/>
              <p:cNvSpPr/>
              <p:nvPr/>
            </p:nvSpPr>
            <p:spPr>
              <a:xfrm>
                <a:off x="4804314" y="3922013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192" y="32385"/>
                    </a:moveTo>
                    <a:cubicBezTo>
                      <a:pt x="7239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192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1" name="Google Shape;1881;p19"/>
              <p:cNvSpPr/>
              <p:nvPr/>
            </p:nvSpPr>
            <p:spPr>
              <a:xfrm>
                <a:off x="4886134" y="3841146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2" name="Google Shape;1882;p19"/>
              <p:cNvSpPr/>
              <p:nvPr/>
            </p:nvSpPr>
            <p:spPr>
              <a:xfrm>
                <a:off x="4967954" y="3760088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3" name="Google Shape;1883;p19"/>
              <p:cNvSpPr/>
              <p:nvPr/>
            </p:nvSpPr>
            <p:spPr>
              <a:xfrm>
                <a:off x="5049774" y="3679030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4" name="Google Shape;1884;p19"/>
              <p:cNvSpPr/>
              <p:nvPr/>
            </p:nvSpPr>
            <p:spPr>
              <a:xfrm>
                <a:off x="5131593" y="3597972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5" name="Google Shape;1885;p19"/>
              <p:cNvSpPr/>
              <p:nvPr/>
            </p:nvSpPr>
            <p:spPr>
              <a:xfrm>
                <a:off x="5213508" y="3517105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6" name="Google Shape;1886;p19"/>
              <p:cNvSpPr/>
              <p:nvPr/>
            </p:nvSpPr>
            <p:spPr>
              <a:xfrm>
                <a:off x="5295233" y="3436048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7" name="Google Shape;1887;p19"/>
              <p:cNvSpPr/>
              <p:nvPr/>
            </p:nvSpPr>
            <p:spPr>
              <a:xfrm>
                <a:off x="5377053" y="3354990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8" name="Google Shape;1888;p19"/>
              <p:cNvSpPr/>
              <p:nvPr/>
            </p:nvSpPr>
            <p:spPr>
              <a:xfrm>
                <a:off x="5458872" y="3273932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9" name="Google Shape;1889;p19"/>
              <p:cNvSpPr/>
              <p:nvPr/>
            </p:nvSpPr>
            <p:spPr>
              <a:xfrm>
                <a:off x="5540787" y="3193065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0" name="Google Shape;1890;p19"/>
              <p:cNvSpPr/>
              <p:nvPr/>
            </p:nvSpPr>
            <p:spPr>
              <a:xfrm>
                <a:off x="5622607" y="3112007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1" name="Google Shape;1891;p19"/>
              <p:cNvSpPr/>
              <p:nvPr/>
            </p:nvSpPr>
            <p:spPr>
              <a:xfrm>
                <a:off x="5704332" y="3030949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2" name="Google Shape;1892;p19"/>
              <p:cNvSpPr/>
              <p:nvPr/>
            </p:nvSpPr>
            <p:spPr>
              <a:xfrm>
                <a:off x="5786151" y="2949891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3" name="Google Shape;1893;p19"/>
              <p:cNvSpPr/>
              <p:nvPr/>
            </p:nvSpPr>
            <p:spPr>
              <a:xfrm>
                <a:off x="5868066" y="2869024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4" name="Google Shape;1894;p19"/>
              <p:cNvSpPr/>
              <p:nvPr/>
            </p:nvSpPr>
            <p:spPr>
              <a:xfrm>
                <a:off x="5949886" y="2787966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5" name="Google Shape;1895;p19"/>
              <p:cNvSpPr/>
              <p:nvPr/>
            </p:nvSpPr>
            <p:spPr>
              <a:xfrm>
                <a:off x="6031706" y="2706909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6" name="Google Shape;1896;p19"/>
              <p:cNvSpPr/>
              <p:nvPr/>
            </p:nvSpPr>
            <p:spPr>
              <a:xfrm>
                <a:off x="6113430" y="2625851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286" y="0"/>
                      <a:pt x="9716" y="0"/>
                    </a:cubicBezTo>
                    <a:cubicBezTo>
                      <a:pt x="15145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7" name="Google Shape;1897;p19"/>
              <p:cNvSpPr/>
              <p:nvPr/>
            </p:nvSpPr>
            <p:spPr>
              <a:xfrm>
                <a:off x="6195345" y="2544889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8" name="Google Shape;1898;p19"/>
              <p:cNvSpPr/>
              <p:nvPr/>
            </p:nvSpPr>
            <p:spPr>
              <a:xfrm>
                <a:off x="6277165" y="2463926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1"/>
                      <a:pt x="4001" y="0"/>
                      <a:pt x="8858" y="0"/>
                    </a:cubicBezTo>
                    <a:cubicBezTo>
                      <a:pt x="13716" y="0"/>
                      <a:pt x="17717" y="4001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9" name="Google Shape;1899;p19"/>
              <p:cNvSpPr/>
              <p:nvPr/>
            </p:nvSpPr>
            <p:spPr>
              <a:xfrm>
                <a:off x="6358985" y="2382773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5" y="3810"/>
                      <a:pt x="16955" y="8477"/>
                    </a:cubicBezTo>
                    <a:cubicBezTo>
                      <a:pt x="16955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0" name="Google Shape;1900;p19"/>
              <p:cNvSpPr/>
              <p:nvPr/>
            </p:nvSpPr>
            <p:spPr>
              <a:xfrm>
                <a:off x="6440805" y="2301715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1" name="Google Shape;1901;p19"/>
              <p:cNvSpPr/>
              <p:nvPr/>
            </p:nvSpPr>
            <p:spPr>
              <a:xfrm>
                <a:off x="6522529" y="2220753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2" name="Google Shape;1902;p19"/>
              <p:cNvSpPr/>
              <p:nvPr/>
            </p:nvSpPr>
            <p:spPr>
              <a:xfrm>
                <a:off x="6604444" y="2139790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3" name="Google Shape;1903;p19"/>
              <p:cNvSpPr/>
              <p:nvPr/>
            </p:nvSpPr>
            <p:spPr>
              <a:xfrm>
                <a:off x="6686264" y="2058732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4" name="Google Shape;1904;p19"/>
              <p:cNvSpPr/>
              <p:nvPr/>
            </p:nvSpPr>
            <p:spPr>
              <a:xfrm>
                <a:off x="6768083" y="1977675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5" name="Google Shape;1905;p19"/>
              <p:cNvSpPr/>
              <p:nvPr/>
            </p:nvSpPr>
            <p:spPr>
              <a:xfrm>
                <a:off x="6849903" y="1896617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6" name="Google Shape;1906;p19"/>
              <p:cNvSpPr/>
              <p:nvPr/>
            </p:nvSpPr>
            <p:spPr>
              <a:xfrm>
                <a:off x="6931723" y="1815750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7" name="Google Shape;1907;p19"/>
              <p:cNvSpPr/>
              <p:nvPr/>
            </p:nvSpPr>
            <p:spPr>
              <a:xfrm>
                <a:off x="7013543" y="1734692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8" name="Google Shape;1908;p19"/>
              <p:cNvSpPr/>
              <p:nvPr/>
            </p:nvSpPr>
            <p:spPr>
              <a:xfrm>
                <a:off x="7095363" y="1653634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9" name="Google Shape;1909;p19"/>
              <p:cNvSpPr/>
              <p:nvPr/>
            </p:nvSpPr>
            <p:spPr>
              <a:xfrm>
                <a:off x="7177182" y="157257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0" name="Google Shape;1910;p19"/>
              <p:cNvSpPr/>
              <p:nvPr/>
            </p:nvSpPr>
            <p:spPr>
              <a:xfrm>
                <a:off x="7259002" y="1491709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1" name="Google Shape;1911;p19"/>
              <p:cNvSpPr/>
              <p:nvPr/>
            </p:nvSpPr>
            <p:spPr>
              <a:xfrm>
                <a:off x="7340822" y="1410652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2" name="Google Shape;1912;p19"/>
              <p:cNvSpPr/>
              <p:nvPr/>
            </p:nvSpPr>
            <p:spPr>
              <a:xfrm>
                <a:off x="7422641" y="1329594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3" name="Google Shape;1913;p19"/>
              <p:cNvSpPr/>
              <p:nvPr/>
            </p:nvSpPr>
            <p:spPr>
              <a:xfrm>
                <a:off x="7504461" y="1248536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4" name="Google Shape;1914;p19"/>
              <p:cNvSpPr/>
              <p:nvPr/>
            </p:nvSpPr>
            <p:spPr>
              <a:xfrm>
                <a:off x="7586376" y="1167669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15" name="Google Shape;1915;p19"/>
            <p:cNvGrpSpPr/>
            <p:nvPr/>
          </p:nvGrpSpPr>
          <p:grpSpPr>
            <a:xfrm>
              <a:off x="3829145" y="1173384"/>
              <a:ext cx="3605878" cy="3605973"/>
              <a:chOff x="3829145" y="1173384"/>
              <a:chExt cx="3605878" cy="3605973"/>
            </a:xfrm>
          </p:grpSpPr>
          <p:sp>
            <p:nvSpPr>
              <p:cNvPr id="1916" name="Google Shape;1916;p19"/>
              <p:cNvSpPr/>
              <p:nvPr/>
            </p:nvSpPr>
            <p:spPr>
              <a:xfrm>
                <a:off x="3829145" y="4738210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7" name="Google Shape;1917;p19"/>
              <p:cNvSpPr/>
              <p:nvPr/>
            </p:nvSpPr>
            <p:spPr>
              <a:xfrm>
                <a:off x="3910965" y="4657153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8" name="Google Shape;1918;p19"/>
              <p:cNvSpPr/>
              <p:nvPr/>
            </p:nvSpPr>
            <p:spPr>
              <a:xfrm>
                <a:off x="3992689" y="4576095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9" name="Google Shape;1919;p19"/>
              <p:cNvSpPr/>
              <p:nvPr/>
            </p:nvSpPr>
            <p:spPr>
              <a:xfrm>
                <a:off x="4074604" y="4495228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0" name="Google Shape;1920;p19"/>
              <p:cNvSpPr/>
              <p:nvPr/>
            </p:nvSpPr>
            <p:spPr>
              <a:xfrm>
                <a:off x="4156424" y="4414170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1" name="Google Shape;1921;p19"/>
              <p:cNvSpPr/>
              <p:nvPr/>
            </p:nvSpPr>
            <p:spPr>
              <a:xfrm>
                <a:off x="4238243" y="4333017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2" name="Google Shape;1922;p19"/>
              <p:cNvSpPr/>
              <p:nvPr/>
            </p:nvSpPr>
            <p:spPr>
              <a:xfrm>
                <a:off x="4320063" y="4251959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3" name="Google Shape;1923;p19"/>
              <p:cNvSpPr/>
              <p:nvPr/>
            </p:nvSpPr>
            <p:spPr>
              <a:xfrm>
                <a:off x="4401883" y="4171092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4" name="Google Shape;1924;p19"/>
              <p:cNvSpPr/>
              <p:nvPr/>
            </p:nvSpPr>
            <p:spPr>
              <a:xfrm>
                <a:off x="4483703" y="4090034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5" name="Google Shape;1925;p19"/>
              <p:cNvSpPr/>
              <p:nvPr/>
            </p:nvSpPr>
            <p:spPr>
              <a:xfrm>
                <a:off x="4565522" y="4008976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6" name="Google Shape;1926;p19"/>
              <p:cNvSpPr/>
              <p:nvPr/>
            </p:nvSpPr>
            <p:spPr>
              <a:xfrm>
                <a:off x="4647342" y="3927919"/>
                <a:ext cx="33146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6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7" name="Google Shape;1927;p19"/>
              <p:cNvSpPr/>
              <p:nvPr/>
            </p:nvSpPr>
            <p:spPr>
              <a:xfrm>
                <a:off x="4729257" y="3846956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4" y="7239"/>
                      <a:pt x="32194" y="16097"/>
                    </a:cubicBezTo>
                    <a:cubicBezTo>
                      <a:pt x="32194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8" name="Google Shape;1928;p19"/>
              <p:cNvSpPr/>
              <p:nvPr/>
            </p:nvSpPr>
            <p:spPr>
              <a:xfrm>
                <a:off x="4810982" y="3765994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9" name="Google Shape;1929;p19"/>
              <p:cNvSpPr/>
              <p:nvPr/>
            </p:nvSpPr>
            <p:spPr>
              <a:xfrm>
                <a:off x="4892802" y="3684936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0" name="Google Shape;1930;p19"/>
              <p:cNvSpPr/>
              <p:nvPr/>
            </p:nvSpPr>
            <p:spPr>
              <a:xfrm>
                <a:off x="4974621" y="3603878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8" y="29909"/>
                      <a:pt x="0" y="23241"/>
                      <a:pt x="0" y="14954"/>
                    </a:cubicBezTo>
                    <a:cubicBezTo>
                      <a:pt x="0" y="6668"/>
                      <a:pt x="6668" y="0"/>
                      <a:pt x="14954" y="0"/>
                    </a:cubicBezTo>
                    <a:cubicBezTo>
                      <a:pt x="23241" y="0"/>
                      <a:pt x="29909" y="6668"/>
                      <a:pt x="29909" y="14954"/>
                    </a:cubicBezTo>
                    <a:cubicBezTo>
                      <a:pt x="29909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1" name="Google Shape;1931;p19"/>
              <p:cNvSpPr/>
              <p:nvPr/>
            </p:nvSpPr>
            <p:spPr>
              <a:xfrm>
                <a:off x="5056441" y="3522916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2" name="Google Shape;1932;p19"/>
              <p:cNvSpPr/>
              <p:nvPr/>
            </p:nvSpPr>
            <p:spPr>
              <a:xfrm>
                <a:off x="5138356" y="3441953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3" name="Google Shape;1933;p19"/>
              <p:cNvSpPr/>
              <p:nvPr/>
            </p:nvSpPr>
            <p:spPr>
              <a:xfrm>
                <a:off x="5220080" y="3360895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4" name="Google Shape;1934;p19"/>
              <p:cNvSpPr/>
              <p:nvPr/>
            </p:nvSpPr>
            <p:spPr>
              <a:xfrm>
                <a:off x="5301900" y="3279837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5" name="Google Shape;1935;p19"/>
              <p:cNvSpPr/>
              <p:nvPr/>
            </p:nvSpPr>
            <p:spPr>
              <a:xfrm>
                <a:off x="5383720" y="3198780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6" name="Google Shape;1936;p19"/>
              <p:cNvSpPr/>
              <p:nvPr/>
            </p:nvSpPr>
            <p:spPr>
              <a:xfrm>
                <a:off x="5465635" y="3117912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7" name="Google Shape;1937;p19"/>
              <p:cNvSpPr/>
              <p:nvPr/>
            </p:nvSpPr>
            <p:spPr>
              <a:xfrm>
                <a:off x="5547455" y="3036855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8" name="Google Shape;1938;p19"/>
              <p:cNvSpPr/>
              <p:nvPr/>
            </p:nvSpPr>
            <p:spPr>
              <a:xfrm>
                <a:off x="5629179" y="2955797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9" name="Google Shape;1939;p19"/>
              <p:cNvSpPr/>
              <p:nvPr/>
            </p:nvSpPr>
            <p:spPr>
              <a:xfrm>
                <a:off x="5710999" y="2874739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0" name="Google Shape;1940;p19"/>
              <p:cNvSpPr/>
              <p:nvPr/>
            </p:nvSpPr>
            <p:spPr>
              <a:xfrm>
                <a:off x="5792914" y="2793872"/>
                <a:ext cx="21717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6" extrusionOk="0">
                    <a:moveTo>
                      <a:pt x="10859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9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9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1" name="Google Shape;1941;p19"/>
              <p:cNvSpPr/>
              <p:nvPr/>
            </p:nvSpPr>
            <p:spPr>
              <a:xfrm>
                <a:off x="5874734" y="2712814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2" name="Google Shape;1942;p19"/>
              <p:cNvSpPr/>
              <p:nvPr/>
            </p:nvSpPr>
            <p:spPr>
              <a:xfrm>
                <a:off x="5956554" y="2631757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3" name="Google Shape;1943;p19"/>
              <p:cNvSpPr/>
              <p:nvPr/>
            </p:nvSpPr>
            <p:spPr>
              <a:xfrm>
                <a:off x="6038278" y="2550699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4" name="Google Shape;1944;p19"/>
              <p:cNvSpPr/>
              <p:nvPr/>
            </p:nvSpPr>
            <p:spPr>
              <a:xfrm>
                <a:off x="6120193" y="2469832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5" name="Google Shape;1945;p19"/>
              <p:cNvSpPr/>
              <p:nvPr/>
            </p:nvSpPr>
            <p:spPr>
              <a:xfrm>
                <a:off x="6202013" y="238867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6" name="Google Shape;1946;p19"/>
              <p:cNvSpPr/>
              <p:nvPr/>
            </p:nvSpPr>
            <p:spPr>
              <a:xfrm>
                <a:off x="6283833" y="2307716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7" name="Google Shape;1947;p19"/>
              <p:cNvSpPr/>
              <p:nvPr/>
            </p:nvSpPr>
            <p:spPr>
              <a:xfrm>
                <a:off x="6365652" y="2226658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8" name="Google Shape;1948;p19"/>
              <p:cNvSpPr/>
              <p:nvPr/>
            </p:nvSpPr>
            <p:spPr>
              <a:xfrm>
                <a:off x="6447377" y="2145601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1" y="0"/>
                      <a:pt x="15430" y="3429"/>
                      <a:pt x="15430" y="7715"/>
                    </a:cubicBezTo>
                    <a:cubicBezTo>
                      <a:pt x="15430" y="12001"/>
                      <a:pt x="12001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9" name="Google Shape;1949;p19"/>
              <p:cNvSpPr/>
              <p:nvPr/>
            </p:nvSpPr>
            <p:spPr>
              <a:xfrm>
                <a:off x="6529292" y="2064638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0" name="Google Shape;1950;p19"/>
              <p:cNvSpPr/>
              <p:nvPr/>
            </p:nvSpPr>
            <p:spPr>
              <a:xfrm>
                <a:off x="6611111" y="1983580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1" name="Google Shape;1951;p19"/>
              <p:cNvSpPr/>
              <p:nvPr/>
            </p:nvSpPr>
            <p:spPr>
              <a:xfrm>
                <a:off x="6692931" y="190252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2" name="Google Shape;1952;p19"/>
              <p:cNvSpPr/>
              <p:nvPr/>
            </p:nvSpPr>
            <p:spPr>
              <a:xfrm>
                <a:off x="6774751" y="1821465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3" name="Google Shape;1953;p19"/>
              <p:cNvSpPr/>
              <p:nvPr/>
            </p:nvSpPr>
            <p:spPr>
              <a:xfrm>
                <a:off x="6856571" y="1740598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6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4" name="Google Shape;1954;p19"/>
              <p:cNvSpPr/>
              <p:nvPr/>
            </p:nvSpPr>
            <p:spPr>
              <a:xfrm>
                <a:off x="6938391" y="1659540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5" name="Google Shape;1955;p19"/>
              <p:cNvSpPr/>
              <p:nvPr/>
            </p:nvSpPr>
            <p:spPr>
              <a:xfrm>
                <a:off x="7020210" y="1578482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6" name="Google Shape;1956;p19"/>
              <p:cNvSpPr/>
              <p:nvPr/>
            </p:nvSpPr>
            <p:spPr>
              <a:xfrm>
                <a:off x="7102030" y="1497424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7" name="Google Shape;1957;p19"/>
              <p:cNvSpPr/>
              <p:nvPr/>
            </p:nvSpPr>
            <p:spPr>
              <a:xfrm>
                <a:off x="7183945" y="1416557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8" name="Google Shape;1958;p19"/>
              <p:cNvSpPr/>
              <p:nvPr/>
            </p:nvSpPr>
            <p:spPr>
              <a:xfrm>
                <a:off x="7265669" y="1335499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9" name="Google Shape;1959;p19"/>
              <p:cNvSpPr/>
              <p:nvPr/>
            </p:nvSpPr>
            <p:spPr>
              <a:xfrm>
                <a:off x="7347489" y="1254441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0" name="Google Shape;1960;p19"/>
              <p:cNvSpPr/>
              <p:nvPr/>
            </p:nvSpPr>
            <p:spPr>
              <a:xfrm>
                <a:off x="7429309" y="1173384"/>
                <a:ext cx="5714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61" name="Google Shape;1961;p19"/>
            <p:cNvGrpSpPr/>
            <p:nvPr/>
          </p:nvGrpSpPr>
          <p:grpSpPr>
            <a:xfrm>
              <a:off x="3835812" y="1179289"/>
              <a:ext cx="3443001" cy="3443097"/>
              <a:chOff x="3835812" y="1179289"/>
              <a:chExt cx="3443001" cy="3443097"/>
            </a:xfrm>
          </p:grpSpPr>
          <p:sp>
            <p:nvSpPr>
              <p:cNvPr id="1962" name="Google Shape;1962;p19"/>
              <p:cNvSpPr/>
              <p:nvPr/>
            </p:nvSpPr>
            <p:spPr>
              <a:xfrm>
                <a:off x="3835812" y="4582000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3" name="Google Shape;1963;p19"/>
              <p:cNvSpPr/>
              <p:nvPr/>
            </p:nvSpPr>
            <p:spPr>
              <a:xfrm>
                <a:off x="3917632" y="4500943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4" name="Google Shape;1964;p19"/>
              <p:cNvSpPr/>
              <p:nvPr/>
            </p:nvSpPr>
            <p:spPr>
              <a:xfrm>
                <a:off x="3999452" y="442007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5" name="Google Shape;1965;p19"/>
              <p:cNvSpPr/>
              <p:nvPr/>
            </p:nvSpPr>
            <p:spPr>
              <a:xfrm>
                <a:off x="4081271" y="433901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6" name="Google Shape;1966;p19"/>
              <p:cNvSpPr/>
              <p:nvPr/>
            </p:nvSpPr>
            <p:spPr>
              <a:xfrm>
                <a:off x="4163091" y="4257864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7" name="Google Shape;1967;p19"/>
              <p:cNvSpPr/>
              <p:nvPr/>
            </p:nvSpPr>
            <p:spPr>
              <a:xfrm>
                <a:off x="4244911" y="417680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8" name="Google Shape;1968;p19"/>
              <p:cNvSpPr/>
              <p:nvPr/>
            </p:nvSpPr>
            <p:spPr>
              <a:xfrm>
                <a:off x="4326826" y="4095939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7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9" name="Google Shape;1969;p19"/>
              <p:cNvSpPr/>
              <p:nvPr/>
            </p:nvSpPr>
            <p:spPr>
              <a:xfrm>
                <a:off x="4408551" y="4014882"/>
                <a:ext cx="34671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1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1" y="0"/>
                      <a:pt x="34671" y="7810"/>
                      <a:pt x="34671" y="17335"/>
                    </a:cubicBezTo>
                    <a:cubicBezTo>
                      <a:pt x="34671" y="26860"/>
                      <a:pt x="26861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0" name="Google Shape;1970;p19"/>
              <p:cNvSpPr/>
              <p:nvPr/>
            </p:nvSpPr>
            <p:spPr>
              <a:xfrm>
                <a:off x="4490370" y="3933824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1" name="Google Shape;1971;p19"/>
              <p:cNvSpPr/>
              <p:nvPr/>
            </p:nvSpPr>
            <p:spPr>
              <a:xfrm>
                <a:off x="4572190" y="3852862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2" name="Google Shape;1972;p19"/>
              <p:cNvSpPr/>
              <p:nvPr/>
            </p:nvSpPr>
            <p:spPr>
              <a:xfrm>
                <a:off x="4654010" y="3771804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3" name="Google Shape;1973;p19"/>
              <p:cNvSpPr/>
              <p:nvPr/>
            </p:nvSpPr>
            <p:spPr>
              <a:xfrm>
                <a:off x="4735829" y="3690841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4" name="Google Shape;1974;p19"/>
              <p:cNvSpPr/>
              <p:nvPr/>
            </p:nvSpPr>
            <p:spPr>
              <a:xfrm>
                <a:off x="4817649" y="3609784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5" name="Google Shape;1975;p19"/>
              <p:cNvSpPr/>
              <p:nvPr/>
            </p:nvSpPr>
            <p:spPr>
              <a:xfrm>
                <a:off x="4899469" y="3528726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6" name="Google Shape;1976;p19"/>
              <p:cNvSpPr/>
              <p:nvPr/>
            </p:nvSpPr>
            <p:spPr>
              <a:xfrm>
                <a:off x="4981289" y="3447668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69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69"/>
                      <a:pt x="22669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7" name="Google Shape;1977;p19"/>
              <p:cNvSpPr/>
              <p:nvPr/>
            </p:nvSpPr>
            <p:spPr>
              <a:xfrm>
                <a:off x="5063204" y="3366801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8" name="Google Shape;1978;p19"/>
              <p:cNvSpPr/>
              <p:nvPr/>
            </p:nvSpPr>
            <p:spPr>
              <a:xfrm>
                <a:off x="5144928" y="3285743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9" name="Google Shape;1979;p19"/>
              <p:cNvSpPr/>
              <p:nvPr/>
            </p:nvSpPr>
            <p:spPr>
              <a:xfrm>
                <a:off x="5226748" y="3204685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0" name="Google Shape;1980;p19"/>
              <p:cNvSpPr/>
              <p:nvPr/>
            </p:nvSpPr>
            <p:spPr>
              <a:xfrm>
                <a:off x="5308568" y="3123628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1" name="Google Shape;1981;p19"/>
              <p:cNvSpPr/>
              <p:nvPr/>
            </p:nvSpPr>
            <p:spPr>
              <a:xfrm>
                <a:off x="5390483" y="3042760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2" name="Google Shape;1982;p19"/>
              <p:cNvSpPr/>
              <p:nvPr/>
            </p:nvSpPr>
            <p:spPr>
              <a:xfrm>
                <a:off x="5472303" y="296170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3" name="Google Shape;1983;p19"/>
              <p:cNvSpPr/>
              <p:nvPr/>
            </p:nvSpPr>
            <p:spPr>
              <a:xfrm>
                <a:off x="5554027" y="288064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4" name="Google Shape;1984;p19"/>
              <p:cNvSpPr/>
              <p:nvPr/>
            </p:nvSpPr>
            <p:spPr>
              <a:xfrm>
                <a:off x="5635847" y="279958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5" name="Google Shape;1985;p19"/>
              <p:cNvSpPr/>
              <p:nvPr/>
            </p:nvSpPr>
            <p:spPr>
              <a:xfrm>
                <a:off x="5717762" y="2718720"/>
                <a:ext cx="21717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9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9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6" name="Google Shape;1986;p19"/>
              <p:cNvSpPr/>
              <p:nvPr/>
            </p:nvSpPr>
            <p:spPr>
              <a:xfrm>
                <a:off x="5799582" y="263766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7" name="Google Shape;1987;p19"/>
              <p:cNvSpPr/>
              <p:nvPr/>
            </p:nvSpPr>
            <p:spPr>
              <a:xfrm>
                <a:off x="5881401" y="2556604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8" name="Google Shape;1988;p19"/>
              <p:cNvSpPr/>
              <p:nvPr/>
            </p:nvSpPr>
            <p:spPr>
              <a:xfrm>
                <a:off x="5963126" y="2475546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9" name="Google Shape;1989;p19"/>
              <p:cNvSpPr/>
              <p:nvPr/>
            </p:nvSpPr>
            <p:spPr>
              <a:xfrm>
                <a:off x="6045041" y="2394584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0" name="Google Shape;1990;p19"/>
              <p:cNvSpPr/>
              <p:nvPr/>
            </p:nvSpPr>
            <p:spPr>
              <a:xfrm>
                <a:off x="6126861" y="231362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0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1" name="Google Shape;1991;p19"/>
              <p:cNvSpPr/>
              <p:nvPr/>
            </p:nvSpPr>
            <p:spPr>
              <a:xfrm>
                <a:off x="6208680" y="223256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2" name="Google Shape;1992;p19"/>
              <p:cNvSpPr/>
              <p:nvPr/>
            </p:nvSpPr>
            <p:spPr>
              <a:xfrm>
                <a:off x="6290500" y="2151506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19" y="16193"/>
                      <a:pt x="0" y="12573"/>
                      <a:pt x="0" y="8096"/>
                    </a:cubicBezTo>
                    <a:cubicBezTo>
                      <a:pt x="0" y="3620"/>
                      <a:pt x="3619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3" name="Google Shape;1993;p19"/>
              <p:cNvSpPr/>
              <p:nvPr/>
            </p:nvSpPr>
            <p:spPr>
              <a:xfrm>
                <a:off x="6372225" y="2070448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4" name="Google Shape;1994;p19"/>
              <p:cNvSpPr/>
              <p:nvPr/>
            </p:nvSpPr>
            <p:spPr>
              <a:xfrm>
                <a:off x="6454140" y="1989581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5" name="Google Shape;1995;p19"/>
              <p:cNvSpPr/>
              <p:nvPr/>
            </p:nvSpPr>
            <p:spPr>
              <a:xfrm>
                <a:off x="6535959" y="1908428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6" name="Google Shape;1996;p19"/>
              <p:cNvSpPr/>
              <p:nvPr/>
            </p:nvSpPr>
            <p:spPr>
              <a:xfrm>
                <a:off x="6617779" y="1827370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7" name="Google Shape;1997;p19"/>
              <p:cNvSpPr/>
              <p:nvPr/>
            </p:nvSpPr>
            <p:spPr>
              <a:xfrm>
                <a:off x="6699599" y="1746313"/>
                <a:ext cx="12191" cy="12192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2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8" name="Google Shape;1998;p19"/>
              <p:cNvSpPr/>
              <p:nvPr/>
            </p:nvSpPr>
            <p:spPr>
              <a:xfrm>
                <a:off x="6781418" y="1665445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9" name="Google Shape;1999;p19"/>
              <p:cNvSpPr/>
              <p:nvPr/>
            </p:nvSpPr>
            <p:spPr>
              <a:xfrm>
                <a:off x="6863238" y="1584388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0" name="Google Shape;2000;p19"/>
              <p:cNvSpPr/>
              <p:nvPr/>
            </p:nvSpPr>
            <p:spPr>
              <a:xfrm>
                <a:off x="6945058" y="1503330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1" name="Google Shape;2001;p19"/>
              <p:cNvSpPr/>
              <p:nvPr/>
            </p:nvSpPr>
            <p:spPr>
              <a:xfrm>
                <a:off x="7026878" y="1422272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2" name="Google Shape;2002;p19"/>
              <p:cNvSpPr/>
              <p:nvPr/>
            </p:nvSpPr>
            <p:spPr>
              <a:xfrm>
                <a:off x="7108793" y="1341405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3" name="Google Shape;2003;p19"/>
              <p:cNvSpPr/>
              <p:nvPr/>
            </p:nvSpPr>
            <p:spPr>
              <a:xfrm>
                <a:off x="7190517" y="1260347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4" name="Google Shape;2004;p19"/>
              <p:cNvSpPr/>
              <p:nvPr/>
            </p:nvSpPr>
            <p:spPr>
              <a:xfrm>
                <a:off x="7272337" y="1179289"/>
                <a:ext cx="6476" cy="6476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6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05" name="Google Shape;2005;p19"/>
            <p:cNvGrpSpPr/>
            <p:nvPr/>
          </p:nvGrpSpPr>
          <p:grpSpPr>
            <a:xfrm>
              <a:off x="3842480" y="1185195"/>
              <a:ext cx="3280124" cy="3280218"/>
              <a:chOff x="3842480" y="1185195"/>
              <a:chExt cx="3280124" cy="3280218"/>
            </a:xfrm>
          </p:grpSpPr>
          <p:sp>
            <p:nvSpPr>
              <p:cNvPr id="2006" name="Google Shape;2006;p19"/>
              <p:cNvSpPr/>
              <p:nvPr/>
            </p:nvSpPr>
            <p:spPr>
              <a:xfrm>
                <a:off x="3842480" y="4425790"/>
                <a:ext cx="39624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3" extrusionOk="0">
                    <a:moveTo>
                      <a:pt x="39624" y="19812"/>
                    </a:moveTo>
                    <a:cubicBezTo>
                      <a:pt x="39624" y="30754"/>
                      <a:pt x="30754" y="39624"/>
                      <a:pt x="19812" y="39624"/>
                    </a:cubicBezTo>
                    <a:cubicBezTo>
                      <a:pt x="8870" y="39624"/>
                      <a:pt x="0" y="30754"/>
                      <a:pt x="0" y="19812"/>
                    </a:cubicBezTo>
                    <a:cubicBezTo>
                      <a:pt x="0" y="8870"/>
                      <a:pt x="8870" y="0"/>
                      <a:pt x="19812" y="0"/>
                    </a:cubicBezTo>
                    <a:cubicBezTo>
                      <a:pt x="30754" y="0"/>
                      <a:pt x="39624" y="8870"/>
                      <a:pt x="39624" y="198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7" name="Google Shape;2007;p19"/>
              <p:cNvSpPr/>
              <p:nvPr/>
            </p:nvSpPr>
            <p:spPr>
              <a:xfrm>
                <a:off x="3924300" y="4344923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8" name="Google Shape;2008;p19"/>
              <p:cNvSpPr/>
              <p:nvPr/>
            </p:nvSpPr>
            <p:spPr>
              <a:xfrm>
                <a:off x="4006119" y="4263865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9" name="Google Shape;2009;p19"/>
              <p:cNvSpPr/>
              <p:nvPr/>
            </p:nvSpPr>
            <p:spPr>
              <a:xfrm>
                <a:off x="4087939" y="418280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0" name="Google Shape;2010;p19"/>
              <p:cNvSpPr/>
              <p:nvPr/>
            </p:nvSpPr>
            <p:spPr>
              <a:xfrm>
                <a:off x="4169759" y="410175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1" name="Google Shape;2011;p19"/>
              <p:cNvSpPr/>
              <p:nvPr/>
            </p:nvSpPr>
            <p:spPr>
              <a:xfrm>
                <a:off x="4251674" y="4020787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2" name="Google Shape;2012;p19"/>
              <p:cNvSpPr/>
              <p:nvPr/>
            </p:nvSpPr>
            <p:spPr>
              <a:xfrm>
                <a:off x="4333398" y="3939729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3" name="Google Shape;2013;p19"/>
              <p:cNvSpPr/>
              <p:nvPr/>
            </p:nvSpPr>
            <p:spPr>
              <a:xfrm>
                <a:off x="4415218" y="3858672"/>
                <a:ext cx="33908" cy="33909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9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5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5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4" name="Google Shape;2014;p19"/>
              <p:cNvSpPr/>
              <p:nvPr/>
            </p:nvSpPr>
            <p:spPr>
              <a:xfrm>
                <a:off x="4497038" y="3777709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5" name="Google Shape;2015;p19"/>
              <p:cNvSpPr/>
              <p:nvPr/>
            </p:nvSpPr>
            <p:spPr>
              <a:xfrm rot="-5391406">
                <a:off x="4578878" y="3696629"/>
                <a:ext cx="32385" cy="32385"/>
              </a:xfrm>
              <a:custGeom>
                <a:avLst/>
                <a:gdLst/>
                <a:ahLst/>
                <a:cxnLst/>
                <a:rect l="l" t="t" r="r" b="b"/>
                <a:pathLst>
                  <a:path w="32385" h="32385" extrusionOk="0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49"/>
                      <a:pt x="32385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6" name="Google Shape;2016;p19"/>
              <p:cNvSpPr/>
              <p:nvPr/>
            </p:nvSpPr>
            <p:spPr>
              <a:xfrm>
                <a:off x="4660772" y="3615689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7" name="Google Shape;2017;p19"/>
              <p:cNvSpPr/>
              <p:nvPr/>
            </p:nvSpPr>
            <p:spPr>
              <a:xfrm>
                <a:off x="4742497" y="3534631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8" name="Google Shape;2018;p19"/>
              <p:cNvSpPr/>
              <p:nvPr/>
            </p:nvSpPr>
            <p:spPr>
              <a:xfrm>
                <a:off x="4824317" y="3453574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9" name="Google Shape;2019;p19"/>
              <p:cNvSpPr/>
              <p:nvPr/>
            </p:nvSpPr>
            <p:spPr>
              <a:xfrm>
                <a:off x="4906137" y="337261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0" name="Google Shape;2020;p19"/>
              <p:cNvSpPr/>
              <p:nvPr/>
            </p:nvSpPr>
            <p:spPr>
              <a:xfrm>
                <a:off x="4988052" y="3291649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8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1" name="Google Shape;2021;p19"/>
              <p:cNvSpPr/>
              <p:nvPr/>
            </p:nvSpPr>
            <p:spPr>
              <a:xfrm>
                <a:off x="5069871" y="3210591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2" name="Google Shape;2022;p19"/>
              <p:cNvSpPr/>
              <p:nvPr/>
            </p:nvSpPr>
            <p:spPr>
              <a:xfrm>
                <a:off x="5151596" y="3129533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3" name="Google Shape;2023;p19"/>
              <p:cNvSpPr/>
              <p:nvPr/>
            </p:nvSpPr>
            <p:spPr>
              <a:xfrm>
                <a:off x="5233416" y="3048475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4" name="Google Shape;2024;p19"/>
              <p:cNvSpPr/>
              <p:nvPr/>
            </p:nvSpPr>
            <p:spPr>
              <a:xfrm>
                <a:off x="5315330" y="2967608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5" name="Google Shape;2025;p19"/>
              <p:cNvSpPr/>
              <p:nvPr/>
            </p:nvSpPr>
            <p:spPr>
              <a:xfrm>
                <a:off x="5397150" y="2886550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6" name="Google Shape;2026;p19"/>
              <p:cNvSpPr/>
              <p:nvPr/>
            </p:nvSpPr>
            <p:spPr>
              <a:xfrm>
                <a:off x="5478970" y="280549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7" name="Google Shape;2027;p19"/>
              <p:cNvSpPr/>
              <p:nvPr/>
            </p:nvSpPr>
            <p:spPr>
              <a:xfrm>
                <a:off x="5560695" y="2724435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22669" y="11335"/>
                    </a:moveTo>
                    <a:cubicBezTo>
                      <a:pt x="22669" y="17595"/>
                      <a:pt x="17595" y="22670"/>
                      <a:pt x="11335" y="22670"/>
                    </a:cubicBezTo>
                    <a:cubicBezTo>
                      <a:pt x="5075" y="22670"/>
                      <a:pt x="0" y="17595"/>
                      <a:pt x="0" y="11335"/>
                    </a:cubicBezTo>
                    <a:cubicBezTo>
                      <a:pt x="0" y="5075"/>
                      <a:pt x="5075" y="0"/>
                      <a:pt x="11335" y="0"/>
                    </a:cubicBezTo>
                    <a:cubicBezTo>
                      <a:pt x="17595" y="0"/>
                      <a:pt x="22669" y="5075"/>
                      <a:pt x="22669" y="11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8" name="Google Shape;2028;p19"/>
              <p:cNvSpPr/>
              <p:nvPr/>
            </p:nvSpPr>
            <p:spPr>
              <a:xfrm>
                <a:off x="5642609" y="2643567"/>
                <a:ext cx="21716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9" name="Google Shape;2029;p19"/>
              <p:cNvSpPr/>
              <p:nvPr/>
            </p:nvSpPr>
            <p:spPr>
              <a:xfrm>
                <a:off x="5724429" y="256251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20955" y="10478"/>
                    </a:moveTo>
                    <a:cubicBezTo>
                      <a:pt x="20955" y="16264"/>
                      <a:pt x="16264" y="20955"/>
                      <a:pt x="10477" y="20955"/>
                    </a:cubicBezTo>
                    <a:cubicBezTo>
                      <a:pt x="4691" y="20955"/>
                      <a:pt x="0" y="16264"/>
                      <a:pt x="0" y="10478"/>
                    </a:cubicBezTo>
                    <a:cubicBezTo>
                      <a:pt x="0" y="4691"/>
                      <a:pt x="4691" y="0"/>
                      <a:pt x="10477" y="0"/>
                    </a:cubicBezTo>
                    <a:cubicBezTo>
                      <a:pt x="16264" y="0"/>
                      <a:pt x="20955" y="4691"/>
                      <a:pt x="20955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0" name="Google Shape;2030;p19"/>
              <p:cNvSpPr/>
              <p:nvPr/>
            </p:nvSpPr>
            <p:spPr>
              <a:xfrm>
                <a:off x="5806249" y="2481452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1" name="Google Shape;2031;p19"/>
              <p:cNvSpPr/>
              <p:nvPr/>
            </p:nvSpPr>
            <p:spPr>
              <a:xfrm>
                <a:off x="5888069" y="2400394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50"/>
                      <a:pt x="0" y="9716"/>
                    </a:cubicBezTo>
                    <a:cubicBezTo>
                      <a:pt x="0" y="4382"/>
                      <a:pt x="4382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2" name="Google Shape;2032;p19"/>
              <p:cNvSpPr/>
              <p:nvPr/>
            </p:nvSpPr>
            <p:spPr>
              <a:xfrm>
                <a:off x="5969888" y="2319527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3" name="Google Shape;2033;p19"/>
              <p:cNvSpPr/>
              <p:nvPr/>
            </p:nvSpPr>
            <p:spPr>
              <a:xfrm>
                <a:off x="6051708" y="223846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7"/>
                      <a:pt x="8858" y="17717"/>
                    </a:cubicBezTo>
                    <a:cubicBezTo>
                      <a:pt x="3966" y="17717"/>
                      <a:pt x="0" y="13751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4" name="Google Shape;2034;p19"/>
              <p:cNvSpPr/>
              <p:nvPr/>
            </p:nvSpPr>
            <p:spPr>
              <a:xfrm>
                <a:off x="6133528" y="215741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5" name="Google Shape;2035;p19"/>
              <p:cNvSpPr/>
              <p:nvPr/>
            </p:nvSpPr>
            <p:spPr>
              <a:xfrm>
                <a:off x="6215348" y="207635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6" name="Google Shape;2036;p19"/>
              <p:cNvSpPr/>
              <p:nvPr/>
            </p:nvSpPr>
            <p:spPr>
              <a:xfrm>
                <a:off x="6297167" y="1995296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1"/>
                      <a:pt x="12002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7" name="Google Shape;2037;p19"/>
              <p:cNvSpPr/>
              <p:nvPr/>
            </p:nvSpPr>
            <p:spPr>
              <a:xfrm>
                <a:off x="6378987" y="1914334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8" name="Google Shape;2038;p19"/>
              <p:cNvSpPr/>
              <p:nvPr/>
            </p:nvSpPr>
            <p:spPr>
              <a:xfrm>
                <a:off x="6460807" y="1833371"/>
                <a:ext cx="13716" cy="13715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5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9" name="Google Shape;2039;p19"/>
              <p:cNvSpPr/>
              <p:nvPr/>
            </p:nvSpPr>
            <p:spPr>
              <a:xfrm>
                <a:off x="6542627" y="1752313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0" name="Google Shape;2040;p19"/>
              <p:cNvSpPr/>
              <p:nvPr/>
            </p:nvSpPr>
            <p:spPr>
              <a:xfrm>
                <a:off x="6624447" y="1671160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1" name="Google Shape;2041;p19"/>
              <p:cNvSpPr/>
              <p:nvPr/>
            </p:nvSpPr>
            <p:spPr>
              <a:xfrm>
                <a:off x="6706361" y="1590293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2" name="Google Shape;2042;p19"/>
              <p:cNvSpPr/>
              <p:nvPr/>
            </p:nvSpPr>
            <p:spPr>
              <a:xfrm>
                <a:off x="6788086" y="1509235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3" name="Google Shape;2043;p19"/>
              <p:cNvSpPr/>
              <p:nvPr/>
            </p:nvSpPr>
            <p:spPr>
              <a:xfrm>
                <a:off x="6869906" y="1428178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5"/>
                    </a:moveTo>
                    <a:cubicBezTo>
                      <a:pt x="2191" y="9715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5"/>
                      <a:pt x="4858" y="9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4" name="Google Shape;2044;p19"/>
              <p:cNvSpPr/>
              <p:nvPr/>
            </p:nvSpPr>
            <p:spPr>
              <a:xfrm>
                <a:off x="6951725" y="1347120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5" name="Google Shape;2045;p19"/>
              <p:cNvSpPr/>
              <p:nvPr/>
            </p:nvSpPr>
            <p:spPr>
              <a:xfrm>
                <a:off x="7033641" y="126625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6" name="Google Shape;2046;p19"/>
              <p:cNvSpPr/>
              <p:nvPr/>
            </p:nvSpPr>
            <p:spPr>
              <a:xfrm>
                <a:off x="7115365" y="1185195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47" name="Google Shape;2047;p19"/>
            <p:cNvGrpSpPr/>
            <p:nvPr/>
          </p:nvGrpSpPr>
          <p:grpSpPr>
            <a:xfrm>
              <a:off x="3849147" y="1191100"/>
              <a:ext cx="3117342" cy="3117342"/>
              <a:chOff x="3849147" y="1191100"/>
              <a:chExt cx="3117342" cy="3117342"/>
            </a:xfrm>
          </p:grpSpPr>
          <p:sp>
            <p:nvSpPr>
              <p:cNvPr id="2048" name="Google Shape;2048;p19"/>
              <p:cNvSpPr/>
              <p:nvPr/>
            </p:nvSpPr>
            <p:spPr>
              <a:xfrm>
                <a:off x="3849147" y="426977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9" name="Google Shape;2049;p19"/>
              <p:cNvSpPr/>
              <p:nvPr/>
            </p:nvSpPr>
            <p:spPr>
              <a:xfrm>
                <a:off x="3930967" y="4188713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0" name="Google Shape;2050;p19"/>
              <p:cNvSpPr/>
              <p:nvPr/>
            </p:nvSpPr>
            <p:spPr>
              <a:xfrm>
                <a:off x="4012787" y="4107655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37148" y="18574"/>
                    </a:moveTo>
                    <a:cubicBezTo>
                      <a:pt x="37148" y="28832"/>
                      <a:pt x="28832" y="37148"/>
                      <a:pt x="18574" y="37148"/>
                    </a:cubicBezTo>
                    <a:cubicBezTo>
                      <a:pt x="8316" y="37148"/>
                      <a:pt x="0" y="28832"/>
                      <a:pt x="0" y="18574"/>
                    </a:cubicBezTo>
                    <a:cubicBezTo>
                      <a:pt x="0" y="8316"/>
                      <a:pt x="8316" y="0"/>
                      <a:pt x="18574" y="0"/>
                    </a:cubicBezTo>
                    <a:cubicBezTo>
                      <a:pt x="28832" y="0"/>
                      <a:pt x="37148" y="8316"/>
                      <a:pt x="37148" y="18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1" name="Google Shape;2051;p19"/>
              <p:cNvSpPr/>
              <p:nvPr/>
            </p:nvSpPr>
            <p:spPr>
              <a:xfrm>
                <a:off x="4094606" y="402659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2" name="Google Shape;2052;p19"/>
              <p:cNvSpPr/>
              <p:nvPr/>
            </p:nvSpPr>
            <p:spPr>
              <a:xfrm>
                <a:off x="4176521" y="3945730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3" name="Google Shape;2053;p19"/>
              <p:cNvSpPr/>
              <p:nvPr/>
            </p:nvSpPr>
            <p:spPr>
              <a:xfrm>
                <a:off x="4258246" y="3864672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4" name="Google Shape;2054;p19"/>
              <p:cNvSpPr/>
              <p:nvPr/>
            </p:nvSpPr>
            <p:spPr>
              <a:xfrm>
                <a:off x="4340066" y="3783615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5" name="Google Shape;2055;p19"/>
              <p:cNvSpPr/>
              <p:nvPr/>
            </p:nvSpPr>
            <p:spPr>
              <a:xfrm>
                <a:off x="4421886" y="3702557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6" name="Google Shape;2056;p19"/>
              <p:cNvSpPr/>
              <p:nvPr/>
            </p:nvSpPr>
            <p:spPr>
              <a:xfrm>
                <a:off x="4503800" y="3621499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097"/>
                    </a:cubicBezTo>
                    <a:cubicBezTo>
                      <a:pt x="32195" y="24955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7" name="Google Shape;2057;p19"/>
              <p:cNvSpPr/>
              <p:nvPr/>
            </p:nvSpPr>
            <p:spPr>
              <a:xfrm>
                <a:off x="4585620" y="354053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8" name="Google Shape;2058;p19"/>
              <p:cNvSpPr/>
              <p:nvPr/>
            </p:nvSpPr>
            <p:spPr>
              <a:xfrm>
                <a:off x="4667345" y="345947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9" name="Google Shape;2059;p19"/>
              <p:cNvSpPr/>
              <p:nvPr/>
            </p:nvSpPr>
            <p:spPr>
              <a:xfrm>
                <a:off x="4749164" y="3378421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0" name="Google Shape;2060;p19"/>
              <p:cNvSpPr/>
              <p:nvPr/>
            </p:nvSpPr>
            <p:spPr>
              <a:xfrm>
                <a:off x="4830984" y="3297363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7"/>
                    </a:moveTo>
                    <a:cubicBezTo>
                      <a:pt x="6572" y="29147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70"/>
                      <a:pt x="22669" y="29147"/>
                      <a:pt x="14573" y="29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1" name="Google Shape;2061;p19"/>
              <p:cNvSpPr/>
              <p:nvPr/>
            </p:nvSpPr>
            <p:spPr>
              <a:xfrm>
                <a:off x="4912899" y="3216496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2" name="Google Shape;2062;p19"/>
              <p:cNvSpPr/>
              <p:nvPr/>
            </p:nvSpPr>
            <p:spPr>
              <a:xfrm>
                <a:off x="4994719" y="3135438"/>
                <a:ext cx="27432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3" name="Google Shape;2063;p19"/>
              <p:cNvSpPr/>
              <p:nvPr/>
            </p:nvSpPr>
            <p:spPr>
              <a:xfrm>
                <a:off x="5076444" y="3054381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4" name="Google Shape;2064;p19"/>
              <p:cNvSpPr/>
              <p:nvPr/>
            </p:nvSpPr>
            <p:spPr>
              <a:xfrm>
                <a:off x="5158263" y="297332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5" name="Google Shape;2065;p19"/>
              <p:cNvSpPr/>
              <p:nvPr/>
            </p:nvSpPr>
            <p:spPr>
              <a:xfrm>
                <a:off x="5240178" y="289245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6" name="Google Shape;2066;p19"/>
              <p:cNvSpPr/>
              <p:nvPr/>
            </p:nvSpPr>
            <p:spPr>
              <a:xfrm>
                <a:off x="5321998" y="2811398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7" name="Google Shape;2067;p19"/>
              <p:cNvSpPr/>
              <p:nvPr/>
            </p:nvSpPr>
            <p:spPr>
              <a:xfrm>
                <a:off x="5403818" y="2730340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8" name="Google Shape;2068;p19"/>
              <p:cNvSpPr/>
              <p:nvPr/>
            </p:nvSpPr>
            <p:spPr>
              <a:xfrm>
                <a:off x="5485542" y="2649282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69" y="5048"/>
                      <a:pt x="22669" y="11335"/>
                    </a:cubicBezTo>
                    <a:cubicBezTo>
                      <a:pt x="22669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9" name="Google Shape;2069;p19"/>
              <p:cNvSpPr/>
              <p:nvPr/>
            </p:nvSpPr>
            <p:spPr>
              <a:xfrm>
                <a:off x="5567457" y="2568415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21717" y="10858"/>
                    </a:moveTo>
                    <a:cubicBezTo>
                      <a:pt x="21717" y="16855"/>
                      <a:pt x="16855" y="21717"/>
                      <a:pt x="10858" y="21717"/>
                    </a:cubicBezTo>
                    <a:cubicBezTo>
                      <a:pt x="4861" y="21717"/>
                      <a:pt x="0" y="16855"/>
                      <a:pt x="0" y="10858"/>
                    </a:cubicBezTo>
                    <a:cubicBezTo>
                      <a:pt x="0" y="4861"/>
                      <a:pt x="4861" y="0"/>
                      <a:pt x="10858" y="0"/>
                    </a:cubicBezTo>
                    <a:cubicBezTo>
                      <a:pt x="16855" y="0"/>
                      <a:pt x="21717" y="4861"/>
                      <a:pt x="21717" y="10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0" name="Google Shape;2070;p19"/>
              <p:cNvSpPr/>
              <p:nvPr/>
            </p:nvSpPr>
            <p:spPr>
              <a:xfrm>
                <a:off x="5649277" y="2487357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1" name="Google Shape;2071;p19"/>
              <p:cNvSpPr/>
              <p:nvPr/>
            </p:nvSpPr>
            <p:spPr>
              <a:xfrm>
                <a:off x="5731097" y="240630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2" name="Google Shape;2072;p19"/>
              <p:cNvSpPr/>
              <p:nvPr/>
            </p:nvSpPr>
            <p:spPr>
              <a:xfrm>
                <a:off x="5812916" y="232524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3" name="Google Shape;2073;p19"/>
              <p:cNvSpPr/>
              <p:nvPr/>
            </p:nvSpPr>
            <p:spPr>
              <a:xfrm>
                <a:off x="5894736" y="224428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7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4" name="Google Shape;2074;p19"/>
              <p:cNvSpPr/>
              <p:nvPr/>
            </p:nvSpPr>
            <p:spPr>
              <a:xfrm>
                <a:off x="5976556" y="216331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5" name="Google Shape;2075;p19"/>
              <p:cNvSpPr/>
              <p:nvPr/>
            </p:nvSpPr>
            <p:spPr>
              <a:xfrm>
                <a:off x="6058376" y="2082259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4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6" name="Google Shape;2076;p19"/>
              <p:cNvSpPr/>
              <p:nvPr/>
            </p:nvSpPr>
            <p:spPr>
              <a:xfrm>
                <a:off x="6140195" y="2001201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7" name="Google Shape;2077;p19"/>
              <p:cNvSpPr/>
              <p:nvPr/>
            </p:nvSpPr>
            <p:spPr>
              <a:xfrm>
                <a:off x="6222015" y="1920144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1" y="7715"/>
                    </a:moveTo>
                    <a:cubicBezTo>
                      <a:pt x="15431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1" y="3454"/>
                      <a:pt x="15431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8" name="Google Shape;2078;p19"/>
              <p:cNvSpPr/>
              <p:nvPr/>
            </p:nvSpPr>
            <p:spPr>
              <a:xfrm>
                <a:off x="6303835" y="1839276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9" name="Google Shape;2079;p19"/>
              <p:cNvSpPr/>
              <p:nvPr/>
            </p:nvSpPr>
            <p:spPr>
              <a:xfrm>
                <a:off x="6385655" y="1758219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0" name="Google Shape;2080;p19"/>
              <p:cNvSpPr/>
              <p:nvPr/>
            </p:nvSpPr>
            <p:spPr>
              <a:xfrm>
                <a:off x="6467475" y="1677161"/>
                <a:ext cx="1295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1" name="Google Shape;2081;p19"/>
              <p:cNvSpPr/>
              <p:nvPr/>
            </p:nvSpPr>
            <p:spPr>
              <a:xfrm>
                <a:off x="6549294" y="1596103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2" name="Google Shape;2082;p19"/>
              <p:cNvSpPr/>
              <p:nvPr/>
            </p:nvSpPr>
            <p:spPr>
              <a:xfrm>
                <a:off x="6631209" y="151514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3" name="Google Shape;2083;p19"/>
              <p:cNvSpPr/>
              <p:nvPr/>
            </p:nvSpPr>
            <p:spPr>
              <a:xfrm>
                <a:off x="6712934" y="143408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4" name="Google Shape;2084;p19"/>
              <p:cNvSpPr/>
              <p:nvPr/>
            </p:nvSpPr>
            <p:spPr>
              <a:xfrm>
                <a:off x="6794754" y="135312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5" name="Google Shape;2085;p19"/>
              <p:cNvSpPr/>
              <p:nvPr/>
            </p:nvSpPr>
            <p:spPr>
              <a:xfrm>
                <a:off x="6876573" y="1271967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6" name="Google Shape;2086;p19"/>
              <p:cNvSpPr/>
              <p:nvPr/>
            </p:nvSpPr>
            <p:spPr>
              <a:xfrm>
                <a:off x="6958488" y="1191100"/>
                <a:ext cx="8001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0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087" name="Google Shape;2087;p19"/>
          <p:cNvSpPr/>
          <p:nvPr/>
        </p:nvSpPr>
        <p:spPr>
          <a:xfrm rot="2375">
            <a:off x="1136501" y="317075"/>
            <a:ext cx="868500" cy="1236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88" name="Google Shape;2088;p19"/>
          <p:cNvSpPr/>
          <p:nvPr/>
        </p:nvSpPr>
        <p:spPr>
          <a:xfrm rot="5402302">
            <a:off x="7534825" y="2268568"/>
            <a:ext cx="1791900" cy="1236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89" name="Google Shape;2089;p19"/>
          <p:cNvSpPr/>
          <p:nvPr/>
        </p:nvSpPr>
        <p:spPr>
          <a:xfrm>
            <a:off x="8318425" y="1002050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2">
    <p:spTree>
      <p:nvGrpSpPr>
        <p:cNvPr id="1" name="Shape 2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Google Shape;2091;p2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92" name="Google Shape;2092;p20"/>
          <p:cNvSpPr txBox="1">
            <a:spLocks noGrp="1"/>
          </p:cNvSpPr>
          <p:nvPr>
            <p:ph type="subTitle" idx="1"/>
          </p:nvPr>
        </p:nvSpPr>
        <p:spPr>
          <a:xfrm>
            <a:off x="713225" y="1404450"/>
            <a:ext cx="3688500" cy="4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93" name="Google Shape;2093;p20"/>
          <p:cNvSpPr txBox="1">
            <a:spLocks noGrp="1"/>
          </p:cNvSpPr>
          <p:nvPr>
            <p:ph type="subTitle" idx="2"/>
          </p:nvPr>
        </p:nvSpPr>
        <p:spPr>
          <a:xfrm>
            <a:off x="713225" y="1786251"/>
            <a:ext cx="3688500" cy="9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4" name="Google Shape;2094;p20"/>
          <p:cNvSpPr txBox="1">
            <a:spLocks noGrp="1"/>
          </p:cNvSpPr>
          <p:nvPr>
            <p:ph type="subTitle" idx="3"/>
          </p:nvPr>
        </p:nvSpPr>
        <p:spPr>
          <a:xfrm>
            <a:off x="4742275" y="1404450"/>
            <a:ext cx="3688500" cy="4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95" name="Google Shape;2095;p20"/>
          <p:cNvSpPr txBox="1">
            <a:spLocks noGrp="1"/>
          </p:cNvSpPr>
          <p:nvPr>
            <p:ph type="subTitle" idx="4"/>
          </p:nvPr>
        </p:nvSpPr>
        <p:spPr>
          <a:xfrm>
            <a:off x="4742275" y="1786251"/>
            <a:ext cx="3688500" cy="9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6" name="Google Shape;2096;p20"/>
          <p:cNvSpPr txBox="1">
            <a:spLocks noGrp="1"/>
          </p:cNvSpPr>
          <p:nvPr>
            <p:ph type="subTitle" idx="5"/>
          </p:nvPr>
        </p:nvSpPr>
        <p:spPr>
          <a:xfrm>
            <a:off x="713225" y="2884449"/>
            <a:ext cx="3688500" cy="4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97" name="Google Shape;2097;p20"/>
          <p:cNvSpPr txBox="1">
            <a:spLocks noGrp="1"/>
          </p:cNvSpPr>
          <p:nvPr>
            <p:ph type="subTitle" idx="6"/>
          </p:nvPr>
        </p:nvSpPr>
        <p:spPr>
          <a:xfrm>
            <a:off x="713225" y="3266250"/>
            <a:ext cx="3688500" cy="9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8" name="Google Shape;2098;p20"/>
          <p:cNvSpPr txBox="1">
            <a:spLocks noGrp="1"/>
          </p:cNvSpPr>
          <p:nvPr>
            <p:ph type="subTitle" idx="7"/>
          </p:nvPr>
        </p:nvSpPr>
        <p:spPr>
          <a:xfrm>
            <a:off x="4742275" y="2884449"/>
            <a:ext cx="3688500" cy="4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99" name="Google Shape;2099;p20"/>
          <p:cNvSpPr txBox="1">
            <a:spLocks noGrp="1"/>
          </p:cNvSpPr>
          <p:nvPr>
            <p:ph type="subTitle" idx="8"/>
          </p:nvPr>
        </p:nvSpPr>
        <p:spPr>
          <a:xfrm>
            <a:off x="4742275" y="3266250"/>
            <a:ext cx="3688500" cy="9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0" name="Google Shape;2100;p20"/>
          <p:cNvSpPr/>
          <p:nvPr/>
        </p:nvSpPr>
        <p:spPr>
          <a:xfrm>
            <a:off x="6195275" y="4557575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01" name="Google Shape;2101;p20"/>
          <p:cNvSpPr/>
          <p:nvPr/>
        </p:nvSpPr>
        <p:spPr>
          <a:xfrm rot="5401954">
            <a:off x="-217275" y="3426697"/>
            <a:ext cx="1055700" cy="1236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3">
    <p:spTree>
      <p:nvGrpSpPr>
        <p:cNvPr id="1" name="Shape 2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" name="Google Shape;2103;p2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04" name="Google Shape;2104;p21"/>
          <p:cNvSpPr txBox="1">
            <a:spLocks noGrp="1"/>
          </p:cNvSpPr>
          <p:nvPr>
            <p:ph type="subTitle" idx="1"/>
          </p:nvPr>
        </p:nvSpPr>
        <p:spPr>
          <a:xfrm>
            <a:off x="719075" y="1400463"/>
            <a:ext cx="2481000" cy="45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05" name="Google Shape;2105;p21"/>
          <p:cNvSpPr txBox="1">
            <a:spLocks noGrp="1"/>
          </p:cNvSpPr>
          <p:nvPr>
            <p:ph type="subTitle" idx="2"/>
          </p:nvPr>
        </p:nvSpPr>
        <p:spPr>
          <a:xfrm>
            <a:off x="719075" y="1738925"/>
            <a:ext cx="2481000" cy="10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6" name="Google Shape;2106;p21"/>
          <p:cNvSpPr txBox="1">
            <a:spLocks noGrp="1"/>
          </p:cNvSpPr>
          <p:nvPr>
            <p:ph type="subTitle" idx="3"/>
          </p:nvPr>
        </p:nvSpPr>
        <p:spPr>
          <a:xfrm>
            <a:off x="3345275" y="1400475"/>
            <a:ext cx="2481000" cy="45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07" name="Google Shape;2107;p21"/>
          <p:cNvSpPr txBox="1">
            <a:spLocks noGrp="1"/>
          </p:cNvSpPr>
          <p:nvPr>
            <p:ph type="subTitle" idx="4"/>
          </p:nvPr>
        </p:nvSpPr>
        <p:spPr>
          <a:xfrm>
            <a:off x="3345275" y="1738936"/>
            <a:ext cx="2481000" cy="10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8" name="Google Shape;2108;p21"/>
          <p:cNvSpPr txBox="1">
            <a:spLocks noGrp="1"/>
          </p:cNvSpPr>
          <p:nvPr>
            <p:ph type="subTitle" idx="5"/>
          </p:nvPr>
        </p:nvSpPr>
        <p:spPr>
          <a:xfrm>
            <a:off x="5971475" y="1400463"/>
            <a:ext cx="2481000" cy="45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09" name="Google Shape;2109;p21"/>
          <p:cNvSpPr txBox="1">
            <a:spLocks noGrp="1"/>
          </p:cNvSpPr>
          <p:nvPr>
            <p:ph type="subTitle" idx="6"/>
          </p:nvPr>
        </p:nvSpPr>
        <p:spPr>
          <a:xfrm>
            <a:off x="5971475" y="1738925"/>
            <a:ext cx="2481000" cy="10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0" name="Google Shape;2110;p21"/>
          <p:cNvSpPr txBox="1">
            <a:spLocks noGrp="1"/>
          </p:cNvSpPr>
          <p:nvPr>
            <p:ph type="subTitle" idx="7"/>
          </p:nvPr>
        </p:nvSpPr>
        <p:spPr>
          <a:xfrm>
            <a:off x="719075" y="2985837"/>
            <a:ext cx="2481000" cy="45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11" name="Google Shape;2111;p21"/>
          <p:cNvSpPr txBox="1">
            <a:spLocks noGrp="1"/>
          </p:cNvSpPr>
          <p:nvPr>
            <p:ph type="subTitle" idx="8"/>
          </p:nvPr>
        </p:nvSpPr>
        <p:spPr>
          <a:xfrm>
            <a:off x="719075" y="3324300"/>
            <a:ext cx="2481000" cy="10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2" name="Google Shape;2112;p21"/>
          <p:cNvSpPr txBox="1">
            <a:spLocks noGrp="1"/>
          </p:cNvSpPr>
          <p:nvPr>
            <p:ph type="subTitle" idx="9"/>
          </p:nvPr>
        </p:nvSpPr>
        <p:spPr>
          <a:xfrm>
            <a:off x="3345275" y="2985843"/>
            <a:ext cx="2481000" cy="45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13" name="Google Shape;2113;p21"/>
          <p:cNvSpPr txBox="1">
            <a:spLocks noGrp="1"/>
          </p:cNvSpPr>
          <p:nvPr>
            <p:ph type="subTitle" idx="13"/>
          </p:nvPr>
        </p:nvSpPr>
        <p:spPr>
          <a:xfrm>
            <a:off x="3345275" y="3324305"/>
            <a:ext cx="2481000" cy="10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4" name="Google Shape;2114;p21"/>
          <p:cNvSpPr txBox="1">
            <a:spLocks noGrp="1"/>
          </p:cNvSpPr>
          <p:nvPr>
            <p:ph type="subTitle" idx="14"/>
          </p:nvPr>
        </p:nvSpPr>
        <p:spPr>
          <a:xfrm>
            <a:off x="5971475" y="2985837"/>
            <a:ext cx="2481000" cy="45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15" name="Google Shape;2115;p21"/>
          <p:cNvSpPr txBox="1">
            <a:spLocks noGrp="1"/>
          </p:cNvSpPr>
          <p:nvPr>
            <p:ph type="subTitle" idx="15"/>
          </p:nvPr>
        </p:nvSpPr>
        <p:spPr>
          <a:xfrm>
            <a:off x="5971475" y="3324300"/>
            <a:ext cx="2481000" cy="10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116" name="Google Shape;2116;p21"/>
          <p:cNvGrpSpPr/>
          <p:nvPr/>
        </p:nvGrpSpPr>
        <p:grpSpPr>
          <a:xfrm flipH="1">
            <a:off x="-2211164" y="2834517"/>
            <a:ext cx="4552378" cy="4582857"/>
            <a:chOff x="3819525" y="1138237"/>
            <a:chExt cx="4552378" cy="4582857"/>
          </a:xfrm>
        </p:grpSpPr>
        <p:grpSp>
          <p:nvGrpSpPr>
            <p:cNvPr id="2117" name="Google Shape;2117;p21"/>
            <p:cNvGrpSpPr/>
            <p:nvPr/>
          </p:nvGrpSpPr>
          <p:grpSpPr>
            <a:xfrm>
              <a:off x="3821144" y="1138237"/>
              <a:ext cx="4550759" cy="4582857"/>
              <a:chOff x="3821144" y="1138237"/>
              <a:chExt cx="4550759" cy="4582857"/>
            </a:xfrm>
          </p:grpSpPr>
          <p:sp>
            <p:nvSpPr>
              <p:cNvPr id="2118" name="Google Shape;2118;p21"/>
              <p:cNvSpPr/>
              <p:nvPr/>
            </p:nvSpPr>
            <p:spPr>
              <a:xfrm>
                <a:off x="3821144" y="5675089"/>
                <a:ext cx="23050" cy="46005"/>
              </a:xfrm>
              <a:custGeom>
                <a:avLst/>
                <a:gdLst/>
                <a:ahLst/>
                <a:cxnLst/>
                <a:rect l="l" t="t" r="r" b="b"/>
                <a:pathLst>
                  <a:path w="23050" h="46005" extrusionOk="0">
                    <a:moveTo>
                      <a:pt x="0" y="0"/>
                    </a:moveTo>
                    <a:cubicBezTo>
                      <a:pt x="12668" y="0"/>
                      <a:pt x="23051" y="10287"/>
                      <a:pt x="23051" y="22955"/>
                    </a:cubicBezTo>
                    <a:cubicBezTo>
                      <a:pt x="23051" y="35623"/>
                      <a:pt x="12764" y="46006"/>
                      <a:pt x="0" y="4600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9" name="Google Shape;2119;p21"/>
              <p:cNvSpPr/>
              <p:nvPr/>
            </p:nvSpPr>
            <p:spPr>
              <a:xfrm>
                <a:off x="3870960" y="5594127"/>
                <a:ext cx="45148" cy="45148"/>
              </a:xfrm>
              <a:custGeom>
                <a:avLst/>
                <a:gdLst/>
                <a:ahLst/>
                <a:cxnLst/>
                <a:rect l="l" t="t" r="r" b="b"/>
                <a:pathLst>
                  <a:path w="45148" h="45148" extrusionOk="0">
                    <a:moveTo>
                      <a:pt x="22574" y="45148"/>
                    </a:moveTo>
                    <a:cubicBezTo>
                      <a:pt x="10096" y="45148"/>
                      <a:pt x="0" y="35052"/>
                      <a:pt x="0" y="22574"/>
                    </a:cubicBezTo>
                    <a:cubicBezTo>
                      <a:pt x="0" y="10096"/>
                      <a:pt x="10096" y="0"/>
                      <a:pt x="22574" y="0"/>
                    </a:cubicBezTo>
                    <a:cubicBezTo>
                      <a:pt x="35052" y="0"/>
                      <a:pt x="45149" y="10096"/>
                      <a:pt x="45149" y="22574"/>
                    </a:cubicBezTo>
                    <a:cubicBezTo>
                      <a:pt x="45149" y="35052"/>
                      <a:pt x="35052" y="45148"/>
                      <a:pt x="22574" y="45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0" name="Google Shape;2120;p21"/>
              <p:cNvSpPr/>
              <p:nvPr/>
            </p:nvSpPr>
            <p:spPr>
              <a:xfrm>
                <a:off x="3952684" y="5513069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7"/>
                    </a:moveTo>
                    <a:cubicBezTo>
                      <a:pt x="9906" y="44387"/>
                      <a:pt x="0" y="34481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1"/>
                      <a:pt x="34481" y="44387"/>
                      <a:pt x="22193" y="443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1" name="Google Shape;2121;p21"/>
              <p:cNvSpPr/>
              <p:nvPr/>
            </p:nvSpPr>
            <p:spPr>
              <a:xfrm>
                <a:off x="4034504" y="5432011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811"/>
                      <a:pt x="43625" y="21812"/>
                    </a:cubicBezTo>
                    <a:cubicBezTo>
                      <a:pt x="43625" y="33814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2" name="Google Shape;2122;p21"/>
              <p:cNvSpPr/>
              <p:nvPr/>
            </p:nvSpPr>
            <p:spPr>
              <a:xfrm>
                <a:off x="4116323" y="5350953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3" name="Google Shape;2123;p21"/>
              <p:cNvSpPr/>
              <p:nvPr/>
            </p:nvSpPr>
            <p:spPr>
              <a:xfrm>
                <a:off x="4198238" y="5270086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4" name="Google Shape;2124;p21"/>
              <p:cNvSpPr/>
              <p:nvPr/>
            </p:nvSpPr>
            <p:spPr>
              <a:xfrm>
                <a:off x="4279963" y="5189028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5" name="Google Shape;2125;p21"/>
              <p:cNvSpPr/>
              <p:nvPr/>
            </p:nvSpPr>
            <p:spPr>
              <a:xfrm>
                <a:off x="4361783" y="5107971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6" name="Google Shape;2126;p21"/>
              <p:cNvSpPr/>
              <p:nvPr/>
            </p:nvSpPr>
            <p:spPr>
              <a:xfrm>
                <a:off x="4443602" y="5026913"/>
                <a:ext cx="39624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7" name="Google Shape;2127;p21"/>
              <p:cNvSpPr/>
              <p:nvPr/>
            </p:nvSpPr>
            <p:spPr>
              <a:xfrm>
                <a:off x="4525518" y="4946046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8" name="Google Shape;2128;p21"/>
              <p:cNvSpPr/>
              <p:nvPr/>
            </p:nvSpPr>
            <p:spPr>
              <a:xfrm>
                <a:off x="4607337" y="486498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9" name="Google Shape;2129;p21"/>
              <p:cNvSpPr/>
              <p:nvPr/>
            </p:nvSpPr>
            <p:spPr>
              <a:xfrm>
                <a:off x="4689062" y="4783930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0" name="Google Shape;2130;p21"/>
              <p:cNvSpPr/>
              <p:nvPr/>
            </p:nvSpPr>
            <p:spPr>
              <a:xfrm>
                <a:off x="4770881" y="4702872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1" name="Google Shape;2131;p21"/>
              <p:cNvSpPr/>
              <p:nvPr/>
            </p:nvSpPr>
            <p:spPr>
              <a:xfrm>
                <a:off x="4852797" y="4622005"/>
                <a:ext cx="35432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2" h="35433" extrusionOk="0">
                    <a:moveTo>
                      <a:pt x="17716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6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6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2" name="Google Shape;2132;p21"/>
              <p:cNvSpPr/>
              <p:nvPr/>
            </p:nvSpPr>
            <p:spPr>
              <a:xfrm>
                <a:off x="4934616" y="4540947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3" name="Google Shape;2133;p21"/>
              <p:cNvSpPr/>
              <p:nvPr/>
            </p:nvSpPr>
            <p:spPr>
              <a:xfrm>
                <a:off x="5016436" y="4459890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4" name="Google Shape;2134;p21"/>
              <p:cNvSpPr/>
              <p:nvPr/>
            </p:nvSpPr>
            <p:spPr>
              <a:xfrm>
                <a:off x="5098161" y="4378832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5" name="Google Shape;2135;p21"/>
              <p:cNvSpPr/>
              <p:nvPr/>
            </p:nvSpPr>
            <p:spPr>
              <a:xfrm>
                <a:off x="5180075" y="4297870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193"/>
                    </a:cubicBezTo>
                    <a:cubicBezTo>
                      <a:pt x="32195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6" name="Google Shape;2136;p21"/>
              <p:cNvSpPr/>
              <p:nvPr/>
            </p:nvSpPr>
            <p:spPr>
              <a:xfrm>
                <a:off x="5261895" y="421690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7" name="Google Shape;2137;p21"/>
              <p:cNvSpPr/>
              <p:nvPr/>
            </p:nvSpPr>
            <p:spPr>
              <a:xfrm>
                <a:off x="5343715" y="413584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8" name="Google Shape;2138;p21"/>
              <p:cNvSpPr/>
              <p:nvPr/>
            </p:nvSpPr>
            <p:spPr>
              <a:xfrm>
                <a:off x="5425535" y="4054792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9" name="Google Shape;2139;p21"/>
              <p:cNvSpPr/>
              <p:nvPr/>
            </p:nvSpPr>
            <p:spPr>
              <a:xfrm>
                <a:off x="5507259" y="3973734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0" name="Google Shape;2140;p21"/>
              <p:cNvSpPr/>
              <p:nvPr/>
            </p:nvSpPr>
            <p:spPr>
              <a:xfrm>
                <a:off x="5589174" y="3892867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1" name="Google Shape;2141;p21"/>
              <p:cNvSpPr/>
              <p:nvPr/>
            </p:nvSpPr>
            <p:spPr>
              <a:xfrm>
                <a:off x="5670994" y="3811809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2" name="Google Shape;2142;p21"/>
              <p:cNvSpPr/>
              <p:nvPr/>
            </p:nvSpPr>
            <p:spPr>
              <a:xfrm>
                <a:off x="5752814" y="3730751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3" name="Google Shape;2143;p21"/>
              <p:cNvSpPr/>
              <p:nvPr/>
            </p:nvSpPr>
            <p:spPr>
              <a:xfrm>
                <a:off x="5834633" y="364969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4" name="Google Shape;2144;p21"/>
              <p:cNvSpPr/>
              <p:nvPr/>
            </p:nvSpPr>
            <p:spPr>
              <a:xfrm>
                <a:off x="5916453" y="35688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5" name="Google Shape;2145;p21"/>
              <p:cNvSpPr/>
              <p:nvPr/>
            </p:nvSpPr>
            <p:spPr>
              <a:xfrm>
                <a:off x="5998273" y="348767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6" name="Google Shape;2146;p21"/>
              <p:cNvSpPr/>
              <p:nvPr/>
            </p:nvSpPr>
            <p:spPr>
              <a:xfrm>
                <a:off x="6080093" y="340661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7" name="Google Shape;2147;p21"/>
              <p:cNvSpPr/>
              <p:nvPr/>
            </p:nvSpPr>
            <p:spPr>
              <a:xfrm>
                <a:off x="6161912" y="332555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8" name="Google Shape;2148;p21"/>
              <p:cNvSpPr/>
              <p:nvPr/>
            </p:nvSpPr>
            <p:spPr>
              <a:xfrm>
                <a:off x="6243828" y="3244690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9" name="Google Shape;2149;p21"/>
              <p:cNvSpPr/>
              <p:nvPr/>
            </p:nvSpPr>
            <p:spPr>
              <a:xfrm>
                <a:off x="6325552" y="316363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8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8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8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0" name="Google Shape;2150;p21"/>
              <p:cNvSpPr/>
              <p:nvPr/>
            </p:nvSpPr>
            <p:spPr>
              <a:xfrm>
                <a:off x="6407372" y="3082575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1" name="Google Shape;2151;p21"/>
              <p:cNvSpPr/>
              <p:nvPr/>
            </p:nvSpPr>
            <p:spPr>
              <a:xfrm>
                <a:off x="6489191" y="3001517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2" name="Google Shape;2152;p21"/>
              <p:cNvSpPr/>
              <p:nvPr/>
            </p:nvSpPr>
            <p:spPr>
              <a:xfrm>
                <a:off x="6571107" y="292065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3" name="Google Shape;2153;p21"/>
              <p:cNvSpPr/>
              <p:nvPr/>
            </p:nvSpPr>
            <p:spPr>
              <a:xfrm>
                <a:off x="6652926" y="283959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4" name="Google Shape;2154;p21"/>
              <p:cNvSpPr/>
              <p:nvPr/>
            </p:nvSpPr>
            <p:spPr>
              <a:xfrm>
                <a:off x="6734651" y="275853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5" name="Google Shape;2155;p21"/>
              <p:cNvSpPr/>
              <p:nvPr/>
            </p:nvSpPr>
            <p:spPr>
              <a:xfrm>
                <a:off x="6816471" y="267747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6" name="Google Shape;2156;p21"/>
              <p:cNvSpPr/>
              <p:nvPr/>
            </p:nvSpPr>
            <p:spPr>
              <a:xfrm>
                <a:off x="6898385" y="2596419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7" name="Google Shape;2157;p21"/>
              <p:cNvSpPr/>
              <p:nvPr/>
            </p:nvSpPr>
            <p:spPr>
              <a:xfrm>
                <a:off x="6980205" y="2515552"/>
                <a:ext cx="14478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4477" extrusionOk="0">
                    <a:moveTo>
                      <a:pt x="7239" y="14478"/>
                    </a:moveTo>
                    <a:cubicBezTo>
                      <a:pt x="3239" y="14478"/>
                      <a:pt x="0" y="11239"/>
                      <a:pt x="0" y="7239"/>
                    </a:cubicBezTo>
                    <a:cubicBezTo>
                      <a:pt x="0" y="3238"/>
                      <a:pt x="3239" y="0"/>
                      <a:pt x="7239" y="0"/>
                    </a:cubicBezTo>
                    <a:cubicBezTo>
                      <a:pt x="11240" y="0"/>
                      <a:pt x="14478" y="3238"/>
                      <a:pt x="14478" y="7239"/>
                    </a:cubicBezTo>
                    <a:cubicBezTo>
                      <a:pt x="14478" y="11239"/>
                      <a:pt x="11240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8" name="Google Shape;2158;p21"/>
              <p:cNvSpPr/>
              <p:nvPr/>
            </p:nvSpPr>
            <p:spPr>
              <a:xfrm>
                <a:off x="7062025" y="2434494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9" name="Google Shape;2159;p21"/>
              <p:cNvSpPr/>
              <p:nvPr/>
            </p:nvSpPr>
            <p:spPr>
              <a:xfrm>
                <a:off x="7143750" y="2353436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0" name="Google Shape;2160;p21"/>
              <p:cNvSpPr/>
              <p:nvPr/>
            </p:nvSpPr>
            <p:spPr>
              <a:xfrm>
                <a:off x="7225569" y="2272378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1" name="Google Shape;2161;p21"/>
              <p:cNvSpPr/>
              <p:nvPr/>
            </p:nvSpPr>
            <p:spPr>
              <a:xfrm>
                <a:off x="7307484" y="219151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2" name="Google Shape;2162;p21"/>
              <p:cNvSpPr/>
              <p:nvPr/>
            </p:nvSpPr>
            <p:spPr>
              <a:xfrm>
                <a:off x="7389304" y="211045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3" name="Google Shape;2163;p21"/>
              <p:cNvSpPr/>
              <p:nvPr/>
            </p:nvSpPr>
            <p:spPr>
              <a:xfrm>
                <a:off x="7471124" y="2029395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6" y="2191"/>
                      <a:pt x="9716" y="4858"/>
                    </a:cubicBezTo>
                    <a:cubicBezTo>
                      <a:pt x="9716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4" name="Google Shape;2164;p21"/>
              <p:cNvSpPr/>
              <p:nvPr/>
            </p:nvSpPr>
            <p:spPr>
              <a:xfrm>
                <a:off x="7552848" y="1948338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5" name="Google Shape;2165;p21"/>
              <p:cNvSpPr/>
              <p:nvPr/>
            </p:nvSpPr>
            <p:spPr>
              <a:xfrm>
                <a:off x="7634763" y="1867470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6" name="Google Shape;2166;p21"/>
              <p:cNvSpPr/>
              <p:nvPr/>
            </p:nvSpPr>
            <p:spPr>
              <a:xfrm>
                <a:off x="7716583" y="1786413"/>
                <a:ext cx="7238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8" h="7238" extrusionOk="0">
                    <a:moveTo>
                      <a:pt x="3619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19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19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7" name="Google Shape;2167;p21"/>
              <p:cNvSpPr/>
              <p:nvPr/>
            </p:nvSpPr>
            <p:spPr>
              <a:xfrm>
                <a:off x="7798403" y="1705355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8" name="Google Shape;2168;p21"/>
              <p:cNvSpPr/>
              <p:nvPr/>
            </p:nvSpPr>
            <p:spPr>
              <a:xfrm>
                <a:off x="7880223" y="1624297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9" name="Google Shape;2169;p21"/>
              <p:cNvSpPr/>
              <p:nvPr/>
            </p:nvSpPr>
            <p:spPr>
              <a:xfrm>
                <a:off x="7962042" y="1543430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0" name="Google Shape;2170;p21"/>
              <p:cNvSpPr/>
              <p:nvPr/>
            </p:nvSpPr>
            <p:spPr>
              <a:xfrm>
                <a:off x="8043862" y="1462372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048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1" name="Google Shape;2171;p21"/>
              <p:cNvSpPr/>
              <p:nvPr/>
            </p:nvSpPr>
            <p:spPr>
              <a:xfrm>
                <a:off x="8125682" y="1381315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2" name="Google Shape;2172;p21"/>
              <p:cNvSpPr/>
              <p:nvPr/>
            </p:nvSpPr>
            <p:spPr>
              <a:xfrm>
                <a:off x="8207501" y="1300257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3" name="Google Shape;2173;p21"/>
              <p:cNvSpPr/>
              <p:nvPr/>
            </p:nvSpPr>
            <p:spPr>
              <a:xfrm>
                <a:off x="8289416" y="1219390"/>
                <a:ext cx="1524" cy="152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1523" extrusionOk="0">
                    <a:moveTo>
                      <a:pt x="762" y="1524"/>
                    </a:moveTo>
                    <a:cubicBezTo>
                      <a:pt x="762" y="1524"/>
                      <a:pt x="0" y="1143"/>
                      <a:pt x="0" y="762"/>
                    </a:cubicBezTo>
                    <a:cubicBezTo>
                      <a:pt x="0" y="381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524"/>
                      <a:pt x="762" y="1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4" name="Google Shape;2174;p21"/>
              <p:cNvSpPr/>
              <p:nvPr/>
            </p:nvSpPr>
            <p:spPr>
              <a:xfrm>
                <a:off x="8371141" y="1138237"/>
                <a:ext cx="762" cy="76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761" extrusionOk="0">
                    <a:moveTo>
                      <a:pt x="381" y="762"/>
                    </a:moveTo>
                    <a:cubicBezTo>
                      <a:pt x="381" y="762"/>
                      <a:pt x="0" y="572"/>
                      <a:pt x="0" y="381"/>
                    </a:cubicBezTo>
                    <a:cubicBezTo>
                      <a:pt x="0" y="191"/>
                      <a:pt x="191" y="0"/>
                      <a:pt x="381" y="0"/>
                    </a:cubicBezTo>
                    <a:cubicBezTo>
                      <a:pt x="572" y="0"/>
                      <a:pt x="762" y="191"/>
                      <a:pt x="762" y="381"/>
                    </a:cubicBezTo>
                    <a:cubicBezTo>
                      <a:pt x="762" y="572"/>
                      <a:pt x="572" y="762"/>
                      <a:pt x="381" y="7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75" name="Google Shape;2175;p21"/>
            <p:cNvGrpSpPr/>
            <p:nvPr/>
          </p:nvGrpSpPr>
          <p:grpSpPr>
            <a:xfrm>
              <a:off x="3819525" y="1144142"/>
              <a:ext cx="4396262" cy="4419980"/>
              <a:chOff x="3819525" y="1144142"/>
              <a:chExt cx="4396262" cy="4419980"/>
            </a:xfrm>
          </p:grpSpPr>
          <p:sp>
            <p:nvSpPr>
              <p:cNvPr id="2176" name="Google Shape;2176;p21"/>
              <p:cNvSpPr/>
              <p:nvPr/>
            </p:nvSpPr>
            <p:spPr>
              <a:xfrm>
                <a:off x="3819525" y="5518879"/>
                <a:ext cx="22574" cy="45243"/>
              </a:xfrm>
              <a:custGeom>
                <a:avLst/>
                <a:gdLst/>
                <a:ahLst/>
                <a:cxnLst/>
                <a:rect l="l" t="t" r="r" b="b"/>
                <a:pathLst>
                  <a:path w="22574" h="45243" extrusionOk="0">
                    <a:moveTo>
                      <a:pt x="0" y="95"/>
                    </a:moveTo>
                    <a:cubicBezTo>
                      <a:pt x="12478" y="95"/>
                      <a:pt x="22574" y="10192"/>
                      <a:pt x="22574" y="22670"/>
                    </a:cubicBezTo>
                    <a:cubicBezTo>
                      <a:pt x="22574" y="35147"/>
                      <a:pt x="12478" y="45244"/>
                      <a:pt x="0" y="452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7" name="Google Shape;2177;p21"/>
              <p:cNvSpPr/>
              <p:nvPr/>
            </p:nvSpPr>
            <p:spPr>
              <a:xfrm>
                <a:off x="3877532" y="5438012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6"/>
                    </a:moveTo>
                    <a:cubicBezTo>
                      <a:pt x="9906" y="44386"/>
                      <a:pt x="0" y="34480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0"/>
                      <a:pt x="34481" y="44386"/>
                      <a:pt x="22193" y="44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8" name="Google Shape;2178;p21"/>
              <p:cNvSpPr/>
              <p:nvPr/>
            </p:nvSpPr>
            <p:spPr>
              <a:xfrm>
                <a:off x="3959352" y="5356859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5"/>
                    </a:moveTo>
                    <a:cubicBezTo>
                      <a:pt x="9811" y="43625"/>
                      <a:pt x="0" y="33909"/>
                      <a:pt x="0" y="21812"/>
                    </a:cubicBezTo>
                    <a:cubicBezTo>
                      <a:pt x="0" y="9716"/>
                      <a:pt x="9715" y="0"/>
                      <a:pt x="21812" y="0"/>
                    </a:cubicBezTo>
                    <a:cubicBezTo>
                      <a:pt x="33909" y="0"/>
                      <a:pt x="43625" y="9716"/>
                      <a:pt x="43625" y="21812"/>
                    </a:cubicBezTo>
                    <a:cubicBezTo>
                      <a:pt x="43625" y="33909"/>
                      <a:pt x="33909" y="43625"/>
                      <a:pt x="21812" y="436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9" name="Google Shape;2179;p21"/>
              <p:cNvSpPr/>
              <p:nvPr/>
            </p:nvSpPr>
            <p:spPr>
              <a:xfrm>
                <a:off x="4041171" y="5275801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620"/>
                      <a:pt x="42863" y="21431"/>
                    </a:cubicBezTo>
                    <a:cubicBezTo>
                      <a:pt x="42863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0" name="Google Shape;2180;p21"/>
              <p:cNvSpPr/>
              <p:nvPr/>
            </p:nvSpPr>
            <p:spPr>
              <a:xfrm>
                <a:off x="4123086" y="5194934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1" name="Google Shape;2181;p21"/>
              <p:cNvSpPr/>
              <p:nvPr/>
            </p:nvSpPr>
            <p:spPr>
              <a:xfrm>
                <a:off x="4204906" y="5113876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2" name="Google Shape;2182;p21"/>
              <p:cNvSpPr/>
              <p:nvPr/>
            </p:nvSpPr>
            <p:spPr>
              <a:xfrm>
                <a:off x="4286631" y="5032819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3" name="Google Shape;2183;p21"/>
              <p:cNvSpPr/>
              <p:nvPr/>
            </p:nvSpPr>
            <p:spPr>
              <a:xfrm>
                <a:off x="4368450" y="4951761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4" name="Google Shape;2184;p21"/>
              <p:cNvSpPr/>
              <p:nvPr/>
            </p:nvSpPr>
            <p:spPr>
              <a:xfrm>
                <a:off x="4450365" y="4870894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5" name="Google Shape;2185;p21"/>
              <p:cNvSpPr/>
              <p:nvPr/>
            </p:nvSpPr>
            <p:spPr>
              <a:xfrm>
                <a:off x="4532185" y="4789836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6" name="Google Shape;2186;p21"/>
              <p:cNvSpPr/>
              <p:nvPr/>
            </p:nvSpPr>
            <p:spPr>
              <a:xfrm>
                <a:off x="4614005" y="470877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7" name="Google Shape;2187;p21"/>
              <p:cNvSpPr/>
              <p:nvPr/>
            </p:nvSpPr>
            <p:spPr>
              <a:xfrm>
                <a:off x="4695729" y="462772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8" name="Google Shape;2188;p21"/>
              <p:cNvSpPr/>
              <p:nvPr/>
            </p:nvSpPr>
            <p:spPr>
              <a:xfrm>
                <a:off x="4777644" y="4546758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432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9" name="Google Shape;2189;p21"/>
              <p:cNvSpPr/>
              <p:nvPr/>
            </p:nvSpPr>
            <p:spPr>
              <a:xfrm>
                <a:off x="4859464" y="4465795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0" name="Google Shape;2190;p21"/>
              <p:cNvSpPr/>
              <p:nvPr/>
            </p:nvSpPr>
            <p:spPr>
              <a:xfrm>
                <a:off x="4941284" y="4384737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1" name="Google Shape;2191;p21"/>
              <p:cNvSpPr/>
              <p:nvPr/>
            </p:nvSpPr>
            <p:spPr>
              <a:xfrm>
                <a:off x="5023104" y="4303680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2" name="Google Shape;2192;p21"/>
              <p:cNvSpPr/>
              <p:nvPr/>
            </p:nvSpPr>
            <p:spPr>
              <a:xfrm>
                <a:off x="5104923" y="4222622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097" y="32385"/>
                    </a:moveTo>
                    <a:cubicBezTo>
                      <a:pt x="7144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097" y="0"/>
                    </a:cubicBezTo>
                    <a:cubicBezTo>
                      <a:pt x="2495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097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3" name="Google Shape;2193;p21"/>
              <p:cNvSpPr/>
              <p:nvPr/>
            </p:nvSpPr>
            <p:spPr>
              <a:xfrm>
                <a:off x="5186743" y="4141755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4" name="Google Shape;2194;p21"/>
              <p:cNvSpPr/>
              <p:nvPr/>
            </p:nvSpPr>
            <p:spPr>
              <a:xfrm>
                <a:off x="5268563" y="4060697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5" name="Google Shape;2195;p21"/>
              <p:cNvSpPr/>
              <p:nvPr/>
            </p:nvSpPr>
            <p:spPr>
              <a:xfrm>
                <a:off x="5350383" y="3979639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6" name="Google Shape;2196;p21"/>
              <p:cNvSpPr/>
              <p:nvPr/>
            </p:nvSpPr>
            <p:spPr>
              <a:xfrm>
                <a:off x="5432202" y="389858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7" name="Google Shape;2197;p21"/>
              <p:cNvSpPr/>
              <p:nvPr/>
            </p:nvSpPr>
            <p:spPr>
              <a:xfrm>
                <a:off x="5514022" y="3817714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8" name="Google Shape;2198;p21"/>
              <p:cNvSpPr/>
              <p:nvPr/>
            </p:nvSpPr>
            <p:spPr>
              <a:xfrm>
                <a:off x="5595842" y="3736657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27432" y="13716"/>
                    </a:moveTo>
                    <a:cubicBezTo>
                      <a:pt x="27432" y="21291"/>
                      <a:pt x="21291" y="27432"/>
                      <a:pt x="13716" y="27432"/>
                    </a:cubicBezTo>
                    <a:cubicBezTo>
                      <a:pt x="6141" y="27432"/>
                      <a:pt x="0" y="21291"/>
                      <a:pt x="0" y="13716"/>
                    </a:cubicBezTo>
                    <a:cubicBezTo>
                      <a:pt x="0" y="6141"/>
                      <a:pt x="6141" y="0"/>
                      <a:pt x="13716" y="0"/>
                    </a:cubicBezTo>
                    <a:cubicBezTo>
                      <a:pt x="21291" y="0"/>
                      <a:pt x="27432" y="6141"/>
                      <a:pt x="27432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9" name="Google Shape;2199;p21"/>
              <p:cNvSpPr/>
              <p:nvPr/>
            </p:nvSpPr>
            <p:spPr>
              <a:xfrm>
                <a:off x="5677662" y="3655599"/>
                <a:ext cx="26670" cy="26669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69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0" name="Google Shape;2200;p21"/>
              <p:cNvSpPr/>
              <p:nvPr/>
            </p:nvSpPr>
            <p:spPr>
              <a:xfrm>
                <a:off x="5759481" y="3574541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1" name="Google Shape;2201;p21"/>
              <p:cNvSpPr/>
              <p:nvPr/>
            </p:nvSpPr>
            <p:spPr>
              <a:xfrm>
                <a:off x="5841396" y="3493674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2" name="Google Shape;2202;p21"/>
              <p:cNvSpPr/>
              <p:nvPr/>
            </p:nvSpPr>
            <p:spPr>
              <a:xfrm>
                <a:off x="5923121" y="3412616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4"/>
                    </a:moveTo>
                    <a:cubicBezTo>
                      <a:pt x="5429" y="24194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4"/>
                      <a:pt x="12097" y="24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3" name="Google Shape;2203;p21"/>
              <p:cNvSpPr/>
              <p:nvPr/>
            </p:nvSpPr>
            <p:spPr>
              <a:xfrm>
                <a:off x="6004941" y="3331558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4" name="Google Shape;2204;p21"/>
              <p:cNvSpPr/>
              <p:nvPr/>
            </p:nvSpPr>
            <p:spPr>
              <a:xfrm>
                <a:off x="6086760" y="3250500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5" name="Google Shape;2205;p21"/>
              <p:cNvSpPr/>
              <p:nvPr/>
            </p:nvSpPr>
            <p:spPr>
              <a:xfrm>
                <a:off x="6168675" y="3169538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6" name="Google Shape;2206;p21"/>
              <p:cNvSpPr/>
              <p:nvPr/>
            </p:nvSpPr>
            <p:spPr>
              <a:xfrm>
                <a:off x="6250400" y="308848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7" name="Google Shape;2207;p21"/>
              <p:cNvSpPr/>
              <p:nvPr/>
            </p:nvSpPr>
            <p:spPr>
              <a:xfrm>
                <a:off x="6332219" y="3007423"/>
                <a:ext cx="20193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3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8" name="Google Shape;2208;p21"/>
              <p:cNvSpPr/>
              <p:nvPr/>
            </p:nvSpPr>
            <p:spPr>
              <a:xfrm>
                <a:off x="6414039" y="2926365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9" name="Google Shape;2209;p21"/>
              <p:cNvSpPr/>
              <p:nvPr/>
            </p:nvSpPr>
            <p:spPr>
              <a:xfrm>
                <a:off x="6495954" y="2845498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8" y="4137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0" name="Google Shape;2210;p21"/>
              <p:cNvSpPr/>
              <p:nvPr/>
            </p:nvSpPr>
            <p:spPr>
              <a:xfrm>
                <a:off x="6577774" y="2764440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0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0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1" name="Google Shape;2211;p21"/>
              <p:cNvSpPr/>
              <p:nvPr/>
            </p:nvSpPr>
            <p:spPr>
              <a:xfrm>
                <a:off x="6659499" y="268338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2" name="Google Shape;2212;p21"/>
              <p:cNvSpPr/>
              <p:nvPr/>
            </p:nvSpPr>
            <p:spPr>
              <a:xfrm>
                <a:off x="6741318" y="260232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3" name="Google Shape;2213;p21"/>
              <p:cNvSpPr/>
              <p:nvPr/>
            </p:nvSpPr>
            <p:spPr>
              <a:xfrm>
                <a:off x="6823138" y="2521362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620"/>
                    </a:cubicBezTo>
                    <a:cubicBezTo>
                      <a:pt x="0" y="333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620"/>
                    </a:cubicBezTo>
                    <a:cubicBezTo>
                      <a:pt x="15430" y="11811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4" name="Google Shape;2214;p21"/>
              <p:cNvSpPr/>
              <p:nvPr/>
            </p:nvSpPr>
            <p:spPr>
              <a:xfrm>
                <a:off x="6905053" y="2440399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5" name="Google Shape;2215;p21"/>
              <p:cNvSpPr/>
              <p:nvPr/>
            </p:nvSpPr>
            <p:spPr>
              <a:xfrm>
                <a:off x="6986873" y="2359341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6" name="Google Shape;2216;p21"/>
              <p:cNvSpPr/>
              <p:nvPr/>
            </p:nvSpPr>
            <p:spPr>
              <a:xfrm>
                <a:off x="7068597" y="2278284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7" y="0"/>
                      <a:pt x="12954" y="2857"/>
                      <a:pt x="12954" y="6477"/>
                    </a:cubicBezTo>
                    <a:cubicBezTo>
                      <a:pt x="12954" y="10096"/>
                      <a:pt x="10097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7" name="Google Shape;2217;p21"/>
              <p:cNvSpPr/>
              <p:nvPr/>
            </p:nvSpPr>
            <p:spPr>
              <a:xfrm>
                <a:off x="7150417" y="2197226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8" name="Google Shape;2218;p21"/>
              <p:cNvSpPr/>
              <p:nvPr/>
            </p:nvSpPr>
            <p:spPr>
              <a:xfrm>
                <a:off x="7232332" y="2116359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9" name="Google Shape;2219;p21"/>
              <p:cNvSpPr/>
              <p:nvPr/>
            </p:nvSpPr>
            <p:spPr>
              <a:xfrm>
                <a:off x="7314152" y="2035301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7" y="2381"/>
                      <a:pt x="10477" y="5239"/>
                    </a:cubicBezTo>
                    <a:cubicBezTo>
                      <a:pt x="10477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0" name="Google Shape;2220;p21"/>
              <p:cNvSpPr/>
              <p:nvPr/>
            </p:nvSpPr>
            <p:spPr>
              <a:xfrm>
                <a:off x="7395972" y="1954243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1" name="Google Shape;2221;p21"/>
              <p:cNvSpPr/>
              <p:nvPr/>
            </p:nvSpPr>
            <p:spPr>
              <a:xfrm>
                <a:off x="7477696" y="187318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2" name="Google Shape;2222;p21"/>
              <p:cNvSpPr/>
              <p:nvPr/>
            </p:nvSpPr>
            <p:spPr>
              <a:xfrm>
                <a:off x="7559611" y="1792318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3" name="Google Shape;2223;p21"/>
              <p:cNvSpPr/>
              <p:nvPr/>
            </p:nvSpPr>
            <p:spPr>
              <a:xfrm>
                <a:off x="7641431" y="1711260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4" name="Google Shape;2224;p21"/>
              <p:cNvSpPr/>
              <p:nvPr/>
            </p:nvSpPr>
            <p:spPr>
              <a:xfrm>
                <a:off x="7723250" y="1630203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5" name="Google Shape;2225;p21"/>
              <p:cNvSpPr/>
              <p:nvPr/>
            </p:nvSpPr>
            <p:spPr>
              <a:xfrm>
                <a:off x="7805070" y="1549145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6" name="Google Shape;2226;p21"/>
              <p:cNvSpPr/>
              <p:nvPr/>
            </p:nvSpPr>
            <p:spPr>
              <a:xfrm>
                <a:off x="7886890" y="1468278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7" name="Google Shape;2227;p21"/>
              <p:cNvSpPr/>
              <p:nvPr/>
            </p:nvSpPr>
            <p:spPr>
              <a:xfrm>
                <a:off x="7968710" y="1387220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4000" y="2000"/>
                    </a:moveTo>
                    <a:cubicBezTo>
                      <a:pt x="4000" y="3105"/>
                      <a:pt x="3105" y="4000"/>
                      <a:pt x="2000" y="4000"/>
                    </a:cubicBezTo>
                    <a:cubicBezTo>
                      <a:pt x="896" y="4000"/>
                      <a:pt x="0" y="3105"/>
                      <a:pt x="0" y="2000"/>
                    </a:cubicBezTo>
                    <a:cubicBezTo>
                      <a:pt x="0" y="896"/>
                      <a:pt x="896" y="0"/>
                      <a:pt x="2000" y="0"/>
                    </a:cubicBezTo>
                    <a:cubicBezTo>
                      <a:pt x="3105" y="0"/>
                      <a:pt x="4000" y="896"/>
                      <a:pt x="4000" y="20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8" name="Google Shape;2228;p21"/>
              <p:cNvSpPr/>
              <p:nvPr/>
            </p:nvSpPr>
            <p:spPr>
              <a:xfrm>
                <a:off x="8050530" y="1306162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7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9" name="Google Shape;2229;p21"/>
              <p:cNvSpPr/>
              <p:nvPr/>
            </p:nvSpPr>
            <p:spPr>
              <a:xfrm>
                <a:off x="8132349" y="1225104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2"/>
                      <a:pt x="571" y="0"/>
                      <a:pt x="1238" y="0"/>
                    </a:cubicBezTo>
                    <a:cubicBezTo>
                      <a:pt x="1905" y="0"/>
                      <a:pt x="2476" y="572"/>
                      <a:pt x="2476" y="1238"/>
                    </a:cubicBezTo>
                    <a:cubicBezTo>
                      <a:pt x="2476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0" name="Google Shape;2230;p21"/>
              <p:cNvSpPr/>
              <p:nvPr/>
            </p:nvSpPr>
            <p:spPr>
              <a:xfrm>
                <a:off x="8214264" y="1144142"/>
                <a:ext cx="1523" cy="1619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1619" extrusionOk="0">
                    <a:moveTo>
                      <a:pt x="762" y="1619"/>
                    </a:moveTo>
                    <a:cubicBezTo>
                      <a:pt x="762" y="1619"/>
                      <a:pt x="0" y="1238"/>
                      <a:pt x="0" y="762"/>
                    </a:cubicBezTo>
                    <a:cubicBezTo>
                      <a:pt x="0" y="286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619"/>
                      <a:pt x="762" y="16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31" name="Google Shape;2231;p21"/>
            <p:cNvGrpSpPr/>
            <p:nvPr/>
          </p:nvGrpSpPr>
          <p:grpSpPr>
            <a:xfrm>
              <a:off x="3821525" y="1149952"/>
              <a:ext cx="4238148" cy="4257198"/>
              <a:chOff x="3821525" y="1149952"/>
              <a:chExt cx="4238148" cy="4257198"/>
            </a:xfrm>
          </p:grpSpPr>
          <p:sp>
            <p:nvSpPr>
              <p:cNvPr id="2232" name="Google Shape;2232;p21"/>
              <p:cNvSpPr/>
              <p:nvPr/>
            </p:nvSpPr>
            <p:spPr>
              <a:xfrm>
                <a:off x="3821525" y="5362764"/>
                <a:ext cx="22193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22193" h="44386" extrusionOk="0">
                    <a:moveTo>
                      <a:pt x="0" y="0"/>
                    </a:moveTo>
                    <a:cubicBezTo>
                      <a:pt x="12287" y="0"/>
                      <a:pt x="22193" y="9906"/>
                      <a:pt x="22193" y="22193"/>
                    </a:cubicBezTo>
                    <a:cubicBezTo>
                      <a:pt x="22193" y="34481"/>
                      <a:pt x="12287" y="44387"/>
                      <a:pt x="0" y="4438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3" name="Google Shape;2233;p21"/>
              <p:cNvSpPr/>
              <p:nvPr/>
            </p:nvSpPr>
            <p:spPr>
              <a:xfrm>
                <a:off x="3884199" y="5281707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715"/>
                      <a:pt x="43625" y="21812"/>
                    </a:cubicBezTo>
                    <a:cubicBezTo>
                      <a:pt x="43625" y="33909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4" name="Google Shape;2234;p21"/>
              <p:cNvSpPr/>
              <p:nvPr/>
            </p:nvSpPr>
            <p:spPr>
              <a:xfrm>
                <a:off x="3966019" y="5200649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2" y="9620"/>
                      <a:pt x="42862" y="21431"/>
                    </a:cubicBezTo>
                    <a:cubicBezTo>
                      <a:pt x="42862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5" name="Google Shape;2235;p21"/>
              <p:cNvSpPr/>
              <p:nvPr/>
            </p:nvSpPr>
            <p:spPr>
              <a:xfrm>
                <a:off x="4047934" y="5119782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6" name="Google Shape;2236;p21"/>
              <p:cNvSpPr/>
              <p:nvPr/>
            </p:nvSpPr>
            <p:spPr>
              <a:xfrm>
                <a:off x="4129754" y="5038724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7" name="Google Shape;2237;p21"/>
              <p:cNvSpPr/>
              <p:nvPr/>
            </p:nvSpPr>
            <p:spPr>
              <a:xfrm>
                <a:off x="4211478" y="4957666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8" name="Google Shape;2238;p21"/>
              <p:cNvSpPr/>
              <p:nvPr/>
            </p:nvSpPr>
            <p:spPr>
              <a:xfrm>
                <a:off x="4293298" y="4876609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9" name="Google Shape;2239;p21"/>
              <p:cNvSpPr/>
              <p:nvPr/>
            </p:nvSpPr>
            <p:spPr>
              <a:xfrm>
                <a:off x="4375213" y="479574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0" name="Google Shape;2240;p21"/>
              <p:cNvSpPr/>
              <p:nvPr/>
            </p:nvSpPr>
            <p:spPr>
              <a:xfrm>
                <a:off x="4457033" y="4714684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1" name="Google Shape;2241;p21"/>
              <p:cNvSpPr/>
              <p:nvPr/>
            </p:nvSpPr>
            <p:spPr>
              <a:xfrm>
                <a:off x="4538852" y="4633626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2" name="Google Shape;2242;p21"/>
              <p:cNvSpPr/>
              <p:nvPr/>
            </p:nvSpPr>
            <p:spPr>
              <a:xfrm>
                <a:off x="4620577" y="4552568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3" name="Google Shape;2243;p21"/>
              <p:cNvSpPr/>
              <p:nvPr/>
            </p:nvSpPr>
            <p:spPr>
              <a:xfrm>
                <a:off x="4702492" y="4471701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4" name="Google Shape;2244;p21"/>
              <p:cNvSpPr/>
              <p:nvPr/>
            </p:nvSpPr>
            <p:spPr>
              <a:xfrm>
                <a:off x="4784312" y="4390643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5" name="Google Shape;2245;p21"/>
              <p:cNvSpPr/>
              <p:nvPr/>
            </p:nvSpPr>
            <p:spPr>
              <a:xfrm>
                <a:off x="4866131" y="4309585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6" name="Google Shape;2246;p21"/>
              <p:cNvSpPr/>
              <p:nvPr/>
            </p:nvSpPr>
            <p:spPr>
              <a:xfrm>
                <a:off x="4947951" y="4228528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7" name="Google Shape;2247;p21"/>
              <p:cNvSpPr/>
              <p:nvPr/>
            </p:nvSpPr>
            <p:spPr>
              <a:xfrm>
                <a:off x="5029771" y="4147565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5" y="7239"/>
                      <a:pt x="32195" y="16097"/>
                    </a:cubicBezTo>
                    <a:cubicBezTo>
                      <a:pt x="32195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8" name="Google Shape;2248;p21"/>
              <p:cNvSpPr/>
              <p:nvPr/>
            </p:nvSpPr>
            <p:spPr>
              <a:xfrm>
                <a:off x="5111591" y="4066603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9" name="Google Shape;2249;p21"/>
              <p:cNvSpPr/>
              <p:nvPr/>
            </p:nvSpPr>
            <p:spPr>
              <a:xfrm>
                <a:off x="5193411" y="3985545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0" name="Google Shape;2250;p21"/>
              <p:cNvSpPr/>
              <p:nvPr/>
            </p:nvSpPr>
            <p:spPr>
              <a:xfrm>
                <a:off x="5275230" y="3904487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1" name="Google Shape;2251;p21"/>
              <p:cNvSpPr/>
              <p:nvPr/>
            </p:nvSpPr>
            <p:spPr>
              <a:xfrm>
                <a:off x="5357050" y="3823429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2" name="Google Shape;2252;p21"/>
              <p:cNvSpPr/>
              <p:nvPr/>
            </p:nvSpPr>
            <p:spPr>
              <a:xfrm>
                <a:off x="5438870" y="3742562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3" name="Google Shape;2253;p21"/>
              <p:cNvSpPr/>
              <p:nvPr/>
            </p:nvSpPr>
            <p:spPr>
              <a:xfrm>
                <a:off x="5520690" y="3661504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096" y="0"/>
                      <a:pt x="13716" y="0"/>
                    </a:cubicBezTo>
                    <a:cubicBezTo>
                      <a:pt x="21336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4" name="Google Shape;2254;p21"/>
              <p:cNvSpPr/>
              <p:nvPr/>
            </p:nvSpPr>
            <p:spPr>
              <a:xfrm>
                <a:off x="5602509" y="3580446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5" name="Google Shape;2255;p21"/>
              <p:cNvSpPr/>
              <p:nvPr/>
            </p:nvSpPr>
            <p:spPr>
              <a:xfrm>
                <a:off x="5684329" y="3499389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6" name="Google Shape;2256;p21"/>
              <p:cNvSpPr/>
              <p:nvPr/>
            </p:nvSpPr>
            <p:spPr>
              <a:xfrm>
                <a:off x="5766244" y="34184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7" name="Google Shape;2257;p21"/>
              <p:cNvSpPr/>
              <p:nvPr/>
            </p:nvSpPr>
            <p:spPr>
              <a:xfrm>
                <a:off x="5847969" y="3337464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8" name="Google Shape;2258;p21"/>
              <p:cNvSpPr/>
              <p:nvPr/>
            </p:nvSpPr>
            <p:spPr>
              <a:xfrm>
                <a:off x="5929788" y="3256406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9" name="Google Shape;2259;p21"/>
              <p:cNvSpPr/>
              <p:nvPr/>
            </p:nvSpPr>
            <p:spPr>
              <a:xfrm>
                <a:off x="6011608" y="3175348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0" name="Google Shape;2260;p21"/>
              <p:cNvSpPr/>
              <p:nvPr/>
            </p:nvSpPr>
            <p:spPr>
              <a:xfrm>
                <a:off x="6093523" y="3094481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1" name="Google Shape;2261;p21"/>
              <p:cNvSpPr/>
              <p:nvPr/>
            </p:nvSpPr>
            <p:spPr>
              <a:xfrm>
                <a:off x="6175343" y="3013328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2" name="Google Shape;2262;p21"/>
              <p:cNvSpPr/>
              <p:nvPr/>
            </p:nvSpPr>
            <p:spPr>
              <a:xfrm>
                <a:off x="6257067" y="293227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3" name="Google Shape;2263;p21"/>
              <p:cNvSpPr/>
              <p:nvPr/>
            </p:nvSpPr>
            <p:spPr>
              <a:xfrm>
                <a:off x="6338887" y="285121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145"/>
                      <a:pt x="0" y="9716"/>
                    </a:cubicBezTo>
                    <a:cubicBezTo>
                      <a:pt x="0" y="4286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4" name="Google Shape;2264;p21"/>
              <p:cNvSpPr/>
              <p:nvPr/>
            </p:nvSpPr>
            <p:spPr>
              <a:xfrm>
                <a:off x="6420802" y="2770345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5" name="Google Shape;2265;p21"/>
              <p:cNvSpPr/>
              <p:nvPr/>
            </p:nvSpPr>
            <p:spPr>
              <a:xfrm>
                <a:off x="6502622" y="268928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6" name="Google Shape;2266;p21"/>
              <p:cNvSpPr/>
              <p:nvPr/>
            </p:nvSpPr>
            <p:spPr>
              <a:xfrm>
                <a:off x="6584441" y="2608230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7" name="Google Shape;2267;p21"/>
              <p:cNvSpPr/>
              <p:nvPr/>
            </p:nvSpPr>
            <p:spPr>
              <a:xfrm>
                <a:off x="6666166" y="2527172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8" name="Google Shape;2268;p21"/>
              <p:cNvSpPr/>
              <p:nvPr/>
            </p:nvSpPr>
            <p:spPr>
              <a:xfrm>
                <a:off x="6748081" y="2446114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0"/>
                    </a:moveTo>
                    <a:cubicBezTo>
                      <a:pt x="3429" y="15430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0"/>
                      <a:pt x="7620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9" name="Google Shape;2269;p21"/>
              <p:cNvSpPr/>
              <p:nvPr/>
            </p:nvSpPr>
            <p:spPr>
              <a:xfrm>
                <a:off x="6829901" y="2365247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0" name="Google Shape;2270;p21"/>
              <p:cNvSpPr/>
              <p:nvPr/>
            </p:nvSpPr>
            <p:spPr>
              <a:xfrm>
                <a:off x="6911721" y="2284189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1" name="Google Shape;2271;p21"/>
              <p:cNvSpPr/>
              <p:nvPr/>
            </p:nvSpPr>
            <p:spPr>
              <a:xfrm>
                <a:off x="6993540" y="220313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2" name="Google Shape;2272;p21"/>
              <p:cNvSpPr/>
              <p:nvPr/>
            </p:nvSpPr>
            <p:spPr>
              <a:xfrm>
                <a:off x="7075265" y="2122074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3" name="Google Shape;2273;p21"/>
              <p:cNvSpPr/>
              <p:nvPr/>
            </p:nvSpPr>
            <p:spPr>
              <a:xfrm>
                <a:off x="7157180" y="2041207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4" name="Google Shape;2274;p21"/>
              <p:cNvSpPr/>
              <p:nvPr/>
            </p:nvSpPr>
            <p:spPr>
              <a:xfrm>
                <a:off x="7239000" y="1960149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5" name="Google Shape;2275;p21"/>
              <p:cNvSpPr/>
              <p:nvPr/>
            </p:nvSpPr>
            <p:spPr>
              <a:xfrm>
                <a:off x="7320819" y="187909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6" name="Google Shape;2276;p21"/>
              <p:cNvSpPr/>
              <p:nvPr/>
            </p:nvSpPr>
            <p:spPr>
              <a:xfrm>
                <a:off x="7402639" y="1798033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7" name="Google Shape;2277;p21"/>
              <p:cNvSpPr/>
              <p:nvPr/>
            </p:nvSpPr>
            <p:spPr>
              <a:xfrm>
                <a:off x="7484459" y="1717166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8" name="Google Shape;2278;p21"/>
              <p:cNvSpPr/>
              <p:nvPr/>
            </p:nvSpPr>
            <p:spPr>
              <a:xfrm>
                <a:off x="7566278" y="1636108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9" name="Google Shape;2279;p21"/>
              <p:cNvSpPr/>
              <p:nvPr/>
            </p:nvSpPr>
            <p:spPr>
              <a:xfrm>
                <a:off x="7648098" y="1555050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0" name="Google Shape;2280;p21"/>
              <p:cNvSpPr/>
              <p:nvPr/>
            </p:nvSpPr>
            <p:spPr>
              <a:xfrm>
                <a:off x="7729918" y="1473993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1" name="Google Shape;2281;p21"/>
              <p:cNvSpPr/>
              <p:nvPr/>
            </p:nvSpPr>
            <p:spPr>
              <a:xfrm>
                <a:off x="7811833" y="1393126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2" name="Google Shape;2282;p21"/>
              <p:cNvSpPr/>
              <p:nvPr/>
            </p:nvSpPr>
            <p:spPr>
              <a:xfrm>
                <a:off x="7893558" y="1312068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3" name="Google Shape;2283;p21"/>
              <p:cNvSpPr/>
              <p:nvPr/>
            </p:nvSpPr>
            <p:spPr>
              <a:xfrm>
                <a:off x="7975377" y="1231010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4" name="Google Shape;2284;p21"/>
              <p:cNvSpPr/>
              <p:nvPr/>
            </p:nvSpPr>
            <p:spPr>
              <a:xfrm>
                <a:off x="8057197" y="1149952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5" name="Google Shape;2285;p21"/>
            <p:cNvGrpSpPr/>
            <p:nvPr/>
          </p:nvGrpSpPr>
          <p:grpSpPr>
            <a:xfrm>
              <a:off x="3825335" y="1155858"/>
              <a:ext cx="4078128" cy="4094320"/>
              <a:chOff x="3825335" y="1155858"/>
              <a:chExt cx="4078128" cy="4094320"/>
            </a:xfrm>
          </p:grpSpPr>
          <p:sp>
            <p:nvSpPr>
              <p:cNvPr id="2286" name="Google Shape;2286;p21"/>
              <p:cNvSpPr/>
              <p:nvPr/>
            </p:nvSpPr>
            <p:spPr>
              <a:xfrm>
                <a:off x="3825335" y="5206554"/>
                <a:ext cx="21812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43624" extrusionOk="0">
                    <a:moveTo>
                      <a:pt x="0" y="43625"/>
                    </a:moveTo>
                    <a:cubicBezTo>
                      <a:pt x="12002" y="43625"/>
                      <a:pt x="21812" y="33909"/>
                      <a:pt x="21812" y="21812"/>
                    </a:cubicBezTo>
                    <a:cubicBezTo>
                      <a:pt x="21812" y="9716"/>
                      <a:pt x="12097" y="0"/>
                      <a:pt x="0" y="0"/>
                    </a:cubicBezTo>
                    <a:lnTo>
                      <a:pt x="0" y="4362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7" name="Google Shape;2287;p21"/>
              <p:cNvSpPr/>
              <p:nvPr/>
            </p:nvSpPr>
            <p:spPr>
              <a:xfrm>
                <a:off x="3890867" y="5125592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8" name="Google Shape;2288;p21"/>
              <p:cNvSpPr/>
              <p:nvPr/>
            </p:nvSpPr>
            <p:spPr>
              <a:xfrm>
                <a:off x="3972782" y="5044629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9" name="Google Shape;2289;p21"/>
              <p:cNvSpPr/>
              <p:nvPr/>
            </p:nvSpPr>
            <p:spPr>
              <a:xfrm>
                <a:off x="4054602" y="4963572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0" name="Google Shape;2290;p21"/>
              <p:cNvSpPr/>
              <p:nvPr/>
            </p:nvSpPr>
            <p:spPr>
              <a:xfrm>
                <a:off x="4136326" y="4882514"/>
                <a:ext cx="40386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1" name="Google Shape;2291;p21"/>
              <p:cNvSpPr/>
              <p:nvPr/>
            </p:nvSpPr>
            <p:spPr>
              <a:xfrm>
                <a:off x="4218146" y="4801456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2" name="Google Shape;2292;p21"/>
              <p:cNvSpPr/>
              <p:nvPr/>
            </p:nvSpPr>
            <p:spPr>
              <a:xfrm>
                <a:off x="4300061" y="4720589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3" name="Google Shape;2293;p21"/>
              <p:cNvSpPr/>
              <p:nvPr/>
            </p:nvSpPr>
            <p:spPr>
              <a:xfrm>
                <a:off x="4381881" y="4639531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4" name="Google Shape;2294;p21"/>
              <p:cNvSpPr/>
              <p:nvPr/>
            </p:nvSpPr>
            <p:spPr>
              <a:xfrm>
                <a:off x="4463700" y="4558473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5" name="Google Shape;2295;p21"/>
              <p:cNvSpPr/>
              <p:nvPr/>
            </p:nvSpPr>
            <p:spPr>
              <a:xfrm>
                <a:off x="4545425" y="4477416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6" name="Google Shape;2296;p21"/>
              <p:cNvSpPr/>
              <p:nvPr/>
            </p:nvSpPr>
            <p:spPr>
              <a:xfrm>
                <a:off x="4627340" y="4396548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7"/>
                    </a:cubicBezTo>
                    <a:cubicBezTo>
                      <a:pt x="35433" y="27527"/>
                      <a:pt x="27432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7" name="Google Shape;2297;p21"/>
              <p:cNvSpPr/>
              <p:nvPr/>
            </p:nvSpPr>
            <p:spPr>
              <a:xfrm>
                <a:off x="4709160" y="4315491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8" name="Google Shape;2298;p21"/>
              <p:cNvSpPr/>
              <p:nvPr/>
            </p:nvSpPr>
            <p:spPr>
              <a:xfrm>
                <a:off x="4790979" y="4234433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9" name="Google Shape;2299;p21"/>
              <p:cNvSpPr/>
              <p:nvPr/>
            </p:nvSpPr>
            <p:spPr>
              <a:xfrm>
                <a:off x="4872799" y="4153375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8"/>
                      <a:pt x="0" y="16574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4"/>
                    </a:cubicBezTo>
                    <a:cubicBezTo>
                      <a:pt x="33147" y="25718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0" name="Google Shape;2300;p21"/>
              <p:cNvSpPr/>
              <p:nvPr/>
            </p:nvSpPr>
            <p:spPr>
              <a:xfrm>
                <a:off x="4954524" y="4072413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1" name="Google Shape;2301;p21"/>
              <p:cNvSpPr/>
              <p:nvPr/>
            </p:nvSpPr>
            <p:spPr>
              <a:xfrm>
                <a:off x="5036439" y="3991450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2" name="Google Shape;2302;p21"/>
              <p:cNvSpPr/>
              <p:nvPr/>
            </p:nvSpPr>
            <p:spPr>
              <a:xfrm>
                <a:off x="5118258" y="3910393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3" name="Google Shape;2303;p21"/>
              <p:cNvSpPr/>
              <p:nvPr/>
            </p:nvSpPr>
            <p:spPr>
              <a:xfrm>
                <a:off x="5200078" y="3829335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4" name="Google Shape;2304;p21"/>
              <p:cNvSpPr/>
              <p:nvPr/>
            </p:nvSpPr>
            <p:spPr>
              <a:xfrm>
                <a:off x="5281898" y="3748277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4"/>
                      <a:pt x="6525" y="0"/>
                      <a:pt x="14573" y="0"/>
                    </a:cubicBezTo>
                    <a:cubicBezTo>
                      <a:pt x="22622" y="0"/>
                      <a:pt x="29146" y="6524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5" name="Google Shape;2305;p21"/>
              <p:cNvSpPr/>
              <p:nvPr/>
            </p:nvSpPr>
            <p:spPr>
              <a:xfrm>
                <a:off x="5363717" y="3667410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6" name="Google Shape;2306;p21"/>
              <p:cNvSpPr/>
              <p:nvPr/>
            </p:nvSpPr>
            <p:spPr>
              <a:xfrm>
                <a:off x="5445537" y="3586352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7" name="Google Shape;2307;p21"/>
              <p:cNvSpPr/>
              <p:nvPr/>
            </p:nvSpPr>
            <p:spPr>
              <a:xfrm>
                <a:off x="5527357" y="3505294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8" name="Google Shape;2308;p21"/>
              <p:cNvSpPr/>
              <p:nvPr/>
            </p:nvSpPr>
            <p:spPr>
              <a:xfrm>
                <a:off x="5609177" y="3424237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9" name="Google Shape;2309;p21"/>
              <p:cNvSpPr/>
              <p:nvPr/>
            </p:nvSpPr>
            <p:spPr>
              <a:xfrm>
                <a:off x="5691092" y="3343369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0" name="Google Shape;2310;p21"/>
              <p:cNvSpPr/>
              <p:nvPr/>
            </p:nvSpPr>
            <p:spPr>
              <a:xfrm>
                <a:off x="5772816" y="3262312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1" name="Google Shape;2311;p21"/>
              <p:cNvSpPr/>
              <p:nvPr/>
            </p:nvSpPr>
            <p:spPr>
              <a:xfrm>
                <a:off x="5854636" y="3181254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2" name="Google Shape;2312;p21"/>
              <p:cNvSpPr/>
              <p:nvPr/>
            </p:nvSpPr>
            <p:spPr>
              <a:xfrm>
                <a:off x="5936456" y="3100196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3" name="Google Shape;2313;p21"/>
              <p:cNvSpPr/>
              <p:nvPr/>
            </p:nvSpPr>
            <p:spPr>
              <a:xfrm>
                <a:off x="6018371" y="3019329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4" name="Google Shape;2314;p21"/>
              <p:cNvSpPr/>
              <p:nvPr/>
            </p:nvSpPr>
            <p:spPr>
              <a:xfrm>
                <a:off x="6100191" y="2938271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5" name="Google Shape;2315;p21"/>
              <p:cNvSpPr/>
              <p:nvPr/>
            </p:nvSpPr>
            <p:spPr>
              <a:xfrm>
                <a:off x="6181915" y="2857213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6" name="Google Shape;2316;p21"/>
              <p:cNvSpPr/>
              <p:nvPr/>
            </p:nvSpPr>
            <p:spPr>
              <a:xfrm>
                <a:off x="6263735" y="2776156"/>
                <a:ext cx="19431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0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7" name="Google Shape;2317;p21"/>
              <p:cNvSpPr/>
              <p:nvPr/>
            </p:nvSpPr>
            <p:spPr>
              <a:xfrm>
                <a:off x="6345650" y="2695193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8"/>
                    </a:moveTo>
                    <a:cubicBezTo>
                      <a:pt x="4096" y="18478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8"/>
                      <a:pt x="9239" y="18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8" name="Google Shape;2318;p21"/>
              <p:cNvSpPr/>
              <p:nvPr/>
            </p:nvSpPr>
            <p:spPr>
              <a:xfrm>
                <a:off x="6427469" y="2614135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9" name="Google Shape;2319;p21"/>
              <p:cNvSpPr/>
              <p:nvPr/>
            </p:nvSpPr>
            <p:spPr>
              <a:xfrm>
                <a:off x="6509289" y="2533078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5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0" name="Google Shape;2320;p21"/>
              <p:cNvSpPr/>
              <p:nvPr/>
            </p:nvSpPr>
            <p:spPr>
              <a:xfrm>
                <a:off x="6591014" y="2452020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1" name="Google Shape;2321;p21"/>
              <p:cNvSpPr/>
              <p:nvPr/>
            </p:nvSpPr>
            <p:spPr>
              <a:xfrm>
                <a:off x="6672833" y="2371057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715"/>
                    </a:cubicBezTo>
                    <a:cubicBezTo>
                      <a:pt x="0" y="352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2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2" name="Google Shape;2322;p21"/>
              <p:cNvSpPr/>
              <p:nvPr/>
            </p:nvSpPr>
            <p:spPr>
              <a:xfrm>
                <a:off x="6754749" y="2290095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3" name="Google Shape;2323;p21"/>
              <p:cNvSpPr/>
              <p:nvPr/>
            </p:nvSpPr>
            <p:spPr>
              <a:xfrm>
                <a:off x="6836568" y="2209037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4" name="Google Shape;2324;p21"/>
              <p:cNvSpPr/>
              <p:nvPr/>
            </p:nvSpPr>
            <p:spPr>
              <a:xfrm>
                <a:off x="6918388" y="2127979"/>
                <a:ext cx="12954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5" name="Google Shape;2325;p21"/>
              <p:cNvSpPr/>
              <p:nvPr/>
            </p:nvSpPr>
            <p:spPr>
              <a:xfrm>
                <a:off x="7000113" y="2046922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6" name="Google Shape;2326;p21"/>
              <p:cNvSpPr/>
              <p:nvPr/>
            </p:nvSpPr>
            <p:spPr>
              <a:xfrm>
                <a:off x="7082027" y="1966054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7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7" name="Google Shape;2327;p21"/>
              <p:cNvSpPr/>
              <p:nvPr/>
            </p:nvSpPr>
            <p:spPr>
              <a:xfrm>
                <a:off x="7163847" y="1884997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8" name="Google Shape;2328;p21"/>
              <p:cNvSpPr/>
              <p:nvPr/>
            </p:nvSpPr>
            <p:spPr>
              <a:xfrm>
                <a:off x="7245667" y="1803939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9" name="Google Shape;2329;p21"/>
              <p:cNvSpPr/>
              <p:nvPr/>
            </p:nvSpPr>
            <p:spPr>
              <a:xfrm>
                <a:off x="7327487" y="1722881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0" name="Google Shape;2330;p21"/>
              <p:cNvSpPr/>
              <p:nvPr/>
            </p:nvSpPr>
            <p:spPr>
              <a:xfrm>
                <a:off x="7409307" y="1642014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1" name="Google Shape;2331;p21"/>
              <p:cNvSpPr/>
              <p:nvPr/>
            </p:nvSpPr>
            <p:spPr>
              <a:xfrm>
                <a:off x="7491126" y="1560956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2" name="Google Shape;2332;p21"/>
              <p:cNvSpPr/>
              <p:nvPr/>
            </p:nvSpPr>
            <p:spPr>
              <a:xfrm>
                <a:off x="7572946" y="1479898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3" name="Google Shape;2333;p21"/>
              <p:cNvSpPr/>
              <p:nvPr/>
            </p:nvSpPr>
            <p:spPr>
              <a:xfrm>
                <a:off x="7654766" y="1398841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4" name="Google Shape;2334;p21"/>
              <p:cNvSpPr/>
              <p:nvPr/>
            </p:nvSpPr>
            <p:spPr>
              <a:xfrm>
                <a:off x="7736681" y="1317973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5" name="Google Shape;2335;p21"/>
              <p:cNvSpPr/>
              <p:nvPr/>
            </p:nvSpPr>
            <p:spPr>
              <a:xfrm>
                <a:off x="7818405" y="1236915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8" y="4001"/>
                      <a:pt x="0" y="3143"/>
                      <a:pt x="0" y="2000"/>
                    </a:cubicBezTo>
                    <a:cubicBezTo>
                      <a:pt x="0" y="857"/>
                      <a:pt x="858" y="0"/>
                      <a:pt x="2000" y="0"/>
                    </a:cubicBezTo>
                    <a:cubicBezTo>
                      <a:pt x="3143" y="0"/>
                      <a:pt x="4001" y="857"/>
                      <a:pt x="4001" y="2000"/>
                    </a:cubicBezTo>
                    <a:cubicBezTo>
                      <a:pt x="4001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6" name="Google Shape;2336;p21"/>
              <p:cNvSpPr/>
              <p:nvPr/>
            </p:nvSpPr>
            <p:spPr>
              <a:xfrm>
                <a:off x="7900225" y="1155858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6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6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37" name="Google Shape;2337;p21"/>
            <p:cNvGrpSpPr/>
            <p:nvPr/>
          </p:nvGrpSpPr>
          <p:grpSpPr>
            <a:xfrm>
              <a:off x="3826954" y="1161763"/>
              <a:ext cx="3920299" cy="3931539"/>
              <a:chOff x="3826954" y="1161763"/>
              <a:chExt cx="3920299" cy="3931539"/>
            </a:xfrm>
          </p:grpSpPr>
          <p:sp>
            <p:nvSpPr>
              <p:cNvPr id="2338" name="Google Shape;2338;p21"/>
              <p:cNvSpPr/>
              <p:nvPr/>
            </p:nvSpPr>
            <p:spPr>
              <a:xfrm>
                <a:off x="3826954" y="5050440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9" name="Google Shape;2339;p21"/>
              <p:cNvSpPr/>
              <p:nvPr/>
            </p:nvSpPr>
            <p:spPr>
              <a:xfrm>
                <a:off x="3897629" y="4969572"/>
                <a:ext cx="41910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10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0" name="Google Shape;2340;p21"/>
              <p:cNvSpPr/>
              <p:nvPr/>
            </p:nvSpPr>
            <p:spPr>
              <a:xfrm>
                <a:off x="3979449" y="4888420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1" name="Google Shape;2341;p21"/>
              <p:cNvSpPr/>
              <p:nvPr/>
            </p:nvSpPr>
            <p:spPr>
              <a:xfrm>
                <a:off x="4061269" y="4807362"/>
                <a:ext cx="40386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2" name="Google Shape;2342;p21"/>
              <p:cNvSpPr/>
              <p:nvPr/>
            </p:nvSpPr>
            <p:spPr>
              <a:xfrm>
                <a:off x="4142993" y="4726304"/>
                <a:ext cx="39623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3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3" name="Google Shape;2343;p21"/>
              <p:cNvSpPr/>
              <p:nvPr/>
            </p:nvSpPr>
            <p:spPr>
              <a:xfrm>
                <a:off x="4224909" y="4645437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4" name="Google Shape;2344;p21"/>
              <p:cNvSpPr/>
              <p:nvPr/>
            </p:nvSpPr>
            <p:spPr>
              <a:xfrm>
                <a:off x="4306728" y="4564379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5" name="Google Shape;2345;p21"/>
              <p:cNvSpPr/>
              <p:nvPr/>
            </p:nvSpPr>
            <p:spPr>
              <a:xfrm>
                <a:off x="4388548" y="4483321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6" name="Google Shape;2346;p21"/>
              <p:cNvSpPr/>
              <p:nvPr/>
            </p:nvSpPr>
            <p:spPr>
              <a:xfrm>
                <a:off x="4470368" y="4402263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7" name="Google Shape;2347;p21"/>
              <p:cNvSpPr/>
              <p:nvPr/>
            </p:nvSpPr>
            <p:spPr>
              <a:xfrm rot="-128855">
                <a:off x="4552045" y="4321410"/>
                <a:ext cx="35458" cy="3545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35433" y="17716"/>
                    </a:moveTo>
                    <a:cubicBezTo>
                      <a:pt x="35433" y="27501"/>
                      <a:pt x="27501" y="35433"/>
                      <a:pt x="17716" y="35433"/>
                    </a:cubicBezTo>
                    <a:cubicBezTo>
                      <a:pt x="7932" y="35433"/>
                      <a:pt x="0" y="27501"/>
                      <a:pt x="0" y="17716"/>
                    </a:cubicBezTo>
                    <a:cubicBezTo>
                      <a:pt x="0" y="7932"/>
                      <a:pt x="7932" y="0"/>
                      <a:pt x="17716" y="0"/>
                    </a:cubicBezTo>
                    <a:cubicBezTo>
                      <a:pt x="27501" y="0"/>
                      <a:pt x="35433" y="7932"/>
                      <a:pt x="35433" y="17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8" name="Google Shape;2348;p21"/>
              <p:cNvSpPr/>
              <p:nvPr/>
            </p:nvSpPr>
            <p:spPr>
              <a:xfrm>
                <a:off x="4634007" y="4240338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9" name="Google Shape;2349;p21"/>
              <p:cNvSpPr/>
              <p:nvPr/>
            </p:nvSpPr>
            <p:spPr>
              <a:xfrm>
                <a:off x="4715827" y="4159281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0" name="Google Shape;2350;p21"/>
              <p:cNvSpPr/>
              <p:nvPr/>
            </p:nvSpPr>
            <p:spPr>
              <a:xfrm>
                <a:off x="4797647" y="4078223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1" name="Google Shape;2351;p21"/>
              <p:cNvSpPr/>
              <p:nvPr/>
            </p:nvSpPr>
            <p:spPr>
              <a:xfrm>
                <a:off x="4879562" y="3997261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2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4" y="7239"/>
                      <a:pt x="32194" y="16192"/>
                    </a:cubicBezTo>
                    <a:cubicBezTo>
                      <a:pt x="32194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2" name="Google Shape;2352;p21"/>
              <p:cNvSpPr/>
              <p:nvPr/>
            </p:nvSpPr>
            <p:spPr>
              <a:xfrm>
                <a:off x="4961286" y="3916298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2" y="7048"/>
                      <a:pt x="31432" y="15716"/>
                    </a:cubicBezTo>
                    <a:cubicBezTo>
                      <a:pt x="31432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3" name="Google Shape;2353;p21"/>
              <p:cNvSpPr/>
              <p:nvPr/>
            </p:nvSpPr>
            <p:spPr>
              <a:xfrm>
                <a:off x="5043106" y="3835240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0" y="6858"/>
                      <a:pt x="30670" y="15335"/>
                    </a:cubicBezTo>
                    <a:cubicBezTo>
                      <a:pt x="30670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4" name="Google Shape;2354;p21"/>
              <p:cNvSpPr/>
              <p:nvPr/>
            </p:nvSpPr>
            <p:spPr>
              <a:xfrm>
                <a:off x="5124926" y="3754183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5" name="Google Shape;2355;p21"/>
              <p:cNvSpPr/>
              <p:nvPr/>
            </p:nvSpPr>
            <p:spPr>
              <a:xfrm>
                <a:off x="5206746" y="3673125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7"/>
                      <a:pt x="14573" y="29147"/>
                    </a:cubicBezTo>
                    <a:cubicBezTo>
                      <a:pt x="6525" y="29147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6" name="Google Shape;2356;p21"/>
              <p:cNvSpPr/>
              <p:nvPr/>
            </p:nvSpPr>
            <p:spPr>
              <a:xfrm>
                <a:off x="5288565" y="3592258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7" name="Google Shape;2357;p21"/>
              <p:cNvSpPr/>
              <p:nvPr/>
            </p:nvSpPr>
            <p:spPr>
              <a:xfrm>
                <a:off x="5370385" y="3511200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8" name="Google Shape;2358;p21"/>
              <p:cNvSpPr/>
              <p:nvPr/>
            </p:nvSpPr>
            <p:spPr>
              <a:xfrm>
                <a:off x="5452205" y="3430142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9" name="Google Shape;2359;p21"/>
              <p:cNvSpPr/>
              <p:nvPr/>
            </p:nvSpPr>
            <p:spPr>
              <a:xfrm>
                <a:off x="5534025" y="3349084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0" name="Google Shape;2360;p21"/>
              <p:cNvSpPr/>
              <p:nvPr/>
            </p:nvSpPr>
            <p:spPr>
              <a:xfrm>
                <a:off x="5615940" y="3268217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1" name="Google Shape;2361;p21"/>
              <p:cNvSpPr/>
              <p:nvPr/>
            </p:nvSpPr>
            <p:spPr>
              <a:xfrm>
                <a:off x="5697759" y="3187159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2" name="Google Shape;2362;p21"/>
              <p:cNvSpPr/>
              <p:nvPr/>
            </p:nvSpPr>
            <p:spPr>
              <a:xfrm>
                <a:off x="5779484" y="310610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3" name="Google Shape;2363;p21"/>
              <p:cNvSpPr/>
              <p:nvPr/>
            </p:nvSpPr>
            <p:spPr>
              <a:xfrm>
                <a:off x="5861304" y="3025044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4" name="Google Shape;2364;p21"/>
              <p:cNvSpPr/>
              <p:nvPr/>
            </p:nvSpPr>
            <p:spPr>
              <a:xfrm>
                <a:off x="5943219" y="2944177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5" name="Google Shape;2365;p21"/>
              <p:cNvSpPr/>
              <p:nvPr/>
            </p:nvSpPr>
            <p:spPr>
              <a:xfrm>
                <a:off x="6025038" y="2863119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6" name="Google Shape;2366;p21"/>
              <p:cNvSpPr/>
              <p:nvPr/>
            </p:nvSpPr>
            <p:spPr>
              <a:xfrm>
                <a:off x="6106763" y="2782061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7" name="Google Shape;2367;p21"/>
              <p:cNvSpPr/>
              <p:nvPr/>
            </p:nvSpPr>
            <p:spPr>
              <a:xfrm>
                <a:off x="6188583" y="2701003"/>
                <a:ext cx="1943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0" extrusionOk="0">
                    <a:moveTo>
                      <a:pt x="9716" y="19431"/>
                    </a:moveTo>
                    <a:cubicBezTo>
                      <a:pt x="4381" y="19431"/>
                      <a:pt x="0" y="15049"/>
                      <a:pt x="0" y="9715"/>
                    </a:cubicBezTo>
                    <a:cubicBezTo>
                      <a:pt x="0" y="4381"/>
                      <a:pt x="4381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8" name="Google Shape;2368;p21"/>
              <p:cNvSpPr/>
              <p:nvPr/>
            </p:nvSpPr>
            <p:spPr>
              <a:xfrm>
                <a:off x="6270498" y="2620041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8"/>
                      <a:pt x="9239" y="18478"/>
                    </a:cubicBezTo>
                    <a:cubicBezTo>
                      <a:pt x="4137" y="18478"/>
                      <a:pt x="0" y="14342"/>
                      <a:pt x="0" y="9239"/>
                    </a:cubicBezTo>
                    <a:cubicBezTo>
                      <a:pt x="0" y="4136"/>
                      <a:pt x="4137" y="0"/>
                      <a:pt x="9239" y="0"/>
                    </a:cubicBezTo>
                    <a:cubicBezTo>
                      <a:pt x="14342" y="0"/>
                      <a:pt x="18479" y="4136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9" name="Google Shape;2369;p21"/>
              <p:cNvSpPr/>
              <p:nvPr/>
            </p:nvSpPr>
            <p:spPr>
              <a:xfrm>
                <a:off x="6352317" y="2538983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0" name="Google Shape;2370;p21"/>
              <p:cNvSpPr/>
              <p:nvPr/>
            </p:nvSpPr>
            <p:spPr>
              <a:xfrm>
                <a:off x="6434137" y="2457925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1" name="Google Shape;2371;p21"/>
              <p:cNvSpPr/>
              <p:nvPr/>
            </p:nvSpPr>
            <p:spPr>
              <a:xfrm>
                <a:off x="6515861" y="237686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2" name="Google Shape;2372;p21"/>
              <p:cNvSpPr/>
              <p:nvPr/>
            </p:nvSpPr>
            <p:spPr>
              <a:xfrm>
                <a:off x="6597776" y="2295810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3" name="Google Shape;2373;p21"/>
              <p:cNvSpPr/>
              <p:nvPr/>
            </p:nvSpPr>
            <p:spPr>
              <a:xfrm>
                <a:off x="6679596" y="2214943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4" name="Google Shape;2374;p21"/>
              <p:cNvSpPr/>
              <p:nvPr/>
            </p:nvSpPr>
            <p:spPr>
              <a:xfrm>
                <a:off x="6761416" y="2133885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5" name="Google Shape;2375;p21"/>
              <p:cNvSpPr/>
              <p:nvPr/>
            </p:nvSpPr>
            <p:spPr>
              <a:xfrm>
                <a:off x="6843236" y="2052827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6" name="Google Shape;2376;p21"/>
              <p:cNvSpPr/>
              <p:nvPr/>
            </p:nvSpPr>
            <p:spPr>
              <a:xfrm>
                <a:off x="6924960" y="1971769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7" name="Google Shape;2377;p21"/>
              <p:cNvSpPr/>
              <p:nvPr/>
            </p:nvSpPr>
            <p:spPr>
              <a:xfrm>
                <a:off x="7006875" y="1890902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8" name="Google Shape;2378;p21"/>
              <p:cNvSpPr/>
              <p:nvPr/>
            </p:nvSpPr>
            <p:spPr>
              <a:xfrm>
                <a:off x="7088695" y="1809844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9" name="Google Shape;2379;p21"/>
              <p:cNvSpPr/>
              <p:nvPr/>
            </p:nvSpPr>
            <p:spPr>
              <a:xfrm>
                <a:off x="7170515" y="1728787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0" name="Google Shape;2380;p21"/>
              <p:cNvSpPr/>
              <p:nvPr/>
            </p:nvSpPr>
            <p:spPr>
              <a:xfrm>
                <a:off x="7252334" y="1647729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1" name="Google Shape;2381;p21"/>
              <p:cNvSpPr/>
              <p:nvPr/>
            </p:nvSpPr>
            <p:spPr>
              <a:xfrm>
                <a:off x="7334154" y="156686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2" name="Google Shape;2382;p21"/>
              <p:cNvSpPr/>
              <p:nvPr/>
            </p:nvSpPr>
            <p:spPr>
              <a:xfrm>
                <a:off x="7415974" y="1485804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3" name="Google Shape;2383;p21"/>
              <p:cNvSpPr/>
              <p:nvPr/>
            </p:nvSpPr>
            <p:spPr>
              <a:xfrm>
                <a:off x="7497794" y="1404746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4" name="Google Shape;2384;p21"/>
              <p:cNvSpPr/>
              <p:nvPr/>
            </p:nvSpPr>
            <p:spPr>
              <a:xfrm>
                <a:off x="7579614" y="1323688"/>
                <a:ext cx="5714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5" name="Google Shape;2385;p21"/>
              <p:cNvSpPr/>
              <p:nvPr/>
            </p:nvSpPr>
            <p:spPr>
              <a:xfrm>
                <a:off x="7661528" y="1242821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6" name="Google Shape;2386;p21"/>
              <p:cNvSpPr/>
              <p:nvPr/>
            </p:nvSpPr>
            <p:spPr>
              <a:xfrm>
                <a:off x="7743253" y="1161763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0" y="857"/>
                      <a:pt x="4000" y="2000"/>
                    </a:cubicBezTo>
                    <a:cubicBezTo>
                      <a:pt x="4000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87" name="Google Shape;2387;p21"/>
            <p:cNvGrpSpPr/>
            <p:nvPr/>
          </p:nvGrpSpPr>
          <p:grpSpPr>
            <a:xfrm>
              <a:off x="3822477" y="1167669"/>
              <a:ext cx="3768661" cy="3768660"/>
              <a:chOff x="3822477" y="1167669"/>
              <a:chExt cx="3768661" cy="3768660"/>
            </a:xfrm>
          </p:grpSpPr>
          <p:sp>
            <p:nvSpPr>
              <p:cNvPr id="2388" name="Google Shape;2388;p21"/>
              <p:cNvSpPr/>
              <p:nvPr/>
            </p:nvSpPr>
            <p:spPr>
              <a:xfrm>
                <a:off x="3822477" y="4894420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9" name="Google Shape;2389;p21"/>
              <p:cNvSpPr/>
              <p:nvPr/>
            </p:nvSpPr>
            <p:spPr>
              <a:xfrm>
                <a:off x="3904297" y="4813362"/>
                <a:ext cx="41148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8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0" name="Google Shape;2390;p21"/>
              <p:cNvSpPr/>
              <p:nvPr/>
            </p:nvSpPr>
            <p:spPr>
              <a:xfrm>
                <a:off x="3986117" y="4732305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1" name="Google Shape;2391;p21"/>
              <p:cNvSpPr/>
              <p:nvPr/>
            </p:nvSpPr>
            <p:spPr>
              <a:xfrm>
                <a:off x="4067841" y="4651152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2" name="Google Shape;2392;p21"/>
              <p:cNvSpPr/>
              <p:nvPr/>
            </p:nvSpPr>
            <p:spPr>
              <a:xfrm>
                <a:off x="4149756" y="457028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3" name="Google Shape;2393;p21"/>
              <p:cNvSpPr/>
              <p:nvPr/>
            </p:nvSpPr>
            <p:spPr>
              <a:xfrm>
                <a:off x="4231576" y="4489227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4" name="Google Shape;2394;p21"/>
              <p:cNvSpPr/>
              <p:nvPr/>
            </p:nvSpPr>
            <p:spPr>
              <a:xfrm>
                <a:off x="4313396" y="4408169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5" name="Google Shape;2395;p21"/>
              <p:cNvSpPr/>
              <p:nvPr/>
            </p:nvSpPr>
            <p:spPr>
              <a:xfrm>
                <a:off x="4395215" y="4327111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6" name="Google Shape;2396;p21"/>
              <p:cNvSpPr/>
              <p:nvPr/>
            </p:nvSpPr>
            <p:spPr>
              <a:xfrm>
                <a:off x="4477035" y="4246149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812"/>
                    </a:cubicBezTo>
                    <a:cubicBezTo>
                      <a:pt x="0" y="800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812"/>
                    </a:cubicBezTo>
                    <a:cubicBezTo>
                      <a:pt x="35433" y="27718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7" name="Google Shape;2397;p21"/>
              <p:cNvSpPr/>
              <p:nvPr/>
            </p:nvSpPr>
            <p:spPr>
              <a:xfrm>
                <a:off x="4558855" y="4165186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0" y="0"/>
                      <a:pt x="34671" y="7810"/>
                      <a:pt x="34671" y="17335"/>
                    </a:cubicBezTo>
                    <a:cubicBezTo>
                      <a:pt x="34671" y="26860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8" name="Google Shape;2398;p21"/>
              <p:cNvSpPr/>
              <p:nvPr/>
            </p:nvSpPr>
            <p:spPr>
              <a:xfrm>
                <a:off x="4640675" y="4084128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9" name="Google Shape;2399;p21"/>
              <p:cNvSpPr/>
              <p:nvPr/>
            </p:nvSpPr>
            <p:spPr>
              <a:xfrm>
                <a:off x="4722495" y="4003071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0" name="Google Shape;2400;p21"/>
              <p:cNvSpPr/>
              <p:nvPr/>
            </p:nvSpPr>
            <p:spPr>
              <a:xfrm>
                <a:off x="4804314" y="3922013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192" y="32385"/>
                    </a:moveTo>
                    <a:cubicBezTo>
                      <a:pt x="7239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192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1" name="Google Shape;2401;p21"/>
              <p:cNvSpPr/>
              <p:nvPr/>
            </p:nvSpPr>
            <p:spPr>
              <a:xfrm>
                <a:off x="4886134" y="3841146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2" name="Google Shape;2402;p21"/>
              <p:cNvSpPr/>
              <p:nvPr/>
            </p:nvSpPr>
            <p:spPr>
              <a:xfrm>
                <a:off x="4967954" y="3760088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3" name="Google Shape;2403;p21"/>
              <p:cNvSpPr/>
              <p:nvPr/>
            </p:nvSpPr>
            <p:spPr>
              <a:xfrm>
                <a:off x="5049774" y="3679030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4" name="Google Shape;2404;p21"/>
              <p:cNvSpPr/>
              <p:nvPr/>
            </p:nvSpPr>
            <p:spPr>
              <a:xfrm>
                <a:off x="5131593" y="3597972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5" name="Google Shape;2405;p21"/>
              <p:cNvSpPr/>
              <p:nvPr/>
            </p:nvSpPr>
            <p:spPr>
              <a:xfrm>
                <a:off x="5213508" y="3517105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6" name="Google Shape;2406;p21"/>
              <p:cNvSpPr/>
              <p:nvPr/>
            </p:nvSpPr>
            <p:spPr>
              <a:xfrm>
                <a:off x="5295233" y="3436048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7" name="Google Shape;2407;p21"/>
              <p:cNvSpPr/>
              <p:nvPr/>
            </p:nvSpPr>
            <p:spPr>
              <a:xfrm>
                <a:off x="5377053" y="3354990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8" name="Google Shape;2408;p21"/>
              <p:cNvSpPr/>
              <p:nvPr/>
            </p:nvSpPr>
            <p:spPr>
              <a:xfrm>
                <a:off x="5458872" y="3273932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9" name="Google Shape;2409;p21"/>
              <p:cNvSpPr/>
              <p:nvPr/>
            </p:nvSpPr>
            <p:spPr>
              <a:xfrm>
                <a:off x="5540787" y="3193065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0" name="Google Shape;2410;p21"/>
              <p:cNvSpPr/>
              <p:nvPr/>
            </p:nvSpPr>
            <p:spPr>
              <a:xfrm>
                <a:off x="5622607" y="3112007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1" name="Google Shape;2411;p21"/>
              <p:cNvSpPr/>
              <p:nvPr/>
            </p:nvSpPr>
            <p:spPr>
              <a:xfrm>
                <a:off x="5704332" y="3030949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2" name="Google Shape;2412;p21"/>
              <p:cNvSpPr/>
              <p:nvPr/>
            </p:nvSpPr>
            <p:spPr>
              <a:xfrm>
                <a:off x="5786151" y="2949891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3" name="Google Shape;2413;p21"/>
              <p:cNvSpPr/>
              <p:nvPr/>
            </p:nvSpPr>
            <p:spPr>
              <a:xfrm>
                <a:off x="5868066" y="2869024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4" name="Google Shape;2414;p21"/>
              <p:cNvSpPr/>
              <p:nvPr/>
            </p:nvSpPr>
            <p:spPr>
              <a:xfrm>
                <a:off x="5949886" y="2787966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5" name="Google Shape;2415;p21"/>
              <p:cNvSpPr/>
              <p:nvPr/>
            </p:nvSpPr>
            <p:spPr>
              <a:xfrm>
                <a:off x="6031706" y="2706909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6" name="Google Shape;2416;p21"/>
              <p:cNvSpPr/>
              <p:nvPr/>
            </p:nvSpPr>
            <p:spPr>
              <a:xfrm>
                <a:off x="6113430" y="2625851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286" y="0"/>
                      <a:pt x="9716" y="0"/>
                    </a:cubicBezTo>
                    <a:cubicBezTo>
                      <a:pt x="15145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7" name="Google Shape;2417;p21"/>
              <p:cNvSpPr/>
              <p:nvPr/>
            </p:nvSpPr>
            <p:spPr>
              <a:xfrm>
                <a:off x="6195345" y="2544889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8" name="Google Shape;2418;p21"/>
              <p:cNvSpPr/>
              <p:nvPr/>
            </p:nvSpPr>
            <p:spPr>
              <a:xfrm>
                <a:off x="6277165" y="2463926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1"/>
                      <a:pt x="4001" y="0"/>
                      <a:pt x="8858" y="0"/>
                    </a:cubicBezTo>
                    <a:cubicBezTo>
                      <a:pt x="13716" y="0"/>
                      <a:pt x="17717" y="4001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9" name="Google Shape;2419;p21"/>
              <p:cNvSpPr/>
              <p:nvPr/>
            </p:nvSpPr>
            <p:spPr>
              <a:xfrm>
                <a:off x="6358985" y="2382773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5" y="3810"/>
                      <a:pt x="16955" y="8477"/>
                    </a:cubicBezTo>
                    <a:cubicBezTo>
                      <a:pt x="16955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0" name="Google Shape;2420;p21"/>
              <p:cNvSpPr/>
              <p:nvPr/>
            </p:nvSpPr>
            <p:spPr>
              <a:xfrm>
                <a:off x="6440805" y="2301715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1" name="Google Shape;2421;p21"/>
              <p:cNvSpPr/>
              <p:nvPr/>
            </p:nvSpPr>
            <p:spPr>
              <a:xfrm>
                <a:off x="6522529" y="2220753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2" name="Google Shape;2422;p21"/>
              <p:cNvSpPr/>
              <p:nvPr/>
            </p:nvSpPr>
            <p:spPr>
              <a:xfrm>
                <a:off x="6604444" y="2139790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3" name="Google Shape;2423;p21"/>
              <p:cNvSpPr/>
              <p:nvPr/>
            </p:nvSpPr>
            <p:spPr>
              <a:xfrm>
                <a:off x="6686264" y="2058732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4" name="Google Shape;2424;p21"/>
              <p:cNvSpPr/>
              <p:nvPr/>
            </p:nvSpPr>
            <p:spPr>
              <a:xfrm>
                <a:off x="6768083" y="1977675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5" name="Google Shape;2425;p21"/>
              <p:cNvSpPr/>
              <p:nvPr/>
            </p:nvSpPr>
            <p:spPr>
              <a:xfrm>
                <a:off x="6849903" y="1896617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6" name="Google Shape;2426;p21"/>
              <p:cNvSpPr/>
              <p:nvPr/>
            </p:nvSpPr>
            <p:spPr>
              <a:xfrm>
                <a:off x="6931723" y="1815750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7" name="Google Shape;2427;p21"/>
              <p:cNvSpPr/>
              <p:nvPr/>
            </p:nvSpPr>
            <p:spPr>
              <a:xfrm>
                <a:off x="7013543" y="1734692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8" name="Google Shape;2428;p21"/>
              <p:cNvSpPr/>
              <p:nvPr/>
            </p:nvSpPr>
            <p:spPr>
              <a:xfrm>
                <a:off x="7095363" y="1653634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9" name="Google Shape;2429;p21"/>
              <p:cNvSpPr/>
              <p:nvPr/>
            </p:nvSpPr>
            <p:spPr>
              <a:xfrm>
                <a:off x="7177182" y="157257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0" name="Google Shape;2430;p21"/>
              <p:cNvSpPr/>
              <p:nvPr/>
            </p:nvSpPr>
            <p:spPr>
              <a:xfrm>
                <a:off x="7259002" y="1491709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1" name="Google Shape;2431;p21"/>
              <p:cNvSpPr/>
              <p:nvPr/>
            </p:nvSpPr>
            <p:spPr>
              <a:xfrm>
                <a:off x="7340822" y="1410652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2" name="Google Shape;2432;p21"/>
              <p:cNvSpPr/>
              <p:nvPr/>
            </p:nvSpPr>
            <p:spPr>
              <a:xfrm>
                <a:off x="7422641" y="1329594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3" name="Google Shape;2433;p21"/>
              <p:cNvSpPr/>
              <p:nvPr/>
            </p:nvSpPr>
            <p:spPr>
              <a:xfrm>
                <a:off x="7504461" y="1248536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4" name="Google Shape;2434;p21"/>
              <p:cNvSpPr/>
              <p:nvPr/>
            </p:nvSpPr>
            <p:spPr>
              <a:xfrm>
                <a:off x="7586376" y="1167669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35" name="Google Shape;2435;p21"/>
            <p:cNvGrpSpPr/>
            <p:nvPr/>
          </p:nvGrpSpPr>
          <p:grpSpPr>
            <a:xfrm>
              <a:off x="3829145" y="1173384"/>
              <a:ext cx="3605878" cy="3605973"/>
              <a:chOff x="3829145" y="1173384"/>
              <a:chExt cx="3605878" cy="3605973"/>
            </a:xfrm>
          </p:grpSpPr>
          <p:sp>
            <p:nvSpPr>
              <p:cNvPr id="2436" name="Google Shape;2436;p21"/>
              <p:cNvSpPr/>
              <p:nvPr/>
            </p:nvSpPr>
            <p:spPr>
              <a:xfrm>
                <a:off x="3829145" y="4738210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7" name="Google Shape;2437;p21"/>
              <p:cNvSpPr/>
              <p:nvPr/>
            </p:nvSpPr>
            <p:spPr>
              <a:xfrm>
                <a:off x="3910965" y="4657153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8" name="Google Shape;2438;p21"/>
              <p:cNvSpPr/>
              <p:nvPr/>
            </p:nvSpPr>
            <p:spPr>
              <a:xfrm>
                <a:off x="3992689" y="4576095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9" name="Google Shape;2439;p21"/>
              <p:cNvSpPr/>
              <p:nvPr/>
            </p:nvSpPr>
            <p:spPr>
              <a:xfrm>
                <a:off x="4074604" y="4495228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0" name="Google Shape;2440;p21"/>
              <p:cNvSpPr/>
              <p:nvPr/>
            </p:nvSpPr>
            <p:spPr>
              <a:xfrm>
                <a:off x="4156424" y="4414170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1" name="Google Shape;2441;p21"/>
              <p:cNvSpPr/>
              <p:nvPr/>
            </p:nvSpPr>
            <p:spPr>
              <a:xfrm>
                <a:off x="4238243" y="4333017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2" name="Google Shape;2442;p21"/>
              <p:cNvSpPr/>
              <p:nvPr/>
            </p:nvSpPr>
            <p:spPr>
              <a:xfrm>
                <a:off x="4320063" y="4251959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3" name="Google Shape;2443;p21"/>
              <p:cNvSpPr/>
              <p:nvPr/>
            </p:nvSpPr>
            <p:spPr>
              <a:xfrm>
                <a:off x="4401883" y="4171092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4" name="Google Shape;2444;p21"/>
              <p:cNvSpPr/>
              <p:nvPr/>
            </p:nvSpPr>
            <p:spPr>
              <a:xfrm>
                <a:off x="4483703" y="4090034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5" name="Google Shape;2445;p21"/>
              <p:cNvSpPr/>
              <p:nvPr/>
            </p:nvSpPr>
            <p:spPr>
              <a:xfrm>
                <a:off x="4565522" y="4008976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6" name="Google Shape;2446;p21"/>
              <p:cNvSpPr/>
              <p:nvPr/>
            </p:nvSpPr>
            <p:spPr>
              <a:xfrm>
                <a:off x="4647342" y="3927919"/>
                <a:ext cx="33146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6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7" name="Google Shape;2447;p21"/>
              <p:cNvSpPr/>
              <p:nvPr/>
            </p:nvSpPr>
            <p:spPr>
              <a:xfrm>
                <a:off x="4729257" y="3846956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4" y="7239"/>
                      <a:pt x="32194" y="16097"/>
                    </a:cubicBezTo>
                    <a:cubicBezTo>
                      <a:pt x="32194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8" name="Google Shape;2448;p21"/>
              <p:cNvSpPr/>
              <p:nvPr/>
            </p:nvSpPr>
            <p:spPr>
              <a:xfrm>
                <a:off x="4810982" y="3765994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9" name="Google Shape;2449;p21"/>
              <p:cNvSpPr/>
              <p:nvPr/>
            </p:nvSpPr>
            <p:spPr>
              <a:xfrm>
                <a:off x="4892802" y="3684936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0" name="Google Shape;2450;p21"/>
              <p:cNvSpPr/>
              <p:nvPr/>
            </p:nvSpPr>
            <p:spPr>
              <a:xfrm>
                <a:off x="4974621" y="3603878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8" y="29909"/>
                      <a:pt x="0" y="23241"/>
                      <a:pt x="0" y="14954"/>
                    </a:cubicBezTo>
                    <a:cubicBezTo>
                      <a:pt x="0" y="6668"/>
                      <a:pt x="6668" y="0"/>
                      <a:pt x="14954" y="0"/>
                    </a:cubicBezTo>
                    <a:cubicBezTo>
                      <a:pt x="23241" y="0"/>
                      <a:pt x="29909" y="6668"/>
                      <a:pt x="29909" y="14954"/>
                    </a:cubicBezTo>
                    <a:cubicBezTo>
                      <a:pt x="29909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1" name="Google Shape;2451;p21"/>
              <p:cNvSpPr/>
              <p:nvPr/>
            </p:nvSpPr>
            <p:spPr>
              <a:xfrm>
                <a:off x="5056441" y="3522916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2" name="Google Shape;2452;p21"/>
              <p:cNvSpPr/>
              <p:nvPr/>
            </p:nvSpPr>
            <p:spPr>
              <a:xfrm>
                <a:off x="5138356" y="3441953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3" name="Google Shape;2453;p21"/>
              <p:cNvSpPr/>
              <p:nvPr/>
            </p:nvSpPr>
            <p:spPr>
              <a:xfrm>
                <a:off x="5220080" y="3360895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4" name="Google Shape;2454;p21"/>
              <p:cNvSpPr/>
              <p:nvPr/>
            </p:nvSpPr>
            <p:spPr>
              <a:xfrm>
                <a:off x="5301900" y="3279837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5" name="Google Shape;2455;p21"/>
              <p:cNvSpPr/>
              <p:nvPr/>
            </p:nvSpPr>
            <p:spPr>
              <a:xfrm>
                <a:off x="5383720" y="3198780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6" name="Google Shape;2456;p21"/>
              <p:cNvSpPr/>
              <p:nvPr/>
            </p:nvSpPr>
            <p:spPr>
              <a:xfrm>
                <a:off x="5465635" y="3117912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7" name="Google Shape;2457;p21"/>
              <p:cNvSpPr/>
              <p:nvPr/>
            </p:nvSpPr>
            <p:spPr>
              <a:xfrm>
                <a:off x="5547455" y="3036855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8" name="Google Shape;2458;p21"/>
              <p:cNvSpPr/>
              <p:nvPr/>
            </p:nvSpPr>
            <p:spPr>
              <a:xfrm>
                <a:off x="5629179" y="2955797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9" name="Google Shape;2459;p21"/>
              <p:cNvSpPr/>
              <p:nvPr/>
            </p:nvSpPr>
            <p:spPr>
              <a:xfrm>
                <a:off x="5710999" y="2874739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0" name="Google Shape;2460;p21"/>
              <p:cNvSpPr/>
              <p:nvPr/>
            </p:nvSpPr>
            <p:spPr>
              <a:xfrm>
                <a:off x="5792914" y="2793872"/>
                <a:ext cx="21717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6" extrusionOk="0">
                    <a:moveTo>
                      <a:pt x="10859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9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9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1" name="Google Shape;2461;p21"/>
              <p:cNvSpPr/>
              <p:nvPr/>
            </p:nvSpPr>
            <p:spPr>
              <a:xfrm>
                <a:off x="5874734" y="2712814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2" name="Google Shape;2462;p21"/>
              <p:cNvSpPr/>
              <p:nvPr/>
            </p:nvSpPr>
            <p:spPr>
              <a:xfrm>
                <a:off x="5956554" y="2631757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3" name="Google Shape;2463;p21"/>
              <p:cNvSpPr/>
              <p:nvPr/>
            </p:nvSpPr>
            <p:spPr>
              <a:xfrm>
                <a:off x="6038278" y="2550699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4" name="Google Shape;2464;p21"/>
              <p:cNvSpPr/>
              <p:nvPr/>
            </p:nvSpPr>
            <p:spPr>
              <a:xfrm>
                <a:off x="6120193" y="2469832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5" name="Google Shape;2465;p21"/>
              <p:cNvSpPr/>
              <p:nvPr/>
            </p:nvSpPr>
            <p:spPr>
              <a:xfrm>
                <a:off x="6202013" y="238867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6" name="Google Shape;2466;p21"/>
              <p:cNvSpPr/>
              <p:nvPr/>
            </p:nvSpPr>
            <p:spPr>
              <a:xfrm>
                <a:off x="6283833" y="2307716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7" name="Google Shape;2467;p21"/>
              <p:cNvSpPr/>
              <p:nvPr/>
            </p:nvSpPr>
            <p:spPr>
              <a:xfrm>
                <a:off x="6365652" y="2226658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8" name="Google Shape;2468;p21"/>
              <p:cNvSpPr/>
              <p:nvPr/>
            </p:nvSpPr>
            <p:spPr>
              <a:xfrm>
                <a:off x="6447377" y="2145601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1" y="0"/>
                      <a:pt x="15430" y="3429"/>
                      <a:pt x="15430" y="7715"/>
                    </a:cubicBezTo>
                    <a:cubicBezTo>
                      <a:pt x="15430" y="12001"/>
                      <a:pt x="12001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9" name="Google Shape;2469;p21"/>
              <p:cNvSpPr/>
              <p:nvPr/>
            </p:nvSpPr>
            <p:spPr>
              <a:xfrm>
                <a:off x="6529292" y="2064638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0" name="Google Shape;2470;p21"/>
              <p:cNvSpPr/>
              <p:nvPr/>
            </p:nvSpPr>
            <p:spPr>
              <a:xfrm>
                <a:off x="6611111" y="1983580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1" name="Google Shape;2471;p21"/>
              <p:cNvSpPr/>
              <p:nvPr/>
            </p:nvSpPr>
            <p:spPr>
              <a:xfrm>
                <a:off x="6692931" y="190252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2" name="Google Shape;2472;p21"/>
              <p:cNvSpPr/>
              <p:nvPr/>
            </p:nvSpPr>
            <p:spPr>
              <a:xfrm>
                <a:off x="6774751" y="1821465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3" name="Google Shape;2473;p21"/>
              <p:cNvSpPr/>
              <p:nvPr/>
            </p:nvSpPr>
            <p:spPr>
              <a:xfrm>
                <a:off x="6856571" y="1740598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6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4" name="Google Shape;2474;p21"/>
              <p:cNvSpPr/>
              <p:nvPr/>
            </p:nvSpPr>
            <p:spPr>
              <a:xfrm>
                <a:off x="6938391" y="1659540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5" name="Google Shape;2475;p21"/>
              <p:cNvSpPr/>
              <p:nvPr/>
            </p:nvSpPr>
            <p:spPr>
              <a:xfrm>
                <a:off x="7020210" y="1578482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6" name="Google Shape;2476;p21"/>
              <p:cNvSpPr/>
              <p:nvPr/>
            </p:nvSpPr>
            <p:spPr>
              <a:xfrm>
                <a:off x="7102030" y="1497424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7" name="Google Shape;2477;p21"/>
              <p:cNvSpPr/>
              <p:nvPr/>
            </p:nvSpPr>
            <p:spPr>
              <a:xfrm>
                <a:off x="7183945" y="1416557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8" name="Google Shape;2478;p21"/>
              <p:cNvSpPr/>
              <p:nvPr/>
            </p:nvSpPr>
            <p:spPr>
              <a:xfrm>
                <a:off x="7265669" y="1335499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9" name="Google Shape;2479;p21"/>
              <p:cNvSpPr/>
              <p:nvPr/>
            </p:nvSpPr>
            <p:spPr>
              <a:xfrm>
                <a:off x="7347489" y="1254441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0" name="Google Shape;2480;p21"/>
              <p:cNvSpPr/>
              <p:nvPr/>
            </p:nvSpPr>
            <p:spPr>
              <a:xfrm>
                <a:off x="7429309" y="1173384"/>
                <a:ext cx="5714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81" name="Google Shape;2481;p21"/>
            <p:cNvGrpSpPr/>
            <p:nvPr/>
          </p:nvGrpSpPr>
          <p:grpSpPr>
            <a:xfrm>
              <a:off x="3835812" y="1179289"/>
              <a:ext cx="3443001" cy="3443097"/>
              <a:chOff x="3835812" y="1179289"/>
              <a:chExt cx="3443001" cy="3443097"/>
            </a:xfrm>
          </p:grpSpPr>
          <p:sp>
            <p:nvSpPr>
              <p:cNvPr id="2482" name="Google Shape;2482;p21"/>
              <p:cNvSpPr/>
              <p:nvPr/>
            </p:nvSpPr>
            <p:spPr>
              <a:xfrm>
                <a:off x="3835812" y="4582000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3" name="Google Shape;2483;p21"/>
              <p:cNvSpPr/>
              <p:nvPr/>
            </p:nvSpPr>
            <p:spPr>
              <a:xfrm>
                <a:off x="3917632" y="4500943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4" name="Google Shape;2484;p21"/>
              <p:cNvSpPr/>
              <p:nvPr/>
            </p:nvSpPr>
            <p:spPr>
              <a:xfrm>
                <a:off x="3999452" y="442007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5" name="Google Shape;2485;p21"/>
              <p:cNvSpPr/>
              <p:nvPr/>
            </p:nvSpPr>
            <p:spPr>
              <a:xfrm>
                <a:off x="4081271" y="433901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6" name="Google Shape;2486;p21"/>
              <p:cNvSpPr/>
              <p:nvPr/>
            </p:nvSpPr>
            <p:spPr>
              <a:xfrm>
                <a:off x="4163091" y="4257864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7" name="Google Shape;2487;p21"/>
              <p:cNvSpPr/>
              <p:nvPr/>
            </p:nvSpPr>
            <p:spPr>
              <a:xfrm>
                <a:off x="4244911" y="417680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8" name="Google Shape;2488;p21"/>
              <p:cNvSpPr/>
              <p:nvPr/>
            </p:nvSpPr>
            <p:spPr>
              <a:xfrm>
                <a:off x="4326826" y="4095939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7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9" name="Google Shape;2489;p21"/>
              <p:cNvSpPr/>
              <p:nvPr/>
            </p:nvSpPr>
            <p:spPr>
              <a:xfrm>
                <a:off x="4408551" y="4014882"/>
                <a:ext cx="34671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1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1" y="0"/>
                      <a:pt x="34671" y="7810"/>
                      <a:pt x="34671" y="17335"/>
                    </a:cubicBezTo>
                    <a:cubicBezTo>
                      <a:pt x="34671" y="26860"/>
                      <a:pt x="26861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0" name="Google Shape;2490;p21"/>
              <p:cNvSpPr/>
              <p:nvPr/>
            </p:nvSpPr>
            <p:spPr>
              <a:xfrm>
                <a:off x="4490370" y="3933824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1" name="Google Shape;2491;p21"/>
              <p:cNvSpPr/>
              <p:nvPr/>
            </p:nvSpPr>
            <p:spPr>
              <a:xfrm>
                <a:off x="4572190" y="3852862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2" name="Google Shape;2492;p21"/>
              <p:cNvSpPr/>
              <p:nvPr/>
            </p:nvSpPr>
            <p:spPr>
              <a:xfrm>
                <a:off x="4654010" y="3771804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3" name="Google Shape;2493;p21"/>
              <p:cNvSpPr/>
              <p:nvPr/>
            </p:nvSpPr>
            <p:spPr>
              <a:xfrm>
                <a:off x="4735829" y="3690841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4" name="Google Shape;2494;p21"/>
              <p:cNvSpPr/>
              <p:nvPr/>
            </p:nvSpPr>
            <p:spPr>
              <a:xfrm>
                <a:off x="4817649" y="3609784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5" name="Google Shape;2495;p21"/>
              <p:cNvSpPr/>
              <p:nvPr/>
            </p:nvSpPr>
            <p:spPr>
              <a:xfrm>
                <a:off x="4899469" y="3528726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6" name="Google Shape;2496;p21"/>
              <p:cNvSpPr/>
              <p:nvPr/>
            </p:nvSpPr>
            <p:spPr>
              <a:xfrm>
                <a:off x="4981289" y="3447668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69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69"/>
                      <a:pt x="22669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7" name="Google Shape;2497;p21"/>
              <p:cNvSpPr/>
              <p:nvPr/>
            </p:nvSpPr>
            <p:spPr>
              <a:xfrm>
                <a:off x="5063204" y="3366801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8" name="Google Shape;2498;p21"/>
              <p:cNvSpPr/>
              <p:nvPr/>
            </p:nvSpPr>
            <p:spPr>
              <a:xfrm>
                <a:off x="5144928" y="3285743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9" name="Google Shape;2499;p21"/>
              <p:cNvSpPr/>
              <p:nvPr/>
            </p:nvSpPr>
            <p:spPr>
              <a:xfrm>
                <a:off x="5226748" y="3204685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0" name="Google Shape;2500;p21"/>
              <p:cNvSpPr/>
              <p:nvPr/>
            </p:nvSpPr>
            <p:spPr>
              <a:xfrm>
                <a:off x="5308568" y="3123628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1" name="Google Shape;2501;p21"/>
              <p:cNvSpPr/>
              <p:nvPr/>
            </p:nvSpPr>
            <p:spPr>
              <a:xfrm>
                <a:off x="5390483" y="3042760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2" name="Google Shape;2502;p21"/>
              <p:cNvSpPr/>
              <p:nvPr/>
            </p:nvSpPr>
            <p:spPr>
              <a:xfrm>
                <a:off x="5472303" y="296170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3" name="Google Shape;2503;p21"/>
              <p:cNvSpPr/>
              <p:nvPr/>
            </p:nvSpPr>
            <p:spPr>
              <a:xfrm>
                <a:off x="5554027" y="288064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4" name="Google Shape;2504;p21"/>
              <p:cNvSpPr/>
              <p:nvPr/>
            </p:nvSpPr>
            <p:spPr>
              <a:xfrm>
                <a:off x="5635847" y="279958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5" name="Google Shape;2505;p21"/>
              <p:cNvSpPr/>
              <p:nvPr/>
            </p:nvSpPr>
            <p:spPr>
              <a:xfrm>
                <a:off x="5717762" y="2718720"/>
                <a:ext cx="21717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9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9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6" name="Google Shape;2506;p21"/>
              <p:cNvSpPr/>
              <p:nvPr/>
            </p:nvSpPr>
            <p:spPr>
              <a:xfrm>
                <a:off x="5799582" y="263766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7" name="Google Shape;2507;p21"/>
              <p:cNvSpPr/>
              <p:nvPr/>
            </p:nvSpPr>
            <p:spPr>
              <a:xfrm>
                <a:off x="5881401" y="2556604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8" name="Google Shape;2508;p21"/>
              <p:cNvSpPr/>
              <p:nvPr/>
            </p:nvSpPr>
            <p:spPr>
              <a:xfrm>
                <a:off x="5963126" y="2475546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9" name="Google Shape;2509;p21"/>
              <p:cNvSpPr/>
              <p:nvPr/>
            </p:nvSpPr>
            <p:spPr>
              <a:xfrm>
                <a:off x="6045041" y="2394584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0" name="Google Shape;2510;p21"/>
              <p:cNvSpPr/>
              <p:nvPr/>
            </p:nvSpPr>
            <p:spPr>
              <a:xfrm>
                <a:off x="6126861" y="231362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0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1" name="Google Shape;2511;p21"/>
              <p:cNvSpPr/>
              <p:nvPr/>
            </p:nvSpPr>
            <p:spPr>
              <a:xfrm>
                <a:off x="6208680" y="223256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2" name="Google Shape;2512;p21"/>
              <p:cNvSpPr/>
              <p:nvPr/>
            </p:nvSpPr>
            <p:spPr>
              <a:xfrm>
                <a:off x="6290500" y="2151506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19" y="16193"/>
                      <a:pt x="0" y="12573"/>
                      <a:pt x="0" y="8096"/>
                    </a:cubicBezTo>
                    <a:cubicBezTo>
                      <a:pt x="0" y="3620"/>
                      <a:pt x="3619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3" name="Google Shape;2513;p21"/>
              <p:cNvSpPr/>
              <p:nvPr/>
            </p:nvSpPr>
            <p:spPr>
              <a:xfrm>
                <a:off x="6372225" y="2070448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4" name="Google Shape;2514;p21"/>
              <p:cNvSpPr/>
              <p:nvPr/>
            </p:nvSpPr>
            <p:spPr>
              <a:xfrm>
                <a:off x="6454140" y="1989581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5" name="Google Shape;2515;p21"/>
              <p:cNvSpPr/>
              <p:nvPr/>
            </p:nvSpPr>
            <p:spPr>
              <a:xfrm>
                <a:off x="6535959" y="1908428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6" name="Google Shape;2516;p21"/>
              <p:cNvSpPr/>
              <p:nvPr/>
            </p:nvSpPr>
            <p:spPr>
              <a:xfrm>
                <a:off x="6617779" y="1827370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7" name="Google Shape;2517;p21"/>
              <p:cNvSpPr/>
              <p:nvPr/>
            </p:nvSpPr>
            <p:spPr>
              <a:xfrm>
                <a:off x="6699599" y="1746313"/>
                <a:ext cx="12191" cy="12192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2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8" name="Google Shape;2518;p21"/>
              <p:cNvSpPr/>
              <p:nvPr/>
            </p:nvSpPr>
            <p:spPr>
              <a:xfrm>
                <a:off x="6781418" y="1665445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9" name="Google Shape;2519;p21"/>
              <p:cNvSpPr/>
              <p:nvPr/>
            </p:nvSpPr>
            <p:spPr>
              <a:xfrm>
                <a:off x="6863238" y="1584388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0" name="Google Shape;2520;p21"/>
              <p:cNvSpPr/>
              <p:nvPr/>
            </p:nvSpPr>
            <p:spPr>
              <a:xfrm>
                <a:off x="6945058" y="1503330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1" name="Google Shape;2521;p21"/>
              <p:cNvSpPr/>
              <p:nvPr/>
            </p:nvSpPr>
            <p:spPr>
              <a:xfrm>
                <a:off x="7026878" y="1422272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2" name="Google Shape;2522;p21"/>
              <p:cNvSpPr/>
              <p:nvPr/>
            </p:nvSpPr>
            <p:spPr>
              <a:xfrm>
                <a:off x="7108793" y="1341405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3" name="Google Shape;2523;p21"/>
              <p:cNvSpPr/>
              <p:nvPr/>
            </p:nvSpPr>
            <p:spPr>
              <a:xfrm>
                <a:off x="7190517" y="1260347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4" name="Google Shape;2524;p21"/>
              <p:cNvSpPr/>
              <p:nvPr/>
            </p:nvSpPr>
            <p:spPr>
              <a:xfrm>
                <a:off x="7272337" y="1179289"/>
                <a:ext cx="6476" cy="6476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6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25" name="Google Shape;2525;p21"/>
            <p:cNvGrpSpPr/>
            <p:nvPr/>
          </p:nvGrpSpPr>
          <p:grpSpPr>
            <a:xfrm>
              <a:off x="3842480" y="1185195"/>
              <a:ext cx="3280124" cy="3280218"/>
              <a:chOff x="3842480" y="1185195"/>
              <a:chExt cx="3280124" cy="3280218"/>
            </a:xfrm>
          </p:grpSpPr>
          <p:sp>
            <p:nvSpPr>
              <p:cNvPr id="2526" name="Google Shape;2526;p21"/>
              <p:cNvSpPr/>
              <p:nvPr/>
            </p:nvSpPr>
            <p:spPr>
              <a:xfrm>
                <a:off x="3842480" y="4425790"/>
                <a:ext cx="39624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3" extrusionOk="0">
                    <a:moveTo>
                      <a:pt x="39624" y="19812"/>
                    </a:moveTo>
                    <a:cubicBezTo>
                      <a:pt x="39624" y="30754"/>
                      <a:pt x="30754" y="39624"/>
                      <a:pt x="19812" y="39624"/>
                    </a:cubicBezTo>
                    <a:cubicBezTo>
                      <a:pt x="8870" y="39624"/>
                      <a:pt x="0" y="30754"/>
                      <a:pt x="0" y="19812"/>
                    </a:cubicBezTo>
                    <a:cubicBezTo>
                      <a:pt x="0" y="8870"/>
                      <a:pt x="8870" y="0"/>
                      <a:pt x="19812" y="0"/>
                    </a:cubicBezTo>
                    <a:cubicBezTo>
                      <a:pt x="30754" y="0"/>
                      <a:pt x="39624" y="8870"/>
                      <a:pt x="39624" y="198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7" name="Google Shape;2527;p21"/>
              <p:cNvSpPr/>
              <p:nvPr/>
            </p:nvSpPr>
            <p:spPr>
              <a:xfrm>
                <a:off x="3924300" y="4344923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8" name="Google Shape;2528;p21"/>
              <p:cNvSpPr/>
              <p:nvPr/>
            </p:nvSpPr>
            <p:spPr>
              <a:xfrm>
                <a:off x="4006119" y="4263865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9" name="Google Shape;2529;p21"/>
              <p:cNvSpPr/>
              <p:nvPr/>
            </p:nvSpPr>
            <p:spPr>
              <a:xfrm>
                <a:off x="4087939" y="418280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0" name="Google Shape;2530;p21"/>
              <p:cNvSpPr/>
              <p:nvPr/>
            </p:nvSpPr>
            <p:spPr>
              <a:xfrm>
                <a:off x="4169759" y="410175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1" name="Google Shape;2531;p21"/>
              <p:cNvSpPr/>
              <p:nvPr/>
            </p:nvSpPr>
            <p:spPr>
              <a:xfrm>
                <a:off x="4251674" y="4020787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2" name="Google Shape;2532;p21"/>
              <p:cNvSpPr/>
              <p:nvPr/>
            </p:nvSpPr>
            <p:spPr>
              <a:xfrm>
                <a:off x="4333398" y="3939729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3" name="Google Shape;2533;p21"/>
              <p:cNvSpPr/>
              <p:nvPr/>
            </p:nvSpPr>
            <p:spPr>
              <a:xfrm>
                <a:off x="4415218" y="3858672"/>
                <a:ext cx="33908" cy="33909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9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5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5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4" name="Google Shape;2534;p21"/>
              <p:cNvSpPr/>
              <p:nvPr/>
            </p:nvSpPr>
            <p:spPr>
              <a:xfrm>
                <a:off x="4497038" y="3777709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5" name="Google Shape;2535;p21"/>
              <p:cNvSpPr/>
              <p:nvPr/>
            </p:nvSpPr>
            <p:spPr>
              <a:xfrm rot="-5391406">
                <a:off x="4578878" y="3696629"/>
                <a:ext cx="32385" cy="32385"/>
              </a:xfrm>
              <a:custGeom>
                <a:avLst/>
                <a:gdLst/>
                <a:ahLst/>
                <a:cxnLst/>
                <a:rect l="l" t="t" r="r" b="b"/>
                <a:pathLst>
                  <a:path w="32385" h="32385" extrusionOk="0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49"/>
                      <a:pt x="32385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6" name="Google Shape;2536;p21"/>
              <p:cNvSpPr/>
              <p:nvPr/>
            </p:nvSpPr>
            <p:spPr>
              <a:xfrm>
                <a:off x="4660772" y="3615689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7" name="Google Shape;2537;p21"/>
              <p:cNvSpPr/>
              <p:nvPr/>
            </p:nvSpPr>
            <p:spPr>
              <a:xfrm>
                <a:off x="4742497" y="3534631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8" name="Google Shape;2538;p21"/>
              <p:cNvSpPr/>
              <p:nvPr/>
            </p:nvSpPr>
            <p:spPr>
              <a:xfrm>
                <a:off x="4824317" y="3453574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9" name="Google Shape;2539;p21"/>
              <p:cNvSpPr/>
              <p:nvPr/>
            </p:nvSpPr>
            <p:spPr>
              <a:xfrm>
                <a:off x="4906137" y="337261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0" name="Google Shape;2540;p21"/>
              <p:cNvSpPr/>
              <p:nvPr/>
            </p:nvSpPr>
            <p:spPr>
              <a:xfrm>
                <a:off x="4988052" y="3291649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8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1" name="Google Shape;2541;p21"/>
              <p:cNvSpPr/>
              <p:nvPr/>
            </p:nvSpPr>
            <p:spPr>
              <a:xfrm>
                <a:off x="5069871" y="3210591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2" name="Google Shape;2542;p21"/>
              <p:cNvSpPr/>
              <p:nvPr/>
            </p:nvSpPr>
            <p:spPr>
              <a:xfrm>
                <a:off x="5151596" y="3129533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3" name="Google Shape;2543;p21"/>
              <p:cNvSpPr/>
              <p:nvPr/>
            </p:nvSpPr>
            <p:spPr>
              <a:xfrm>
                <a:off x="5233416" y="3048475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4" name="Google Shape;2544;p21"/>
              <p:cNvSpPr/>
              <p:nvPr/>
            </p:nvSpPr>
            <p:spPr>
              <a:xfrm>
                <a:off x="5315330" y="2967608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5" name="Google Shape;2545;p21"/>
              <p:cNvSpPr/>
              <p:nvPr/>
            </p:nvSpPr>
            <p:spPr>
              <a:xfrm>
                <a:off x="5397150" y="2886550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6" name="Google Shape;2546;p21"/>
              <p:cNvSpPr/>
              <p:nvPr/>
            </p:nvSpPr>
            <p:spPr>
              <a:xfrm>
                <a:off x="5478970" y="280549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7" name="Google Shape;2547;p21"/>
              <p:cNvSpPr/>
              <p:nvPr/>
            </p:nvSpPr>
            <p:spPr>
              <a:xfrm>
                <a:off x="5560695" y="2724435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22669" y="11335"/>
                    </a:moveTo>
                    <a:cubicBezTo>
                      <a:pt x="22669" y="17595"/>
                      <a:pt x="17595" y="22670"/>
                      <a:pt x="11335" y="22670"/>
                    </a:cubicBezTo>
                    <a:cubicBezTo>
                      <a:pt x="5075" y="22670"/>
                      <a:pt x="0" y="17595"/>
                      <a:pt x="0" y="11335"/>
                    </a:cubicBezTo>
                    <a:cubicBezTo>
                      <a:pt x="0" y="5075"/>
                      <a:pt x="5075" y="0"/>
                      <a:pt x="11335" y="0"/>
                    </a:cubicBezTo>
                    <a:cubicBezTo>
                      <a:pt x="17595" y="0"/>
                      <a:pt x="22669" y="5075"/>
                      <a:pt x="22669" y="11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8" name="Google Shape;2548;p21"/>
              <p:cNvSpPr/>
              <p:nvPr/>
            </p:nvSpPr>
            <p:spPr>
              <a:xfrm>
                <a:off x="5642609" y="2643567"/>
                <a:ext cx="21716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9" name="Google Shape;2549;p21"/>
              <p:cNvSpPr/>
              <p:nvPr/>
            </p:nvSpPr>
            <p:spPr>
              <a:xfrm>
                <a:off x="5724429" y="256251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20955" y="10478"/>
                    </a:moveTo>
                    <a:cubicBezTo>
                      <a:pt x="20955" y="16264"/>
                      <a:pt x="16264" y="20955"/>
                      <a:pt x="10477" y="20955"/>
                    </a:cubicBezTo>
                    <a:cubicBezTo>
                      <a:pt x="4691" y="20955"/>
                      <a:pt x="0" y="16264"/>
                      <a:pt x="0" y="10478"/>
                    </a:cubicBezTo>
                    <a:cubicBezTo>
                      <a:pt x="0" y="4691"/>
                      <a:pt x="4691" y="0"/>
                      <a:pt x="10477" y="0"/>
                    </a:cubicBezTo>
                    <a:cubicBezTo>
                      <a:pt x="16264" y="0"/>
                      <a:pt x="20955" y="4691"/>
                      <a:pt x="20955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0" name="Google Shape;2550;p21"/>
              <p:cNvSpPr/>
              <p:nvPr/>
            </p:nvSpPr>
            <p:spPr>
              <a:xfrm>
                <a:off x="5806249" y="2481452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1" name="Google Shape;2551;p21"/>
              <p:cNvSpPr/>
              <p:nvPr/>
            </p:nvSpPr>
            <p:spPr>
              <a:xfrm>
                <a:off x="5888069" y="2400394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50"/>
                      <a:pt x="0" y="9716"/>
                    </a:cubicBezTo>
                    <a:cubicBezTo>
                      <a:pt x="0" y="4382"/>
                      <a:pt x="4382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2" name="Google Shape;2552;p21"/>
              <p:cNvSpPr/>
              <p:nvPr/>
            </p:nvSpPr>
            <p:spPr>
              <a:xfrm>
                <a:off x="5969888" y="2319527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3" name="Google Shape;2553;p21"/>
              <p:cNvSpPr/>
              <p:nvPr/>
            </p:nvSpPr>
            <p:spPr>
              <a:xfrm>
                <a:off x="6051708" y="223846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7"/>
                      <a:pt x="8858" y="17717"/>
                    </a:cubicBezTo>
                    <a:cubicBezTo>
                      <a:pt x="3966" y="17717"/>
                      <a:pt x="0" y="13751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4" name="Google Shape;2554;p21"/>
              <p:cNvSpPr/>
              <p:nvPr/>
            </p:nvSpPr>
            <p:spPr>
              <a:xfrm>
                <a:off x="6133528" y="215741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5" name="Google Shape;2555;p21"/>
              <p:cNvSpPr/>
              <p:nvPr/>
            </p:nvSpPr>
            <p:spPr>
              <a:xfrm>
                <a:off x="6215348" y="207635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6" name="Google Shape;2556;p21"/>
              <p:cNvSpPr/>
              <p:nvPr/>
            </p:nvSpPr>
            <p:spPr>
              <a:xfrm>
                <a:off x="6297167" y="1995296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1"/>
                      <a:pt x="12002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7" name="Google Shape;2557;p21"/>
              <p:cNvSpPr/>
              <p:nvPr/>
            </p:nvSpPr>
            <p:spPr>
              <a:xfrm>
                <a:off x="6378987" y="1914334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8" name="Google Shape;2558;p21"/>
              <p:cNvSpPr/>
              <p:nvPr/>
            </p:nvSpPr>
            <p:spPr>
              <a:xfrm>
                <a:off x="6460807" y="1833371"/>
                <a:ext cx="13716" cy="13715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5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9" name="Google Shape;2559;p21"/>
              <p:cNvSpPr/>
              <p:nvPr/>
            </p:nvSpPr>
            <p:spPr>
              <a:xfrm>
                <a:off x="6542627" y="1752313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0" name="Google Shape;2560;p21"/>
              <p:cNvSpPr/>
              <p:nvPr/>
            </p:nvSpPr>
            <p:spPr>
              <a:xfrm>
                <a:off x="6624447" y="1671160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1" name="Google Shape;2561;p21"/>
              <p:cNvSpPr/>
              <p:nvPr/>
            </p:nvSpPr>
            <p:spPr>
              <a:xfrm>
                <a:off x="6706361" y="1590293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2" name="Google Shape;2562;p21"/>
              <p:cNvSpPr/>
              <p:nvPr/>
            </p:nvSpPr>
            <p:spPr>
              <a:xfrm>
                <a:off x="6788086" y="1509235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3" name="Google Shape;2563;p21"/>
              <p:cNvSpPr/>
              <p:nvPr/>
            </p:nvSpPr>
            <p:spPr>
              <a:xfrm>
                <a:off x="6869906" y="1428178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5"/>
                    </a:moveTo>
                    <a:cubicBezTo>
                      <a:pt x="2191" y="9715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5"/>
                      <a:pt x="4858" y="9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4" name="Google Shape;2564;p21"/>
              <p:cNvSpPr/>
              <p:nvPr/>
            </p:nvSpPr>
            <p:spPr>
              <a:xfrm>
                <a:off x="6951725" y="1347120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5" name="Google Shape;2565;p21"/>
              <p:cNvSpPr/>
              <p:nvPr/>
            </p:nvSpPr>
            <p:spPr>
              <a:xfrm>
                <a:off x="7033641" y="126625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6" name="Google Shape;2566;p21"/>
              <p:cNvSpPr/>
              <p:nvPr/>
            </p:nvSpPr>
            <p:spPr>
              <a:xfrm>
                <a:off x="7115365" y="1185195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67" name="Google Shape;2567;p21"/>
            <p:cNvGrpSpPr/>
            <p:nvPr/>
          </p:nvGrpSpPr>
          <p:grpSpPr>
            <a:xfrm>
              <a:off x="3849147" y="1191100"/>
              <a:ext cx="3117342" cy="3117342"/>
              <a:chOff x="3849147" y="1191100"/>
              <a:chExt cx="3117342" cy="3117342"/>
            </a:xfrm>
          </p:grpSpPr>
          <p:sp>
            <p:nvSpPr>
              <p:cNvPr id="2568" name="Google Shape;2568;p21"/>
              <p:cNvSpPr/>
              <p:nvPr/>
            </p:nvSpPr>
            <p:spPr>
              <a:xfrm>
                <a:off x="3849147" y="426977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9" name="Google Shape;2569;p21"/>
              <p:cNvSpPr/>
              <p:nvPr/>
            </p:nvSpPr>
            <p:spPr>
              <a:xfrm>
                <a:off x="3930967" y="4188713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0" name="Google Shape;2570;p21"/>
              <p:cNvSpPr/>
              <p:nvPr/>
            </p:nvSpPr>
            <p:spPr>
              <a:xfrm>
                <a:off x="4012787" y="4107655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37148" y="18574"/>
                    </a:moveTo>
                    <a:cubicBezTo>
                      <a:pt x="37148" y="28832"/>
                      <a:pt x="28832" y="37148"/>
                      <a:pt x="18574" y="37148"/>
                    </a:cubicBezTo>
                    <a:cubicBezTo>
                      <a:pt x="8316" y="37148"/>
                      <a:pt x="0" y="28832"/>
                      <a:pt x="0" y="18574"/>
                    </a:cubicBezTo>
                    <a:cubicBezTo>
                      <a:pt x="0" y="8316"/>
                      <a:pt x="8316" y="0"/>
                      <a:pt x="18574" y="0"/>
                    </a:cubicBezTo>
                    <a:cubicBezTo>
                      <a:pt x="28832" y="0"/>
                      <a:pt x="37148" y="8316"/>
                      <a:pt x="37148" y="18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1" name="Google Shape;2571;p21"/>
              <p:cNvSpPr/>
              <p:nvPr/>
            </p:nvSpPr>
            <p:spPr>
              <a:xfrm>
                <a:off x="4094606" y="402659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2" name="Google Shape;2572;p21"/>
              <p:cNvSpPr/>
              <p:nvPr/>
            </p:nvSpPr>
            <p:spPr>
              <a:xfrm>
                <a:off x="4176521" y="3945730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3" name="Google Shape;2573;p21"/>
              <p:cNvSpPr/>
              <p:nvPr/>
            </p:nvSpPr>
            <p:spPr>
              <a:xfrm>
                <a:off x="4258246" y="3864672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4" name="Google Shape;2574;p21"/>
              <p:cNvSpPr/>
              <p:nvPr/>
            </p:nvSpPr>
            <p:spPr>
              <a:xfrm>
                <a:off x="4340066" y="3783615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5" name="Google Shape;2575;p21"/>
              <p:cNvSpPr/>
              <p:nvPr/>
            </p:nvSpPr>
            <p:spPr>
              <a:xfrm>
                <a:off x="4421886" y="3702557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6" name="Google Shape;2576;p21"/>
              <p:cNvSpPr/>
              <p:nvPr/>
            </p:nvSpPr>
            <p:spPr>
              <a:xfrm>
                <a:off x="4503800" y="3621499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097"/>
                    </a:cubicBezTo>
                    <a:cubicBezTo>
                      <a:pt x="32195" y="24955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7" name="Google Shape;2577;p21"/>
              <p:cNvSpPr/>
              <p:nvPr/>
            </p:nvSpPr>
            <p:spPr>
              <a:xfrm>
                <a:off x="4585620" y="354053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8" name="Google Shape;2578;p21"/>
              <p:cNvSpPr/>
              <p:nvPr/>
            </p:nvSpPr>
            <p:spPr>
              <a:xfrm>
                <a:off x="4667345" y="345947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9" name="Google Shape;2579;p21"/>
              <p:cNvSpPr/>
              <p:nvPr/>
            </p:nvSpPr>
            <p:spPr>
              <a:xfrm>
                <a:off x="4749164" y="3378421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0" name="Google Shape;2580;p21"/>
              <p:cNvSpPr/>
              <p:nvPr/>
            </p:nvSpPr>
            <p:spPr>
              <a:xfrm>
                <a:off x="4830984" y="3297363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7"/>
                    </a:moveTo>
                    <a:cubicBezTo>
                      <a:pt x="6572" y="29147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70"/>
                      <a:pt x="22669" y="29147"/>
                      <a:pt x="14573" y="29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1" name="Google Shape;2581;p21"/>
              <p:cNvSpPr/>
              <p:nvPr/>
            </p:nvSpPr>
            <p:spPr>
              <a:xfrm>
                <a:off x="4912899" y="3216496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2" name="Google Shape;2582;p21"/>
              <p:cNvSpPr/>
              <p:nvPr/>
            </p:nvSpPr>
            <p:spPr>
              <a:xfrm>
                <a:off x="4994719" y="3135438"/>
                <a:ext cx="27432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3" name="Google Shape;2583;p21"/>
              <p:cNvSpPr/>
              <p:nvPr/>
            </p:nvSpPr>
            <p:spPr>
              <a:xfrm>
                <a:off x="5076444" y="3054381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4" name="Google Shape;2584;p21"/>
              <p:cNvSpPr/>
              <p:nvPr/>
            </p:nvSpPr>
            <p:spPr>
              <a:xfrm>
                <a:off x="5158263" y="297332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5" name="Google Shape;2585;p21"/>
              <p:cNvSpPr/>
              <p:nvPr/>
            </p:nvSpPr>
            <p:spPr>
              <a:xfrm>
                <a:off x="5240178" y="289245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6" name="Google Shape;2586;p21"/>
              <p:cNvSpPr/>
              <p:nvPr/>
            </p:nvSpPr>
            <p:spPr>
              <a:xfrm>
                <a:off x="5321998" y="2811398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7" name="Google Shape;2587;p21"/>
              <p:cNvSpPr/>
              <p:nvPr/>
            </p:nvSpPr>
            <p:spPr>
              <a:xfrm>
                <a:off x="5403818" y="2730340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8" name="Google Shape;2588;p21"/>
              <p:cNvSpPr/>
              <p:nvPr/>
            </p:nvSpPr>
            <p:spPr>
              <a:xfrm>
                <a:off x="5485542" y="2649282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69" y="5048"/>
                      <a:pt x="22669" y="11335"/>
                    </a:cubicBezTo>
                    <a:cubicBezTo>
                      <a:pt x="22669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9" name="Google Shape;2589;p21"/>
              <p:cNvSpPr/>
              <p:nvPr/>
            </p:nvSpPr>
            <p:spPr>
              <a:xfrm>
                <a:off x="5567457" y="2568415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21717" y="10858"/>
                    </a:moveTo>
                    <a:cubicBezTo>
                      <a:pt x="21717" y="16855"/>
                      <a:pt x="16855" y="21717"/>
                      <a:pt x="10858" y="21717"/>
                    </a:cubicBezTo>
                    <a:cubicBezTo>
                      <a:pt x="4861" y="21717"/>
                      <a:pt x="0" y="16855"/>
                      <a:pt x="0" y="10858"/>
                    </a:cubicBezTo>
                    <a:cubicBezTo>
                      <a:pt x="0" y="4861"/>
                      <a:pt x="4861" y="0"/>
                      <a:pt x="10858" y="0"/>
                    </a:cubicBezTo>
                    <a:cubicBezTo>
                      <a:pt x="16855" y="0"/>
                      <a:pt x="21717" y="4861"/>
                      <a:pt x="21717" y="10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0" name="Google Shape;2590;p21"/>
              <p:cNvSpPr/>
              <p:nvPr/>
            </p:nvSpPr>
            <p:spPr>
              <a:xfrm>
                <a:off x="5649277" y="2487357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1" name="Google Shape;2591;p21"/>
              <p:cNvSpPr/>
              <p:nvPr/>
            </p:nvSpPr>
            <p:spPr>
              <a:xfrm>
                <a:off x="5731097" y="240630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2" name="Google Shape;2592;p21"/>
              <p:cNvSpPr/>
              <p:nvPr/>
            </p:nvSpPr>
            <p:spPr>
              <a:xfrm>
                <a:off x="5812916" y="232524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3" name="Google Shape;2593;p21"/>
              <p:cNvSpPr/>
              <p:nvPr/>
            </p:nvSpPr>
            <p:spPr>
              <a:xfrm>
                <a:off x="5894736" y="224428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7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4" name="Google Shape;2594;p21"/>
              <p:cNvSpPr/>
              <p:nvPr/>
            </p:nvSpPr>
            <p:spPr>
              <a:xfrm>
                <a:off x="5976556" y="216331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5" name="Google Shape;2595;p21"/>
              <p:cNvSpPr/>
              <p:nvPr/>
            </p:nvSpPr>
            <p:spPr>
              <a:xfrm>
                <a:off x="6058376" y="2082259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4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6" name="Google Shape;2596;p21"/>
              <p:cNvSpPr/>
              <p:nvPr/>
            </p:nvSpPr>
            <p:spPr>
              <a:xfrm>
                <a:off x="6140195" y="2001201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7" name="Google Shape;2597;p21"/>
              <p:cNvSpPr/>
              <p:nvPr/>
            </p:nvSpPr>
            <p:spPr>
              <a:xfrm>
                <a:off x="6222015" y="1920144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1" y="7715"/>
                    </a:moveTo>
                    <a:cubicBezTo>
                      <a:pt x="15431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1" y="3454"/>
                      <a:pt x="15431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8" name="Google Shape;2598;p21"/>
              <p:cNvSpPr/>
              <p:nvPr/>
            </p:nvSpPr>
            <p:spPr>
              <a:xfrm>
                <a:off x="6303835" y="1839276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9" name="Google Shape;2599;p21"/>
              <p:cNvSpPr/>
              <p:nvPr/>
            </p:nvSpPr>
            <p:spPr>
              <a:xfrm>
                <a:off x="6385655" y="1758219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0" name="Google Shape;2600;p21"/>
              <p:cNvSpPr/>
              <p:nvPr/>
            </p:nvSpPr>
            <p:spPr>
              <a:xfrm>
                <a:off x="6467475" y="1677161"/>
                <a:ext cx="1295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1" name="Google Shape;2601;p21"/>
              <p:cNvSpPr/>
              <p:nvPr/>
            </p:nvSpPr>
            <p:spPr>
              <a:xfrm>
                <a:off x="6549294" y="1596103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2" name="Google Shape;2602;p21"/>
              <p:cNvSpPr/>
              <p:nvPr/>
            </p:nvSpPr>
            <p:spPr>
              <a:xfrm>
                <a:off x="6631209" y="151514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3" name="Google Shape;2603;p21"/>
              <p:cNvSpPr/>
              <p:nvPr/>
            </p:nvSpPr>
            <p:spPr>
              <a:xfrm>
                <a:off x="6712934" y="143408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4" name="Google Shape;2604;p21"/>
              <p:cNvSpPr/>
              <p:nvPr/>
            </p:nvSpPr>
            <p:spPr>
              <a:xfrm>
                <a:off x="6794754" y="135312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5" name="Google Shape;2605;p21"/>
              <p:cNvSpPr/>
              <p:nvPr/>
            </p:nvSpPr>
            <p:spPr>
              <a:xfrm>
                <a:off x="6876573" y="1271967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6" name="Google Shape;2606;p21"/>
              <p:cNvSpPr/>
              <p:nvPr/>
            </p:nvSpPr>
            <p:spPr>
              <a:xfrm>
                <a:off x="6958488" y="1191100"/>
                <a:ext cx="8001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0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607" name="Google Shape;2607;p21"/>
          <p:cNvSpPr/>
          <p:nvPr/>
        </p:nvSpPr>
        <p:spPr>
          <a:xfrm rot="2700000" flipH="1">
            <a:off x="7892656" y="2497244"/>
            <a:ext cx="1592834" cy="1592772"/>
          </a:xfrm>
          <a:custGeom>
            <a:avLst/>
            <a:gdLst/>
            <a:ahLst/>
            <a:cxnLst/>
            <a:rect l="l" t="t" r="r" b="b"/>
            <a:pathLst>
              <a:path w="2422159" h="2422064" extrusionOk="0">
                <a:moveTo>
                  <a:pt x="2306360" y="115800"/>
                </a:moveTo>
                <a:lnTo>
                  <a:pt x="2306360" y="115800"/>
                </a:lnTo>
                <a:cubicBezTo>
                  <a:pt x="2460760" y="270200"/>
                  <a:pt x="2460760" y="520422"/>
                  <a:pt x="2306360" y="674822"/>
                </a:cubicBezTo>
                <a:lnTo>
                  <a:pt x="674822" y="2306265"/>
                </a:lnTo>
                <a:cubicBezTo>
                  <a:pt x="520422" y="2460665"/>
                  <a:pt x="270200" y="2460665"/>
                  <a:pt x="115800" y="2306265"/>
                </a:cubicBezTo>
                <a:lnTo>
                  <a:pt x="115800" y="2306265"/>
                </a:lnTo>
                <a:cubicBezTo>
                  <a:pt x="-38600" y="2151864"/>
                  <a:pt x="-38600" y="1901642"/>
                  <a:pt x="115800" y="1747242"/>
                </a:cubicBezTo>
                <a:lnTo>
                  <a:pt x="1747338" y="115800"/>
                </a:lnTo>
                <a:cubicBezTo>
                  <a:pt x="1901738" y="-38600"/>
                  <a:pt x="2151960" y="-38600"/>
                  <a:pt x="2306360" y="11580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7F7F7F">
                  <a:alpha val="49803"/>
                </a:srgbClr>
              </a:gs>
              <a:gs pos="73000">
                <a:schemeClr val="lt1"/>
              </a:gs>
              <a:gs pos="100000">
                <a:schemeClr val="l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8" name="Google Shape;2608;p21"/>
          <p:cNvSpPr/>
          <p:nvPr/>
        </p:nvSpPr>
        <p:spPr>
          <a:xfrm>
            <a:off x="8576725" y="1628175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09" name="Google Shape;2609;p21"/>
          <p:cNvSpPr/>
          <p:nvPr/>
        </p:nvSpPr>
        <p:spPr>
          <a:xfrm rot="2081">
            <a:off x="3580650" y="4774625"/>
            <a:ext cx="1982700" cy="1236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10" name="Google Shape;2610;p21"/>
          <p:cNvSpPr/>
          <p:nvPr/>
        </p:nvSpPr>
        <p:spPr>
          <a:xfrm rot="3148151">
            <a:off x="-2105980" y="-790023"/>
            <a:ext cx="3050559" cy="3034302"/>
          </a:xfrm>
          <a:custGeom>
            <a:avLst/>
            <a:gdLst/>
            <a:ahLst/>
            <a:cxnLst/>
            <a:rect l="l" t="t" r="r" b="b"/>
            <a:pathLst>
              <a:path w="2199247" h="2187527" extrusionOk="0">
                <a:moveTo>
                  <a:pt x="27680" y="1108861"/>
                </a:moveTo>
                <a:lnTo>
                  <a:pt x="845687" y="51776"/>
                </a:lnTo>
                <a:cubicBezTo>
                  <a:pt x="891979" y="-8041"/>
                  <a:pt x="979895" y="-17375"/>
                  <a:pt x="1042188" y="30821"/>
                </a:cubicBezTo>
                <a:lnTo>
                  <a:pt x="2142611" y="883118"/>
                </a:lnTo>
                <a:cubicBezTo>
                  <a:pt x="2204810" y="931315"/>
                  <a:pt x="2217764" y="1018850"/>
                  <a:pt x="2171567" y="1078667"/>
                </a:cubicBezTo>
                <a:lnTo>
                  <a:pt x="1353560" y="2135751"/>
                </a:lnTo>
                <a:cubicBezTo>
                  <a:pt x="1307269" y="2195568"/>
                  <a:pt x="1219353" y="2204903"/>
                  <a:pt x="1157060" y="2156706"/>
                </a:cubicBezTo>
                <a:lnTo>
                  <a:pt x="56636" y="1304409"/>
                </a:lnTo>
                <a:cubicBezTo>
                  <a:pt x="-5562" y="1256213"/>
                  <a:pt x="-18516" y="1168678"/>
                  <a:pt x="27680" y="110886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spTree>
      <p:nvGrpSpPr>
        <p:cNvPr id="1" name="Shape 2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0" name="Google Shape;2620;p23"/>
          <p:cNvSpPr/>
          <p:nvPr/>
        </p:nvSpPr>
        <p:spPr>
          <a:xfrm rot="440549">
            <a:off x="-1044620" y="1224284"/>
            <a:ext cx="3054510" cy="3038232"/>
          </a:xfrm>
          <a:custGeom>
            <a:avLst/>
            <a:gdLst/>
            <a:ahLst/>
            <a:cxnLst/>
            <a:rect l="l" t="t" r="r" b="b"/>
            <a:pathLst>
              <a:path w="2199247" h="2187527" extrusionOk="0">
                <a:moveTo>
                  <a:pt x="27680" y="1108861"/>
                </a:moveTo>
                <a:lnTo>
                  <a:pt x="845687" y="51776"/>
                </a:lnTo>
                <a:cubicBezTo>
                  <a:pt x="891979" y="-8041"/>
                  <a:pt x="979895" y="-17375"/>
                  <a:pt x="1042188" y="30821"/>
                </a:cubicBezTo>
                <a:lnTo>
                  <a:pt x="2142611" y="883118"/>
                </a:lnTo>
                <a:cubicBezTo>
                  <a:pt x="2204810" y="931315"/>
                  <a:pt x="2217764" y="1018850"/>
                  <a:pt x="2171567" y="1078667"/>
                </a:cubicBezTo>
                <a:lnTo>
                  <a:pt x="1353560" y="2135751"/>
                </a:lnTo>
                <a:cubicBezTo>
                  <a:pt x="1307269" y="2195568"/>
                  <a:pt x="1219353" y="2204903"/>
                  <a:pt x="1157060" y="2156706"/>
                </a:cubicBezTo>
                <a:lnTo>
                  <a:pt x="56636" y="1304409"/>
                </a:lnTo>
                <a:cubicBezTo>
                  <a:pt x="-5562" y="1256213"/>
                  <a:pt x="-18516" y="1168678"/>
                  <a:pt x="27680" y="110886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1" name="Google Shape;2621;p23"/>
          <p:cNvSpPr/>
          <p:nvPr/>
        </p:nvSpPr>
        <p:spPr>
          <a:xfrm rot="2700000" flipH="1">
            <a:off x="7579956" y="1947019"/>
            <a:ext cx="1592834" cy="1592772"/>
          </a:xfrm>
          <a:custGeom>
            <a:avLst/>
            <a:gdLst/>
            <a:ahLst/>
            <a:cxnLst/>
            <a:rect l="l" t="t" r="r" b="b"/>
            <a:pathLst>
              <a:path w="2422159" h="2422064" extrusionOk="0">
                <a:moveTo>
                  <a:pt x="2306360" y="115800"/>
                </a:moveTo>
                <a:lnTo>
                  <a:pt x="2306360" y="115800"/>
                </a:lnTo>
                <a:cubicBezTo>
                  <a:pt x="2460760" y="270200"/>
                  <a:pt x="2460760" y="520422"/>
                  <a:pt x="2306360" y="674822"/>
                </a:cubicBezTo>
                <a:lnTo>
                  <a:pt x="674822" y="2306265"/>
                </a:lnTo>
                <a:cubicBezTo>
                  <a:pt x="520422" y="2460665"/>
                  <a:pt x="270200" y="2460665"/>
                  <a:pt x="115800" y="2306265"/>
                </a:cubicBezTo>
                <a:lnTo>
                  <a:pt x="115800" y="2306265"/>
                </a:lnTo>
                <a:cubicBezTo>
                  <a:pt x="-38600" y="2151864"/>
                  <a:pt x="-38600" y="1901642"/>
                  <a:pt x="115800" y="1747242"/>
                </a:cubicBezTo>
                <a:lnTo>
                  <a:pt x="1747338" y="115800"/>
                </a:lnTo>
                <a:cubicBezTo>
                  <a:pt x="1901738" y="-38600"/>
                  <a:pt x="2151960" y="-38600"/>
                  <a:pt x="2306360" y="11580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7F7F7F">
                  <a:alpha val="49803"/>
                </a:srgbClr>
              </a:gs>
              <a:gs pos="73000">
                <a:schemeClr val="lt1"/>
              </a:gs>
              <a:gs pos="100000">
                <a:schemeClr val="lt1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22" name="Google Shape;2622;p23"/>
          <p:cNvGrpSpPr/>
          <p:nvPr/>
        </p:nvGrpSpPr>
        <p:grpSpPr>
          <a:xfrm flipH="1">
            <a:off x="6013686" y="-1575058"/>
            <a:ext cx="4552378" cy="4582857"/>
            <a:chOff x="3819525" y="1138237"/>
            <a:chExt cx="4552378" cy="4582857"/>
          </a:xfrm>
        </p:grpSpPr>
        <p:grpSp>
          <p:nvGrpSpPr>
            <p:cNvPr id="2623" name="Google Shape;2623;p23"/>
            <p:cNvGrpSpPr/>
            <p:nvPr/>
          </p:nvGrpSpPr>
          <p:grpSpPr>
            <a:xfrm>
              <a:off x="3821144" y="1138237"/>
              <a:ext cx="4550759" cy="4582857"/>
              <a:chOff x="3821144" y="1138237"/>
              <a:chExt cx="4550759" cy="4582857"/>
            </a:xfrm>
          </p:grpSpPr>
          <p:sp>
            <p:nvSpPr>
              <p:cNvPr id="2624" name="Google Shape;2624;p23"/>
              <p:cNvSpPr/>
              <p:nvPr/>
            </p:nvSpPr>
            <p:spPr>
              <a:xfrm>
                <a:off x="3821144" y="5675089"/>
                <a:ext cx="23050" cy="46005"/>
              </a:xfrm>
              <a:custGeom>
                <a:avLst/>
                <a:gdLst/>
                <a:ahLst/>
                <a:cxnLst/>
                <a:rect l="l" t="t" r="r" b="b"/>
                <a:pathLst>
                  <a:path w="23050" h="46005" extrusionOk="0">
                    <a:moveTo>
                      <a:pt x="0" y="0"/>
                    </a:moveTo>
                    <a:cubicBezTo>
                      <a:pt x="12668" y="0"/>
                      <a:pt x="23051" y="10287"/>
                      <a:pt x="23051" y="22955"/>
                    </a:cubicBezTo>
                    <a:cubicBezTo>
                      <a:pt x="23051" y="35623"/>
                      <a:pt x="12764" y="46006"/>
                      <a:pt x="0" y="4600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5" name="Google Shape;2625;p23"/>
              <p:cNvSpPr/>
              <p:nvPr/>
            </p:nvSpPr>
            <p:spPr>
              <a:xfrm>
                <a:off x="3870960" y="5594127"/>
                <a:ext cx="45148" cy="45148"/>
              </a:xfrm>
              <a:custGeom>
                <a:avLst/>
                <a:gdLst/>
                <a:ahLst/>
                <a:cxnLst/>
                <a:rect l="l" t="t" r="r" b="b"/>
                <a:pathLst>
                  <a:path w="45148" h="45148" extrusionOk="0">
                    <a:moveTo>
                      <a:pt x="22574" y="45148"/>
                    </a:moveTo>
                    <a:cubicBezTo>
                      <a:pt x="10096" y="45148"/>
                      <a:pt x="0" y="35052"/>
                      <a:pt x="0" y="22574"/>
                    </a:cubicBezTo>
                    <a:cubicBezTo>
                      <a:pt x="0" y="10096"/>
                      <a:pt x="10096" y="0"/>
                      <a:pt x="22574" y="0"/>
                    </a:cubicBezTo>
                    <a:cubicBezTo>
                      <a:pt x="35052" y="0"/>
                      <a:pt x="45149" y="10096"/>
                      <a:pt x="45149" y="22574"/>
                    </a:cubicBezTo>
                    <a:cubicBezTo>
                      <a:pt x="45149" y="35052"/>
                      <a:pt x="35052" y="45148"/>
                      <a:pt x="22574" y="45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6" name="Google Shape;2626;p23"/>
              <p:cNvSpPr/>
              <p:nvPr/>
            </p:nvSpPr>
            <p:spPr>
              <a:xfrm>
                <a:off x="3952684" y="5513069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7"/>
                    </a:moveTo>
                    <a:cubicBezTo>
                      <a:pt x="9906" y="44387"/>
                      <a:pt x="0" y="34481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1"/>
                      <a:pt x="34481" y="44387"/>
                      <a:pt x="22193" y="443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7" name="Google Shape;2627;p23"/>
              <p:cNvSpPr/>
              <p:nvPr/>
            </p:nvSpPr>
            <p:spPr>
              <a:xfrm>
                <a:off x="4034504" y="5432011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811"/>
                      <a:pt x="43625" y="21812"/>
                    </a:cubicBezTo>
                    <a:cubicBezTo>
                      <a:pt x="43625" y="33814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8" name="Google Shape;2628;p23"/>
              <p:cNvSpPr/>
              <p:nvPr/>
            </p:nvSpPr>
            <p:spPr>
              <a:xfrm>
                <a:off x="4116323" y="5350953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9" name="Google Shape;2629;p23"/>
              <p:cNvSpPr/>
              <p:nvPr/>
            </p:nvSpPr>
            <p:spPr>
              <a:xfrm>
                <a:off x="4198238" y="5270086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0" name="Google Shape;2630;p23"/>
              <p:cNvSpPr/>
              <p:nvPr/>
            </p:nvSpPr>
            <p:spPr>
              <a:xfrm>
                <a:off x="4279963" y="5189028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1" name="Google Shape;2631;p23"/>
              <p:cNvSpPr/>
              <p:nvPr/>
            </p:nvSpPr>
            <p:spPr>
              <a:xfrm>
                <a:off x="4361783" y="5107971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2" name="Google Shape;2632;p23"/>
              <p:cNvSpPr/>
              <p:nvPr/>
            </p:nvSpPr>
            <p:spPr>
              <a:xfrm>
                <a:off x="4443602" y="5026913"/>
                <a:ext cx="39624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3" name="Google Shape;2633;p23"/>
              <p:cNvSpPr/>
              <p:nvPr/>
            </p:nvSpPr>
            <p:spPr>
              <a:xfrm>
                <a:off x="4525518" y="4946046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4" name="Google Shape;2634;p23"/>
              <p:cNvSpPr/>
              <p:nvPr/>
            </p:nvSpPr>
            <p:spPr>
              <a:xfrm>
                <a:off x="4607337" y="486498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5" name="Google Shape;2635;p23"/>
              <p:cNvSpPr/>
              <p:nvPr/>
            </p:nvSpPr>
            <p:spPr>
              <a:xfrm>
                <a:off x="4689062" y="4783930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6" name="Google Shape;2636;p23"/>
              <p:cNvSpPr/>
              <p:nvPr/>
            </p:nvSpPr>
            <p:spPr>
              <a:xfrm>
                <a:off x="4770881" y="4702872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7" name="Google Shape;2637;p23"/>
              <p:cNvSpPr/>
              <p:nvPr/>
            </p:nvSpPr>
            <p:spPr>
              <a:xfrm>
                <a:off x="4852797" y="4622005"/>
                <a:ext cx="35432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2" h="35433" extrusionOk="0">
                    <a:moveTo>
                      <a:pt x="17716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6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6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8" name="Google Shape;2638;p23"/>
              <p:cNvSpPr/>
              <p:nvPr/>
            </p:nvSpPr>
            <p:spPr>
              <a:xfrm>
                <a:off x="4934616" y="4540947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9" name="Google Shape;2639;p23"/>
              <p:cNvSpPr/>
              <p:nvPr/>
            </p:nvSpPr>
            <p:spPr>
              <a:xfrm>
                <a:off x="5016436" y="4459890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0" name="Google Shape;2640;p23"/>
              <p:cNvSpPr/>
              <p:nvPr/>
            </p:nvSpPr>
            <p:spPr>
              <a:xfrm>
                <a:off x="5098161" y="4378832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1" name="Google Shape;2641;p23"/>
              <p:cNvSpPr/>
              <p:nvPr/>
            </p:nvSpPr>
            <p:spPr>
              <a:xfrm>
                <a:off x="5180075" y="4297870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193"/>
                    </a:cubicBezTo>
                    <a:cubicBezTo>
                      <a:pt x="32195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2" name="Google Shape;2642;p23"/>
              <p:cNvSpPr/>
              <p:nvPr/>
            </p:nvSpPr>
            <p:spPr>
              <a:xfrm>
                <a:off x="5261895" y="421690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3" name="Google Shape;2643;p23"/>
              <p:cNvSpPr/>
              <p:nvPr/>
            </p:nvSpPr>
            <p:spPr>
              <a:xfrm>
                <a:off x="5343715" y="413584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4" name="Google Shape;2644;p23"/>
              <p:cNvSpPr/>
              <p:nvPr/>
            </p:nvSpPr>
            <p:spPr>
              <a:xfrm>
                <a:off x="5425535" y="4054792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5" name="Google Shape;2645;p23"/>
              <p:cNvSpPr/>
              <p:nvPr/>
            </p:nvSpPr>
            <p:spPr>
              <a:xfrm>
                <a:off x="5507259" y="3973734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6" name="Google Shape;2646;p23"/>
              <p:cNvSpPr/>
              <p:nvPr/>
            </p:nvSpPr>
            <p:spPr>
              <a:xfrm>
                <a:off x="5589174" y="3892867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7" name="Google Shape;2647;p23"/>
              <p:cNvSpPr/>
              <p:nvPr/>
            </p:nvSpPr>
            <p:spPr>
              <a:xfrm>
                <a:off x="5670994" y="3811809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8" name="Google Shape;2648;p23"/>
              <p:cNvSpPr/>
              <p:nvPr/>
            </p:nvSpPr>
            <p:spPr>
              <a:xfrm>
                <a:off x="5752814" y="3730751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9" name="Google Shape;2649;p23"/>
              <p:cNvSpPr/>
              <p:nvPr/>
            </p:nvSpPr>
            <p:spPr>
              <a:xfrm>
                <a:off x="5834633" y="364969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0" name="Google Shape;2650;p23"/>
              <p:cNvSpPr/>
              <p:nvPr/>
            </p:nvSpPr>
            <p:spPr>
              <a:xfrm>
                <a:off x="5916453" y="35688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1" name="Google Shape;2651;p23"/>
              <p:cNvSpPr/>
              <p:nvPr/>
            </p:nvSpPr>
            <p:spPr>
              <a:xfrm>
                <a:off x="5998273" y="348767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2" name="Google Shape;2652;p23"/>
              <p:cNvSpPr/>
              <p:nvPr/>
            </p:nvSpPr>
            <p:spPr>
              <a:xfrm>
                <a:off x="6080093" y="340661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3" name="Google Shape;2653;p23"/>
              <p:cNvSpPr/>
              <p:nvPr/>
            </p:nvSpPr>
            <p:spPr>
              <a:xfrm>
                <a:off x="6161912" y="332555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4" name="Google Shape;2654;p23"/>
              <p:cNvSpPr/>
              <p:nvPr/>
            </p:nvSpPr>
            <p:spPr>
              <a:xfrm>
                <a:off x="6243828" y="3244690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5" name="Google Shape;2655;p23"/>
              <p:cNvSpPr/>
              <p:nvPr/>
            </p:nvSpPr>
            <p:spPr>
              <a:xfrm>
                <a:off x="6325552" y="316363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8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8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8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6" name="Google Shape;2656;p23"/>
              <p:cNvSpPr/>
              <p:nvPr/>
            </p:nvSpPr>
            <p:spPr>
              <a:xfrm>
                <a:off x="6407372" y="3082575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7" name="Google Shape;2657;p23"/>
              <p:cNvSpPr/>
              <p:nvPr/>
            </p:nvSpPr>
            <p:spPr>
              <a:xfrm>
                <a:off x="6489191" y="3001517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8" name="Google Shape;2658;p23"/>
              <p:cNvSpPr/>
              <p:nvPr/>
            </p:nvSpPr>
            <p:spPr>
              <a:xfrm>
                <a:off x="6571107" y="292065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9" name="Google Shape;2659;p23"/>
              <p:cNvSpPr/>
              <p:nvPr/>
            </p:nvSpPr>
            <p:spPr>
              <a:xfrm>
                <a:off x="6652926" y="283959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0" name="Google Shape;2660;p23"/>
              <p:cNvSpPr/>
              <p:nvPr/>
            </p:nvSpPr>
            <p:spPr>
              <a:xfrm>
                <a:off x="6734651" y="275853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1" name="Google Shape;2661;p23"/>
              <p:cNvSpPr/>
              <p:nvPr/>
            </p:nvSpPr>
            <p:spPr>
              <a:xfrm>
                <a:off x="6816471" y="267747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2" name="Google Shape;2662;p23"/>
              <p:cNvSpPr/>
              <p:nvPr/>
            </p:nvSpPr>
            <p:spPr>
              <a:xfrm>
                <a:off x="6898385" y="2596419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3" name="Google Shape;2663;p23"/>
              <p:cNvSpPr/>
              <p:nvPr/>
            </p:nvSpPr>
            <p:spPr>
              <a:xfrm>
                <a:off x="6980205" y="2515552"/>
                <a:ext cx="14478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4477" extrusionOk="0">
                    <a:moveTo>
                      <a:pt x="7239" y="14478"/>
                    </a:moveTo>
                    <a:cubicBezTo>
                      <a:pt x="3239" y="14478"/>
                      <a:pt x="0" y="11239"/>
                      <a:pt x="0" y="7239"/>
                    </a:cubicBezTo>
                    <a:cubicBezTo>
                      <a:pt x="0" y="3238"/>
                      <a:pt x="3239" y="0"/>
                      <a:pt x="7239" y="0"/>
                    </a:cubicBezTo>
                    <a:cubicBezTo>
                      <a:pt x="11240" y="0"/>
                      <a:pt x="14478" y="3238"/>
                      <a:pt x="14478" y="7239"/>
                    </a:cubicBezTo>
                    <a:cubicBezTo>
                      <a:pt x="14478" y="11239"/>
                      <a:pt x="11240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4" name="Google Shape;2664;p23"/>
              <p:cNvSpPr/>
              <p:nvPr/>
            </p:nvSpPr>
            <p:spPr>
              <a:xfrm>
                <a:off x="7062025" y="2434494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5" name="Google Shape;2665;p23"/>
              <p:cNvSpPr/>
              <p:nvPr/>
            </p:nvSpPr>
            <p:spPr>
              <a:xfrm>
                <a:off x="7143750" y="2353436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6" name="Google Shape;2666;p23"/>
              <p:cNvSpPr/>
              <p:nvPr/>
            </p:nvSpPr>
            <p:spPr>
              <a:xfrm>
                <a:off x="7225569" y="2272378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7" name="Google Shape;2667;p23"/>
              <p:cNvSpPr/>
              <p:nvPr/>
            </p:nvSpPr>
            <p:spPr>
              <a:xfrm>
                <a:off x="7307484" y="219151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8" name="Google Shape;2668;p23"/>
              <p:cNvSpPr/>
              <p:nvPr/>
            </p:nvSpPr>
            <p:spPr>
              <a:xfrm>
                <a:off x="7389304" y="211045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9" name="Google Shape;2669;p23"/>
              <p:cNvSpPr/>
              <p:nvPr/>
            </p:nvSpPr>
            <p:spPr>
              <a:xfrm>
                <a:off x="7471124" y="2029395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6" y="2191"/>
                      <a:pt x="9716" y="4858"/>
                    </a:cubicBezTo>
                    <a:cubicBezTo>
                      <a:pt x="9716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0" name="Google Shape;2670;p23"/>
              <p:cNvSpPr/>
              <p:nvPr/>
            </p:nvSpPr>
            <p:spPr>
              <a:xfrm>
                <a:off x="7552848" y="1948338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1" name="Google Shape;2671;p23"/>
              <p:cNvSpPr/>
              <p:nvPr/>
            </p:nvSpPr>
            <p:spPr>
              <a:xfrm>
                <a:off x="7634763" y="1867470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2" name="Google Shape;2672;p23"/>
              <p:cNvSpPr/>
              <p:nvPr/>
            </p:nvSpPr>
            <p:spPr>
              <a:xfrm>
                <a:off x="7716583" y="1786413"/>
                <a:ext cx="7238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8" h="7238" extrusionOk="0">
                    <a:moveTo>
                      <a:pt x="3619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19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19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3" name="Google Shape;2673;p23"/>
              <p:cNvSpPr/>
              <p:nvPr/>
            </p:nvSpPr>
            <p:spPr>
              <a:xfrm>
                <a:off x="7798403" y="1705355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4" name="Google Shape;2674;p23"/>
              <p:cNvSpPr/>
              <p:nvPr/>
            </p:nvSpPr>
            <p:spPr>
              <a:xfrm>
                <a:off x="7880223" y="1624297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5" name="Google Shape;2675;p23"/>
              <p:cNvSpPr/>
              <p:nvPr/>
            </p:nvSpPr>
            <p:spPr>
              <a:xfrm>
                <a:off x="7962042" y="1543430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6" name="Google Shape;2676;p23"/>
              <p:cNvSpPr/>
              <p:nvPr/>
            </p:nvSpPr>
            <p:spPr>
              <a:xfrm>
                <a:off x="8043862" y="1462372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048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7" name="Google Shape;2677;p23"/>
              <p:cNvSpPr/>
              <p:nvPr/>
            </p:nvSpPr>
            <p:spPr>
              <a:xfrm>
                <a:off x="8125682" y="1381315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8" name="Google Shape;2678;p23"/>
              <p:cNvSpPr/>
              <p:nvPr/>
            </p:nvSpPr>
            <p:spPr>
              <a:xfrm>
                <a:off x="8207501" y="1300257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9" name="Google Shape;2679;p23"/>
              <p:cNvSpPr/>
              <p:nvPr/>
            </p:nvSpPr>
            <p:spPr>
              <a:xfrm>
                <a:off x="8289416" y="1219390"/>
                <a:ext cx="1524" cy="152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1523" extrusionOk="0">
                    <a:moveTo>
                      <a:pt x="762" y="1524"/>
                    </a:moveTo>
                    <a:cubicBezTo>
                      <a:pt x="762" y="1524"/>
                      <a:pt x="0" y="1143"/>
                      <a:pt x="0" y="762"/>
                    </a:cubicBezTo>
                    <a:cubicBezTo>
                      <a:pt x="0" y="381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524"/>
                      <a:pt x="762" y="1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0" name="Google Shape;2680;p23"/>
              <p:cNvSpPr/>
              <p:nvPr/>
            </p:nvSpPr>
            <p:spPr>
              <a:xfrm>
                <a:off x="8371141" y="1138237"/>
                <a:ext cx="762" cy="76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761" extrusionOk="0">
                    <a:moveTo>
                      <a:pt x="381" y="762"/>
                    </a:moveTo>
                    <a:cubicBezTo>
                      <a:pt x="381" y="762"/>
                      <a:pt x="0" y="572"/>
                      <a:pt x="0" y="381"/>
                    </a:cubicBezTo>
                    <a:cubicBezTo>
                      <a:pt x="0" y="191"/>
                      <a:pt x="191" y="0"/>
                      <a:pt x="381" y="0"/>
                    </a:cubicBezTo>
                    <a:cubicBezTo>
                      <a:pt x="572" y="0"/>
                      <a:pt x="762" y="191"/>
                      <a:pt x="762" y="381"/>
                    </a:cubicBezTo>
                    <a:cubicBezTo>
                      <a:pt x="762" y="572"/>
                      <a:pt x="572" y="762"/>
                      <a:pt x="381" y="7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81" name="Google Shape;2681;p23"/>
            <p:cNvGrpSpPr/>
            <p:nvPr/>
          </p:nvGrpSpPr>
          <p:grpSpPr>
            <a:xfrm>
              <a:off x="3819525" y="1144142"/>
              <a:ext cx="4396262" cy="4419980"/>
              <a:chOff x="3819525" y="1144142"/>
              <a:chExt cx="4396262" cy="4419980"/>
            </a:xfrm>
          </p:grpSpPr>
          <p:sp>
            <p:nvSpPr>
              <p:cNvPr id="2682" name="Google Shape;2682;p23"/>
              <p:cNvSpPr/>
              <p:nvPr/>
            </p:nvSpPr>
            <p:spPr>
              <a:xfrm>
                <a:off x="3819525" y="5518879"/>
                <a:ext cx="22574" cy="45243"/>
              </a:xfrm>
              <a:custGeom>
                <a:avLst/>
                <a:gdLst/>
                <a:ahLst/>
                <a:cxnLst/>
                <a:rect l="l" t="t" r="r" b="b"/>
                <a:pathLst>
                  <a:path w="22574" h="45243" extrusionOk="0">
                    <a:moveTo>
                      <a:pt x="0" y="95"/>
                    </a:moveTo>
                    <a:cubicBezTo>
                      <a:pt x="12478" y="95"/>
                      <a:pt x="22574" y="10192"/>
                      <a:pt x="22574" y="22670"/>
                    </a:cubicBezTo>
                    <a:cubicBezTo>
                      <a:pt x="22574" y="35147"/>
                      <a:pt x="12478" y="45244"/>
                      <a:pt x="0" y="452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3" name="Google Shape;2683;p23"/>
              <p:cNvSpPr/>
              <p:nvPr/>
            </p:nvSpPr>
            <p:spPr>
              <a:xfrm>
                <a:off x="3877532" y="5438012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6"/>
                    </a:moveTo>
                    <a:cubicBezTo>
                      <a:pt x="9906" y="44386"/>
                      <a:pt x="0" y="34480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0"/>
                      <a:pt x="34481" y="44386"/>
                      <a:pt x="22193" y="44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4" name="Google Shape;2684;p23"/>
              <p:cNvSpPr/>
              <p:nvPr/>
            </p:nvSpPr>
            <p:spPr>
              <a:xfrm>
                <a:off x="3959352" y="5356859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5"/>
                    </a:moveTo>
                    <a:cubicBezTo>
                      <a:pt x="9811" y="43625"/>
                      <a:pt x="0" y="33909"/>
                      <a:pt x="0" y="21812"/>
                    </a:cubicBezTo>
                    <a:cubicBezTo>
                      <a:pt x="0" y="9716"/>
                      <a:pt x="9715" y="0"/>
                      <a:pt x="21812" y="0"/>
                    </a:cubicBezTo>
                    <a:cubicBezTo>
                      <a:pt x="33909" y="0"/>
                      <a:pt x="43625" y="9716"/>
                      <a:pt x="43625" y="21812"/>
                    </a:cubicBezTo>
                    <a:cubicBezTo>
                      <a:pt x="43625" y="33909"/>
                      <a:pt x="33909" y="43625"/>
                      <a:pt x="21812" y="436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5" name="Google Shape;2685;p23"/>
              <p:cNvSpPr/>
              <p:nvPr/>
            </p:nvSpPr>
            <p:spPr>
              <a:xfrm>
                <a:off x="4041171" y="5275801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620"/>
                      <a:pt x="42863" y="21431"/>
                    </a:cubicBezTo>
                    <a:cubicBezTo>
                      <a:pt x="42863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6" name="Google Shape;2686;p23"/>
              <p:cNvSpPr/>
              <p:nvPr/>
            </p:nvSpPr>
            <p:spPr>
              <a:xfrm>
                <a:off x="4123086" y="5194934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7" name="Google Shape;2687;p23"/>
              <p:cNvSpPr/>
              <p:nvPr/>
            </p:nvSpPr>
            <p:spPr>
              <a:xfrm>
                <a:off x="4204906" y="5113876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8" name="Google Shape;2688;p23"/>
              <p:cNvSpPr/>
              <p:nvPr/>
            </p:nvSpPr>
            <p:spPr>
              <a:xfrm>
                <a:off x="4286631" y="5032819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9" name="Google Shape;2689;p23"/>
              <p:cNvSpPr/>
              <p:nvPr/>
            </p:nvSpPr>
            <p:spPr>
              <a:xfrm>
                <a:off x="4368450" y="4951761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0" name="Google Shape;2690;p23"/>
              <p:cNvSpPr/>
              <p:nvPr/>
            </p:nvSpPr>
            <p:spPr>
              <a:xfrm>
                <a:off x="4450365" y="4870894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1" name="Google Shape;2691;p23"/>
              <p:cNvSpPr/>
              <p:nvPr/>
            </p:nvSpPr>
            <p:spPr>
              <a:xfrm>
                <a:off x="4532185" y="4789836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2" name="Google Shape;2692;p23"/>
              <p:cNvSpPr/>
              <p:nvPr/>
            </p:nvSpPr>
            <p:spPr>
              <a:xfrm>
                <a:off x="4614005" y="470877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3" name="Google Shape;2693;p23"/>
              <p:cNvSpPr/>
              <p:nvPr/>
            </p:nvSpPr>
            <p:spPr>
              <a:xfrm>
                <a:off x="4695729" y="462772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4" name="Google Shape;2694;p23"/>
              <p:cNvSpPr/>
              <p:nvPr/>
            </p:nvSpPr>
            <p:spPr>
              <a:xfrm>
                <a:off x="4777644" y="4546758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432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5" name="Google Shape;2695;p23"/>
              <p:cNvSpPr/>
              <p:nvPr/>
            </p:nvSpPr>
            <p:spPr>
              <a:xfrm>
                <a:off x="4859464" y="4465795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6" name="Google Shape;2696;p23"/>
              <p:cNvSpPr/>
              <p:nvPr/>
            </p:nvSpPr>
            <p:spPr>
              <a:xfrm>
                <a:off x="4941284" y="4384737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7" name="Google Shape;2697;p23"/>
              <p:cNvSpPr/>
              <p:nvPr/>
            </p:nvSpPr>
            <p:spPr>
              <a:xfrm>
                <a:off x="5023104" y="4303680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8" name="Google Shape;2698;p23"/>
              <p:cNvSpPr/>
              <p:nvPr/>
            </p:nvSpPr>
            <p:spPr>
              <a:xfrm>
                <a:off x="5104923" y="4222622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097" y="32385"/>
                    </a:moveTo>
                    <a:cubicBezTo>
                      <a:pt x="7144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097" y="0"/>
                    </a:cubicBezTo>
                    <a:cubicBezTo>
                      <a:pt x="2495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097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9" name="Google Shape;2699;p23"/>
              <p:cNvSpPr/>
              <p:nvPr/>
            </p:nvSpPr>
            <p:spPr>
              <a:xfrm>
                <a:off x="5186743" y="4141755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0" name="Google Shape;2700;p23"/>
              <p:cNvSpPr/>
              <p:nvPr/>
            </p:nvSpPr>
            <p:spPr>
              <a:xfrm>
                <a:off x="5268563" y="4060697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1" name="Google Shape;2701;p23"/>
              <p:cNvSpPr/>
              <p:nvPr/>
            </p:nvSpPr>
            <p:spPr>
              <a:xfrm>
                <a:off x="5350383" y="3979639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2" name="Google Shape;2702;p23"/>
              <p:cNvSpPr/>
              <p:nvPr/>
            </p:nvSpPr>
            <p:spPr>
              <a:xfrm>
                <a:off x="5432202" y="389858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3" name="Google Shape;2703;p23"/>
              <p:cNvSpPr/>
              <p:nvPr/>
            </p:nvSpPr>
            <p:spPr>
              <a:xfrm>
                <a:off x="5514022" y="3817714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4" name="Google Shape;2704;p23"/>
              <p:cNvSpPr/>
              <p:nvPr/>
            </p:nvSpPr>
            <p:spPr>
              <a:xfrm>
                <a:off x="5595842" y="3736657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27432" y="13716"/>
                    </a:moveTo>
                    <a:cubicBezTo>
                      <a:pt x="27432" y="21291"/>
                      <a:pt x="21291" y="27432"/>
                      <a:pt x="13716" y="27432"/>
                    </a:cubicBezTo>
                    <a:cubicBezTo>
                      <a:pt x="6141" y="27432"/>
                      <a:pt x="0" y="21291"/>
                      <a:pt x="0" y="13716"/>
                    </a:cubicBezTo>
                    <a:cubicBezTo>
                      <a:pt x="0" y="6141"/>
                      <a:pt x="6141" y="0"/>
                      <a:pt x="13716" y="0"/>
                    </a:cubicBezTo>
                    <a:cubicBezTo>
                      <a:pt x="21291" y="0"/>
                      <a:pt x="27432" y="6141"/>
                      <a:pt x="27432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5" name="Google Shape;2705;p23"/>
              <p:cNvSpPr/>
              <p:nvPr/>
            </p:nvSpPr>
            <p:spPr>
              <a:xfrm>
                <a:off x="5677662" y="3655599"/>
                <a:ext cx="26670" cy="26669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69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6" name="Google Shape;2706;p23"/>
              <p:cNvSpPr/>
              <p:nvPr/>
            </p:nvSpPr>
            <p:spPr>
              <a:xfrm>
                <a:off x="5759481" y="3574541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7" name="Google Shape;2707;p23"/>
              <p:cNvSpPr/>
              <p:nvPr/>
            </p:nvSpPr>
            <p:spPr>
              <a:xfrm>
                <a:off x="5841396" y="3493674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8" name="Google Shape;2708;p23"/>
              <p:cNvSpPr/>
              <p:nvPr/>
            </p:nvSpPr>
            <p:spPr>
              <a:xfrm>
                <a:off x="5923121" y="3412616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4"/>
                    </a:moveTo>
                    <a:cubicBezTo>
                      <a:pt x="5429" y="24194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4"/>
                      <a:pt x="12097" y="24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9" name="Google Shape;2709;p23"/>
              <p:cNvSpPr/>
              <p:nvPr/>
            </p:nvSpPr>
            <p:spPr>
              <a:xfrm>
                <a:off x="6004941" y="3331558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0" name="Google Shape;2710;p23"/>
              <p:cNvSpPr/>
              <p:nvPr/>
            </p:nvSpPr>
            <p:spPr>
              <a:xfrm>
                <a:off x="6086760" y="3250500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1" name="Google Shape;2711;p23"/>
              <p:cNvSpPr/>
              <p:nvPr/>
            </p:nvSpPr>
            <p:spPr>
              <a:xfrm>
                <a:off x="6168675" y="3169538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2" name="Google Shape;2712;p23"/>
              <p:cNvSpPr/>
              <p:nvPr/>
            </p:nvSpPr>
            <p:spPr>
              <a:xfrm>
                <a:off x="6250400" y="308848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3" name="Google Shape;2713;p23"/>
              <p:cNvSpPr/>
              <p:nvPr/>
            </p:nvSpPr>
            <p:spPr>
              <a:xfrm>
                <a:off x="6332219" y="3007423"/>
                <a:ext cx="20193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3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4" name="Google Shape;2714;p23"/>
              <p:cNvSpPr/>
              <p:nvPr/>
            </p:nvSpPr>
            <p:spPr>
              <a:xfrm>
                <a:off x="6414039" y="2926365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5" name="Google Shape;2715;p23"/>
              <p:cNvSpPr/>
              <p:nvPr/>
            </p:nvSpPr>
            <p:spPr>
              <a:xfrm>
                <a:off x="6495954" y="2845498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8" y="4137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6" name="Google Shape;2716;p23"/>
              <p:cNvSpPr/>
              <p:nvPr/>
            </p:nvSpPr>
            <p:spPr>
              <a:xfrm>
                <a:off x="6577774" y="2764440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0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0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7" name="Google Shape;2717;p23"/>
              <p:cNvSpPr/>
              <p:nvPr/>
            </p:nvSpPr>
            <p:spPr>
              <a:xfrm>
                <a:off x="6659499" y="268338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8" name="Google Shape;2718;p23"/>
              <p:cNvSpPr/>
              <p:nvPr/>
            </p:nvSpPr>
            <p:spPr>
              <a:xfrm>
                <a:off x="6741318" y="260232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9" name="Google Shape;2719;p23"/>
              <p:cNvSpPr/>
              <p:nvPr/>
            </p:nvSpPr>
            <p:spPr>
              <a:xfrm>
                <a:off x="6823138" y="2521362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620"/>
                    </a:cubicBezTo>
                    <a:cubicBezTo>
                      <a:pt x="0" y="333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620"/>
                    </a:cubicBezTo>
                    <a:cubicBezTo>
                      <a:pt x="15430" y="11811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0" name="Google Shape;2720;p23"/>
              <p:cNvSpPr/>
              <p:nvPr/>
            </p:nvSpPr>
            <p:spPr>
              <a:xfrm>
                <a:off x="6905053" y="2440399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1" name="Google Shape;2721;p23"/>
              <p:cNvSpPr/>
              <p:nvPr/>
            </p:nvSpPr>
            <p:spPr>
              <a:xfrm>
                <a:off x="6986873" y="2359341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2" name="Google Shape;2722;p23"/>
              <p:cNvSpPr/>
              <p:nvPr/>
            </p:nvSpPr>
            <p:spPr>
              <a:xfrm>
                <a:off x="7068597" y="2278284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7" y="0"/>
                      <a:pt x="12954" y="2857"/>
                      <a:pt x="12954" y="6477"/>
                    </a:cubicBezTo>
                    <a:cubicBezTo>
                      <a:pt x="12954" y="10096"/>
                      <a:pt x="10097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3" name="Google Shape;2723;p23"/>
              <p:cNvSpPr/>
              <p:nvPr/>
            </p:nvSpPr>
            <p:spPr>
              <a:xfrm>
                <a:off x="7150417" y="2197226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4" name="Google Shape;2724;p23"/>
              <p:cNvSpPr/>
              <p:nvPr/>
            </p:nvSpPr>
            <p:spPr>
              <a:xfrm>
                <a:off x="7232332" y="2116359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5" name="Google Shape;2725;p23"/>
              <p:cNvSpPr/>
              <p:nvPr/>
            </p:nvSpPr>
            <p:spPr>
              <a:xfrm>
                <a:off x="7314152" y="2035301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7" y="2381"/>
                      <a:pt x="10477" y="5239"/>
                    </a:cubicBezTo>
                    <a:cubicBezTo>
                      <a:pt x="10477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6" name="Google Shape;2726;p23"/>
              <p:cNvSpPr/>
              <p:nvPr/>
            </p:nvSpPr>
            <p:spPr>
              <a:xfrm>
                <a:off x="7395972" y="1954243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7" name="Google Shape;2727;p23"/>
              <p:cNvSpPr/>
              <p:nvPr/>
            </p:nvSpPr>
            <p:spPr>
              <a:xfrm>
                <a:off x="7477696" y="187318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8" name="Google Shape;2728;p23"/>
              <p:cNvSpPr/>
              <p:nvPr/>
            </p:nvSpPr>
            <p:spPr>
              <a:xfrm>
                <a:off x="7559611" y="1792318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9" name="Google Shape;2729;p23"/>
              <p:cNvSpPr/>
              <p:nvPr/>
            </p:nvSpPr>
            <p:spPr>
              <a:xfrm>
                <a:off x="7641431" y="1711260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0" name="Google Shape;2730;p23"/>
              <p:cNvSpPr/>
              <p:nvPr/>
            </p:nvSpPr>
            <p:spPr>
              <a:xfrm>
                <a:off x="7723250" y="1630203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1" name="Google Shape;2731;p23"/>
              <p:cNvSpPr/>
              <p:nvPr/>
            </p:nvSpPr>
            <p:spPr>
              <a:xfrm>
                <a:off x="7805070" y="1549145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2" name="Google Shape;2732;p23"/>
              <p:cNvSpPr/>
              <p:nvPr/>
            </p:nvSpPr>
            <p:spPr>
              <a:xfrm>
                <a:off x="7886890" y="1468278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3" name="Google Shape;2733;p23"/>
              <p:cNvSpPr/>
              <p:nvPr/>
            </p:nvSpPr>
            <p:spPr>
              <a:xfrm>
                <a:off x="7968710" y="1387220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4000" y="2000"/>
                    </a:moveTo>
                    <a:cubicBezTo>
                      <a:pt x="4000" y="3105"/>
                      <a:pt x="3105" y="4000"/>
                      <a:pt x="2000" y="4000"/>
                    </a:cubicBezTo>
                    <a:cubicBezTo>
                      <a:pt x="896" y="4000"/>
                      <a:pt x="0" y="3105"/>
                      <a:pt x="0" y="2000"/>
                    </a:cubicBezTo>
                    <a:cubicBezTo>
                      <a:pt x="0" y="896"/>
                      <a:pt x="896" y="0"/>
                      <a:pt x="2000" y="0"/>
                    </a:cubicBezTo>
                    <a:cubicBezTo>
                      <a:pt x="3105" y="0"/>
                      <a:pt x="4000" y="896"/>
                      <a:pt x="4000" y="20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4" name="Google Shape;2734;p23"/>
              <p:cNvSpPr/>
              <p:nvPr/>
            </p:nvSpPr>
            <p:spPr>
              <a:xfrm>
                <a:off x="8050530" y="1306162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7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5" name="Google Shape;2735;p23"/>
              <p:cNvSpPr/>
              <p:nvPr/>
            </p:nvSpPr>
            <p:spPr>
              <a:xfrm>
                <a:off x="8132349" y="1225104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2"/>
                      <a:pt x="571" y="0"/>
                      <a:pt x="1238" y="0"/>
                    </a:cubicBezTo>
                    <a:cubicBezTo>
                      <a:pt x="1905" y="0"/>
                      <a:pt x="2476" y="572"/>
                      <a:pt x="2476" y="1238"/>
                    </a:cubicBezTo>
                    <a:cubicBezTo>
                      <a:pt x="2476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6" name="Google Shape;2736;p23"/>
              <p:cNvSpPr/>
              <p:nvPr/>
            </p:nvSpPr>
            <p:spPr>
              <a:xfrm>
                <a:off x="8214264" y="1144142"/>
                <a:ext cx="1523" cy="1619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1619" extrusionOk="0">
                    <a:moveTo>
                      <a:pt x="762" y="1619"/>
                    </a:moveTo>
                    <a:cubicBezTo>
                      <a:pt x="762" y="1619"/>
                      <a:pt x="0" y="1238"/>
                      <a:pt x="0" y="762"/>
                    </a:cubicBezTo>
                    <a:cubicBezTo>
                      <a:pt x="0" y="286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619"/>
                      <a:pt x="762" y="16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37" name="Google Shape;2737;p23"/>
            <p:cNvGrpSpPr/>
            <p:nvPr/>
          </p:nvGrpSpPr>
          <p:grpSpPr>
            <a:xfrm>
              <a:off x="3821525" y="1149952"/>
              <a:ext cx="4238148" cy="4257198"/>
              <a:chOff x="3821525" y="1149952"/>
              <a:chExt cx="4238148" cy="4257198"/>
            </a:xfrm>
          </p:grpSpPr>
          <p:sp>
            <p:nvSpPr>
              <p:cNvPr id="2738" name="Google Shape;2738;p23"/>
              <p:cNvSpPr/>
              <p:nvPr/>
            </p:nvSpPr>
            <p:spPr>
              <a:xfrm>
                <a:off x="3821525" y="5362764"/>
                <a:ext cx="22193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22193" h="44386" extrusionOk="0">
                    <a:moveTo>
                      <a:pt x="0" y="0"/>
                    </a:moveTo>
                    <a:cubicBezTo>
                      <a:pt x="12287" y="0"/>
                      <a:pt x="22193" y="9906"/>
                      <a:pt x="22193" y="22193"/>
                    </a:cubicBezTo>
                    <a:cubicBezTo>
                      <a:pt x="22193" y="34481"/>
                      <a:pt x="12287" y="44387"/>
                      <a:pt x="0" y="4438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9" name="Google Shape;2739;p23"/>
              <p:cNvSpPr/>
              <p:nvPr/>
            </p:nvSpPr>
            <p:spPr>
              <a:xfrm>
                <a:off x="3884199" y="5281707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715"/>
                      <a:pt x="43625" y="21812"/>
                    </a:cubicBezTo>
                    <a:cubicBezTo>
                      <a:pt x="43625" y="33909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0" name="Google Shape;2740;p23"/>
              <p:cNvSpPr/>
              <p:nvPr/>
            </p:nvSpPr>
            <p:spPr>
              <a:xfrm>
                <a:off x="3966019" y="5200649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2" y="9620"/>
                      <a:pt x="42862" y="21431"/>
                    </a:cubicBezTo>
                    <a:cubicBezTo>
                      <a:pt x="42862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1" name="Google Shape;2741;p23"/>
              <p:cNvSpPr/>
              <p:nvPr/>
            </p:nvSpPr>
            <p:spPr>
              <a:xfrm>
                <a:off x="4047934" y="5119782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2" name="Google Shape;2742;p23"/>
              <p:cNvSpPr/>
              <p:nvPr/>
            </p:nvSpPr>
            <p:spPr>
              <a:xfrm>
                <a:off x="4129754" y="5038724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3" name="Google Shape;2743;p23"/>
              <p:cNvSpPr/>
              <p:nvPr/>
            </p:nvSpPr>
            <p:spPr>
              <a:xfrm>
                <a:off x="4211478" y="4957666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4" name="Google Shape;2744;p23"/>
              <p:cNvSpPr/>
              <p:nvPr/>
            </p:nvSpPr>
            <p:spPr>
              <a:xfrm>
                <a:off x="4293298" y="4876609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5" name="Google Shape;2745;p23"/>
              <p:cNvSpPr/>
              <p:nvPr/>
            </p:nvSpPr>
            <p:spPr>
              <a:xfrm>
                <a:off x="4375213" y="479574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6" name="Google Shape;2746;p23"/>
              <p:cNvSpPr/>
              <p:nvPr/>
            </p:nvSpPr>
            <p:spPr>
              <a:xfrm>
                <a:off x="4457033" y="4714684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7" name="Google Shape;2747;p23"/>
              <p:cNvSpPr/>
              <p:nvPr/>
            </p:nvSpPr>
            <p:spPr>
              <a:xfrm>
                <a:off x="4538852" y="4633626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8" name="Google Shape;2748;p23"/>
              <p:cNvSpPr/>
              <p:nvPr/>
            </p:nvSpPr>
            <p:spPr>
              <a:xfrm>
                <a:off x="4620577" y="4552568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9" name="Google Shape;2749;p23"/>
              <p:cNvSpPr/>
              <p:nvPr/>
            </p:nvSpPr>
            <p:spPr>
              <a:xfrm>
                <a:off x="4702492" y="4471701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0" name="Google Shape;2750;p23"/>
              <p:cNvSpPr/>
              <p:nvPr/>
            </p:nvSpPr>
            <p:spPr>
              <a:xfrm>
                <a:off x="4784312" y="4390643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1" name="Google Shape;2751;p23"/>
              <p:cNvSpPr/>
              <p:nvPr/>
            </p:nvSpPr>
            <p:spPr>
              <a:xfrm>
                <a:off x="4866131" y="4309585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2" name="Google Shape;2752;p23"/>
              <p:cNvSpPr/>
              <p:nvPr/>
            </p:nvSpPr>
            <p:spPr>
              <a:xfrm>
                <a:off x="4947951" y="4228528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3" name="Google Shape;2753;p23"/>
              <p:cNvSpPr/>
              <p:nvPr/>
            </p:nvSpPr>
            <p:spPr>
              <a:xfrm>
                <a:off x="5029771" y="4147565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5" y="7239"/>
                      <a:pt x="32195" y="16097"/>
                    </a:cubicBezTo>
                    <a:cubicBezTo>
                      <a:pt x="32195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4" name="Google Shape;2754;p23"/>
              <p:cNvSpPr/>
              <p:nvPr/>
            </p:nvSpPr>
            <p:spPr>
              <a:xfrm>
                <a:off x="5111591" y="4066603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5" name="Google Shape;2755;p23"/>
              <p:cNvSpPr/>
              <p:nvPr/>
            </p:nvSpPr>
            <p:spPr>
              <a:xfrm>
                <a:off x="5193411" y="3985545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6" name="Google Shape;2756;p23"/>
              <p:cNvSpPr/>
              <p:nvPr/>
            </p:nvSpPr>
            <p:spPr>
              <a:xfrm>
                <a:off x="5275230" y="3904487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7" name="Google Shape;2757;p23"/>
              <p:cNvSpPr/>
              <p:nvPr/>
            </p:nvSpPr>
            <p:spPr>
              <a:xfrm>
                <a:off x="5357050" y="3823429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8" name="Google Shape;2758;p23"/>
              <p:cNvSpPr/>
              <p:nvPr/>
            </p:nvSpPr>
            <p:spPr>
              <a:xfrm>
                <a:off x="5438870" y="3742562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9" name="Google Shape;2759;p23"/>
              <p:cNvSpPr/>
              <p:nvPr/>
            </p:nvSpPr>
            <p:spPr>
              <a:xfrm>
                <a:off x="5520690" y="3661504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096" y="0"/>
                      <a:pt x="13716" y="0"/>
                    </a:cubicBezTo>
                    <a:cubicBezTo>
                      <a:pt x="21336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0" name="Google Shape;2760;p23"/>
              <p:cNvSpPr/>
              <p:nvPr/>
            </p:nvSpPr>
            <p:spPr>
              <a:xfrm>
                <a:off x="5602509" y="3580446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1" name="Google Shape;2761;p23"/>
              <p:cNvSpPr/>
              <p:nvPr/>
            </p:nvSpPr>
            <p:spPr>
              <a:xfrm>
                <a:off x="5684329" y="3499389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2" name="Google Shape;2762;p23"/>
              <p:cNvSpPr/>
              <p:nvPr/>
            </p:nvSpPr>
            <p:spPr>
              <a:xfrm>
                <a:off x="5766244" y="34184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3" name="Google Shape;2763;p23"/>
              <p:cNvSpPr/>
              <p:nvPr/>
            </p:nvSpPr>
            <p:spPr>
              <a:xfrm>
                <a:off x="5847969" y="3337464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4" name="Google Shape;2764;p23"/>
              <p:cNvSpPr/>
              <p:nvPr/>
            </p:nvSpPr>
            <p:spPr>
              <a:xfrm>
                <a:off x="5929788" y="3256406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5" name="Google Shape;2765;p23"/>
              <p:cNvSpPr/>
              <p:nvPr/>
            </p:nvSpPr>
            <p:spPr>
              <a:xfrm>
                <a:off x="6011608" y="3175348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6" name="Google Shape;2766;p23"/>
              <p:cNvSpPr/>
              <p:nvPr/>
            </p:nvSpPr>
            <p:spPr>
              <a:xfrm>
                <a:off x="6093523" y="3094481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7" name="Google Shape;2767;p23"/>
              <p:cNvSpPr/>
              <p:nvPr/>
            </p:nvSpPr>
            <p:spPr>
              <a:xfrm>
                <a:off x="6175343" y="3013328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8" name="Google Shape;2768;p23"/>
              <p:cNvSpPr/>
              <p:nvPr/>
            </p:nvSpPr>
            <p:spPr>
              <a:xfrm>
                <a:off x="6257067" y="293227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9" name="Google Shape;2769;p23"/>
              <p:cNvSpPr/>
              <p:nvPr/>
            </p:nvSpPr>
            <p:spPr>
              <a:xfrm>
                <a:off x="6338887" y="285121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145"/>
                      <a:pt x="0" y="9716"/>
                    </a:cubicBezTo>
                    <a:cubicBezTo>
                      <a:pt x="0" y="4286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0" name="Google Shape;2770;p23"/>
              <p:cNvSpPr/>
              <p:nvPr/>
            </p:nvSpPr>
            <p:spPr>
              <a:xfrm>
                <a:off x="6420802" y="2770345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1" name="Google Shape;2771;p23"/>
              <p:cNvSpPr/>
              <p:nvPr/>
            </p:nvSpPr>
            <p:spPr>
              <a:xfrm>
                <a:off x="6502622" y="268928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2" name="Google Shape;2772;p23"/>
              <p:cNvSpPr/>
              <p:nvPr/>
            </p:nvSpPr>
            <p:spPr>
              <a:xfrm>
                <a:off x="6584441" y="2608230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3" name="Google Shape;2773;p23"/>
              <p:cNvSpPr/>
              <p:nvPr/>
            </p:nvSpPr>
            <p:spPr>
              <a:xfrm>
                <a:off x="6666166" y="2527172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4" name="Google Shape;2774;p23"/>
              <p:cNvSpPr/>
              <p:nvPr/>
            </p:nvSpPr>
            <p:spPr>
              <a:xfrm>
                <a:off x="6748081" y="2446114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0"/>
                    </a:moveTo>
                    <a:cubicBezTo>
                      <a:pt x="3429" y="15430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0"/>
                      <a:pt x="7620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5" name="Google Shape;2775;p23"/>
              <p:cNvSpPr/>
              <p:nvPr/>
            </p:nvSpPr>
            <p:spPr>
              <a:xfrm>
                <a:off x="6829901" y="2365247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6" name="Google Shape;2776;p23"/>
              <p:cNvSpPr/>
              <p:nvPr/>
            </p:nvSpPr>
            <p:spPr>
              <a:xfrm>
                <a:off x="6911721" y="2284189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7" name="Google Shape;2777;p23"/>
              <p:cNvSpPr/>
              <p:nvPr/>
            </p:nvSpPr>
            <p:spPr>
              <a:xfrm>
                <a:off x="6993540" y="220313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8" name="Google Shape;2778;p23"/>
              <p:cNvSpPr/>
              <p:nvPr/>
            </p:nvSpPr>
            <p:spPr>
              <a:xfrm>
                <a:off x="7075265" y="2122074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9" name="Google Shape;2779;p23"/>
              <p:cNvSpPr/>
              <p:nvPr/>
            </p:nvSpPr>
            <p:spPr>
              <a:xfrm>
                <a:off x="7157180" y="2041207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0" name="Google Shape;2780;p23"/>
              <p:cNvSpPr/>
              <p:nvPr/>
            </p:nvSpPr>
            <p:spPr>
              <a:xfrm>
                <a:off x="7239000" y="1960149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1" name="Google Shape;2781;p23"/>
              <p:cNvSpPr/>
              <p:nvPr/>
            </p:nvSpPr>
            <p:spPr>
              <a:xfrm>
                <a:off x="7320819" y="187909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2" name="Google Shape;2782;p23"/>
              <p:cNvSpPr/>
              <p:nvPr/>
            </p:nvSpPr>
            <p:spPr>
              <a:xfrm>
                <a:off x="7402639" y="1798033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3" name="Google Shape;2783;p23"/>
              <p:cNvSpPr/>
              <p:nvPr/>
            </p:nvSpPr>
            <p:spPr>
              <a:xfrm>
                <a:off x="7484459" y="1717166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4" name="Google Shape;2784;p23"/>
              <p:cNvSpPr/>
              <p:nvPr/>
            </p:nvSpPr>
            <p:spPr>
              <a:xfrm>
                <a:off x="7566278" y="1636108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5" name="Google Shape;2785;p23"/>
              <p:cNvSpPr/>
              <p:nvPr/>
            </p:nvSpPr>
            <p:spPr>
              <a:xfrm>
                <a:off x="7648098" y="1555050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6" name="Google Shape;2786;p23"/>
              <p:cNvSpPr/>
              <p:nvPr/>
            </p:nvSpPr>
            <p:spPr>
              <a:xfrm>
                <a:off x="7729918" y="1473993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7" name="Google Shape;2787;p23"/>
              <p:cNvSpPr/>
              <p:nvPr/>
            </p:nvSpPr>
            <p:spPr>
              <a:xfrm>
                <a:off x="7811833" y="1393126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8" name="Google Shape;2788;p23"/>
              <p:cNvSpPr/>
              <p:nvPr/>
            </p:nvSpPr>
            <p:spPr>
              <a:xfrm>
                <a:off x="7893558" y="1312068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9" name="Google Shape;2789;p23"/>
              <p:cNvSpPr/>
              <p:nvPr/>
            </p:nvSpPr>
            <p:spPr>
              <a:xfrm>
                <a:off x="7975377" y="1231010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0" name="Google Shape;2790;p23"/>
              <p:cNvSpPr/>
              <p:nvPr/>
            </p:nvSpPr>
            <p:spPr>
              <a:xfrm>
                <a:off x="8057197" y="1149952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91" name="Google Shape;2791;p23"/>
            <p:cNvGrpSpPr/>
            <p:nvPr/>
          </p:nvGrpSpPr>
          <p:grpSpPr>
            <a:xfrm>
              <a:off x="3825335" y="1155858"/>
              <a:ext cx="4078128" cy="4094320"/>
              <a:chOff x="3825335" y="1155858"/>
              <a:chExt cx="4078128" cy="4094320"/>
            </a:xfrm>
          </p:grpSpPr>
          <p:sp>
            <p:nvSpPr>
              <p:cNvPr id="2792" name="Google Shape;2792;p23"/>
              <p:cNvSpPr/>
              <p:nvPr/>
            </p:nvSpPr>
            <p:spPr>
              <a:xfrm>
                <a:off x="3825335" y="5206554"/>
                <a:ext cx="21812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43624" extrusionOk="0">
                    <a:moveTo>
                      <a:pt x="0" y="43625"/>
                    </a:moveTo>
                    <a:cubicBezTo>
                      <a:pt x="12002" y="43625"/>
                      <a:pt x="21812" y="33909"/>
                      <a:pt x="21812" y="21812"/>
                    </a:cubicBezTo>
                    <a:cubicBezTo>
                      <a:pt x="21812" y="9716"/>
                      <a:pt x="12097" y="0"/>
                      <a:pt x="0" y="0"/>
                    </a:cubicBezTo>
                    <a:lnTo>
                      <a:pt x="0" y="4362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3" name="Google Shape;2793;p23"/>
              <p:cNvSpPr/>
              <p:nvPr/>
            </p:nvSpPr>
            <p:spPr>
              <a:xfrm>
                <a:off x="3890867" y="5125592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4" name="Google Shape;2794;p23"/>
              <p:cNvSpPr/>
              <p:nvPr/>
            </p:nvSpPr>
            <p:spPr>
              <a:xfrm>
                <a:off x="3972782" y="5044629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5" name="Google Shape;2795;p23"/>
              <p:cNvSpPr/>
              <p:nvPr/>
            </p:nvSpPr>
            <p:spPr>
              <a:xfrm>
                <a:off x="4054602" y="4963572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6" name="Google Shape;2796;p23"/>
              <p:cNvSpPr/>
              <p:nvPr/>
            </p:nvSpPr>
            <p:spPr>
              <a:xfrm>
                <a:off x="4136326" y="4882514"/>
                <a:ext cx="40386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7" name="Google Shape;2797;p23"/>
              <p:cNvSpPr/>
              <p:nvPr/>
            </p:nvSpPr>
            <p:spPr>
              <a:xfrm>
                <a:off x="4218146" y="4801456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8" name="Google Shape;2798;p23"/>
              <p:cNvSpPr/>
              <p:nvPr/>
            </p:nvSpPr>
            <p:spPr>
              <a:xfrm>
                <a:off x="4300061" y="4720589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9" name="Google Shape;2799;p23"/>
              <p:cNvSpPr/>
              <p:nvPr/>
            </p:nvSpPr>
            <p:spPr>
              <a:xfrm>
                <a:off x="4381881" y="4639531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0" name="Google Shape;2800;p23"/>
              <p:cNvSpPr/>
              <p:nvPr/>
            </p:nvSpPr>
            <p:spPr>
              <a:xfrm>
                <a:off x="4463700" y="4558473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1" name="Google Shape;2801;p23"/>
              <p:cNvSpPr/>
              <p:nvPr/>
            </p:nvSpPr>
            <p:spPr>
              <a:xfrm>
                <a:off x="4545425" y="4477416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2" name="Google Shape;2802;p23"/>
              <p:cNvSpPr/>
              <p:nvPr/>
            </p:nvSpPr>
            <p:spPr>
              <a:xfrm>
                <a:off x="4627340" y="4396548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7"/>
                    </a:cubicBezTo>
                    <a:cubicBezTo>
                      <a:pt x="35433" y="27527"/>
                      <a:pt x="27432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3" name="Google Shape;2803;p23"/>
              <p:cNvSpPr/>
              <p:nvPr/>
            </p:nvSpPr>
            <p:spPr>
              <a:xfrm>
                <a:off x="4709160" y="4315491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4" name="Google Shape;2804;p23"/>
              <p:cNvSpPr/>
              <p:nvPr/>
            </p:nvSpPr>
            <p:spPr>
              <a:xfrm>
                <a:off x="4790979" y="4234433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5" name="Google Shape;2805;p23"/>
              <p:cNvSpPr/>
              <p:nvPr/>
            </p:nvSpPr>
            <p:spPr>
              <a:xfrm>
                <a:off x="4872799" y="4153375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8"/>
                      <a:pt x="0" y="16574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4"/>
                    </a:cubicBezTo>
                    <a:cubicBezTo>
                      <a:pt x="33147" y="25718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6" name="Google Shape;2806;p23"/>
              <p:cNvSpPr/>
              <p:nvPr/>
            </p:nvSpPr>
            <p:spPr>
              <a:xfrm>
                <a:off x="4954524" y="4072413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7" name="Google Shape;2807;p23"/>
              <p:cNvSpPr/>
              <p:nvPr/>
            </p:nvSpPr>
            <p:spPr>
              <a:xfrm>
                <a:off x="5036439" y="3991450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8" name="Google Shape;2808;p23"/>
              <p:cNvSpPr/>
              <p:nvPr/>
            </p:nvSpPr>
            <p:spPr>
              <a:xfrm>
                <a:off x="5118258" y="3910393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9" name="Google Shape;2809;p23"/>
              <p:cNvSpPr/>
              <p:nvPr/>
            </p:nvSpPr>
            <p:spPr>
              <a:xfrm>
                <a:off x="5200078" y="3829335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0" name="Google Shape;2810;p23"/>
              <p:cNvSpPr/>
              <p:nvPr/>
            </p:nvSpPr>
            <p:spPr>
              <a:xfrm>
                <a:off x="5281898" y="3748277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4"/>
                      <a:pt x="6525" y="0"/>
                      <a:pt x="14573" y="0"/>
                    </a:cubicBezTo>
                    <a:cubicBezTo>
                      <a:pt x="22622" y="0"/>
                      <a:pt x="29146" y="6524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1" name="Google Shape;2811;p23"/>
              <p:cNvSpPr/>
              <p:nvPr/>
            </p:nvSpPr>
            <p:spPr>
              <a:xfrm>
                <a:off x="5363717" y="3667410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2" name="Google Shape;2812;p23"/>
              <p:cNvSpPr/>
              <p:nvPr/>
            </p:nvSpPr>
            <p:spPr>
              <a:xfrm>
                <a:off x="5445537" y="3586352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3" name="Google Shape;2813;p23"/>
              <p:cNvSpPr/>
              <p:nvPr/>
            </p:nvSpPr>
            <p:spPr>
              <a:xfrm>
                <a:off x="5527357" y="3505294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4" name="Google Shape;2814;p23"/>
              <p:cNvSpPr/>
              <p:nvPr/>
            </p:nvSpPr>
            <p:spPr>
              <a:xfrm>
                <a:off x="5609177" y="3424237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5" name="Google Shape;2815;p23"/>
              <p:cNvSpPr/>
              <p:nvPr/>
            </p:nvSpPr>
            <p:spPr>
              <a:xfrm>
                <a:off x="5691092" y="3343369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6" name="Google Shape;2816;p23"/>
              <p:cNvSpPr/>
              <p:nvPr/>
            </p:nvSpPr>
            <p:spPr>
              <a:xfrm>
                <a:off x="5772816" y="3262312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7" name="Google Shape;2817;p23"/>
              <p:cNvSpPr/>
              <p:nvPr/>
            </p:nvSpPr>
            <p:spPr>
              <a:xfrm>
                <a:off x="5854636" y="3181254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8" name="Google Shape;2818;p23"/>
              <p:cNvSpPr/>
              <p:nvPr/>
            </p:nvSpPr>
            <p:spPr>
              <a:xfrm>
                <a:off x="5936456" y="3100196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9" name="Google Shape;2819;p23"/>
              <p:cNvSpPr/>
              <p:nvPr/>
            </p:nvSpPr>
            <p:spPr>
              <a:xfrm>
                <a:off x="6018371" y="3019329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0" name="Google Shape;2820;p23"/>
              <p:cNvSpPr/>
              <p:nvPr/>
            </p:nvSpPr>
            <p:spPr>
              <a:xfrm>
                <a:off x="6100191" y="2938271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1" name="Google Shape;2821;p23"/>
              <p:cNvSpPr/>
              <p:nvPr/>
            </p:nvSpPr>
            <p:spPr>
              <a:xfrm>
                <a:off x="6181915" y="2857213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2" name="Google Shape;2822;p23"/>
              <p:cNvSpPr/>
              <p:nvPr/>
            </p:nvSpPr>
            <p:spPr>
              <a:xfrm>
                <a:off x="6263735" y="2776156"/>
                <a:ext cx="19431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0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3" name="Google Shape;2823;p23"/>
              <p:cNvSpPr/>
              <p:nvPr/>
            </p:nvSpPr>
            <p:spPr>
              <a:xfrm>
                <a:off x="6345650" y="2695193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8"/>
                    </a:moveTo>
                    <a:cubicBezTo>
                      <a:pt x="4096" y="18478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8"/>
                      <a:pt x="9239" y="18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4" name="Google Shape;2824;p23"/>
              <p:cNvSpPr/>
              <p:nvPr/>
            </p:nvSpPr>
            <p:spPr>
              <a:xfrm>
                <a:off x="6427469" y="2614135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5" name="Google Shape;2825;p23"/>
              <p:cNvSpPr/>
              <p:nvPr/>
            </p:nvSpPr>
            <p:spPr>
              <a:xfrm>
                <a:off x="6509289" y="2533078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5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6" name="Google Shape;2826;p23"/>
              <p:cNvSpPr/>
              <p:nvPr/>
            </p:nvSpPr>
            <p:spPr>
              <a:xfrm>
                <a:off x="6591014" y="2452020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7" name="Google Shape;2827;p23"/>
              <p:cNvSpPr/>
              <p:nvPr/>
            </p:nvSpPr>
            <p:spPr>
              <a:xfrm>
                <a:off x="6672833" y="2371057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715"/>
                    </a:cubicBezTo>
                    <a:cubicBezTo>
                      <a:pt x="0" y="352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2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8" name="Google Shape;2828;p23"/>
              <p:cNvSpPr/>
              <p:nvPr/>
            </p:nvSpPr>
            <p:spPr>
              <a:xfrm>
                <a:off x="6754749" y="2290095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9" name="Google Shape;2829;p23"/>
              <p:cNvSpPr/>
              <p:nvPr/>
            </p:nvSpPr>
            <p:spPr>
              <a:xfrm>
                <a:off x="6836568" y="2209037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0" name="Google Shape;2830;p23"/>
              <p:cNvSpPr/>
              <p:nvPr/>
            </p:nvSpPr>
            <p:spPr>
              <a:xfrm>
                <a:off x="6918388" y="2127979"/>
                <a:ext cx="12954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1" name="Google Shape;2831;p23"/>
              <p:cNvSpPr/>
              <p:nvPr/>
            </p:nvSpPr>
            <p:spPr>
              <a:xfrm>
                <a:off x="7000113" y="2046922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2" name="Google Shape;2832;p23"/>
              <p:cNvSpPr/>
              <p:nvPr/>
            </p:nvSpPr>
            <p:spPr>
              <a:xfrm>
                <a:off x="7082027" y="1966054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7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3" name="Google Shape;2833;p23"/>
              <p:cNvSpPr/>
              <p:nvPr/>
            </p:nvSpPr>
            <p:spPr>
              <a:xfrm>
                <a:off x="7163847" y="1884997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4" name="Google Shape;2834;p23"/>
              <p:cNvSpPr/>
              <p:nvPr/>
            </p:nvSpPr>
            <p:spPr>
              <a:xfrm>
                <a:off x="7245667" y="1803939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5" name="Google Shape;2835;p23"/>
              <p:cNvSpPr/>
              <p:nvPr/>
            </p:nvSpPr>
            <p:spPr>
              <a:xfrm>
                <a:off x="7327487" y="1722881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6" name="Google Shape;2836;p23"/>
              <p:cNvSpPr/>
              <p:nvPr/>
            </p:nvSpPr>
            <p:spPr>
              <a:xfrm>
                <a:off x="7409307" y="1642014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7" name="Google Shape;2837;p23"/>
              <p:cNvSpPr/>
              <p:nvPr/>
            </p:nvSpPr>
            <p:spPr>
              <a:xfrm>
                <a:off x="7491126" y="1560956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8" name="Google Shape;2838;p23"/>
              <p:cNvSpPr/>
              <p:nvPr/>
            </p:nvSpPr>
            <p:spPr>
              <a:xfrm>
                <a:off x="7572946" y="1479898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9" name="Google Shape;2839;p23"/>
              <p:cNvSpPr/>
              <p:nvPr/>
            </p:nvSpPr>
            <p:spPr>
              <a:xfrm>
                <a:off x="7654766" y="1398841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0" name="Google Shape;2840;p23"/>
              <p:cNvSpPr/>
              <p:nvPr/>
            </p:nvSpPr>
            <p:spPr>
              <a:xfrm>
                <a:off x="7736681" y="1317973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1" name="Google Shape;2841;p23"/>
              <p:cNvSpPr/>
              <p:nvPr/>
            </p:nvSpPr>
            <p:spPr>
              <a:xfrm>
                <a:off x="7818405" y="1236915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8" y="4001"/>
                      <a:pt x="0" y="3143"/>
                      <a:pt x="0" y="2000"/>
                    </a:cubicBezTo>
                    <a:cubicBezTo>
                      <a:pt x="0" y="857"/>
                      <a:pt x="858" y="0"/>
                      <a:pt x="2000" y="0"/>
                    </a:cubicBezTo>
                    <a:cubicBezTo>
                      <a:pt x="3143" y="0"/>
                      <a:pt x="4001" y="857"/>
                      <a:pt x="4001" y="2000"/>
                    </a:cubicBezTo>
                    <a:cubicBezTo>
                      <a:pt x="4001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2" name="Google Shape;2842;p23"/>
              <p:cNvSpPr/>
              <p:nvPr/>
            </p:nvSpPr>
            <p:spPr>
              <a:xfrm>
                <a:off x="7900225" y="1155858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6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6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43" name="Google Shape;2843;p23"/>
            <p:cNvGrpSpPr/>
            <p:nvPr/>
          </p:nvGrpSpPr>
          <p:grpSpPr>
            <a:xfrm>
              <a:off x="3826954" y="1161763"/>
              <a:ext cx="3920299" cy="3931539"/>
              <a:chOff x="3826954" y="1161763"/>
              <a:chExt cx="3920299" cy="3931539"/>
            </a:xfrm>
          </p:grpSpPr>
          <p:sp>
            <p:nvSpPr>
              <p:cNvPr id="2844" name="Google Shape;2844;p23"/>
              <p:cNvSpPr/>
              <p:nvPr/>
            </p:nvSpPr>
            <p:spPr>
              <a:xfrm>
                <a:off x="3826954" y="5050440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5" name="Google Shape;2845;p23"/>
              <p:cNvSpPr/>
              <p:nvPr/>
            </p:nvSpPr>
            <p:spPr>
              <a:xfrm>
                <a:off x="3897629" y="4969572"/>
                <a:ext cx="41910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10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6" name="Google Shape;2846;p23"/>
              <p:cNvSpPr/>
              <p:nvPr/>
            </p:nvSpPr>
            <p:spPr>
              <a:xfrm>
                <a:off x="3979449" y="4888420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7" name="Google Shape;2847;p23"/>
              <p:cNvSpPr/>
              <p:nvPr/>
            </p:nvSpPr>
            <p:spPr>
              <a:xfrm>
                <a:off x="4061269" y="4807362"/>
                <a:ext cx="40386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8" name="Google Shape;2848;p23"/>
              <p:cNvSpPr/>
              <p:nvPr/>
            </p:nvSpPr>
            <p:spPr>
              <a:xfrm>
                <a:off x="4142993" y="4726304"/>
                <a:ext cx="39623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3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9" name="Google Shape;2849;p23"/>
              <p:cNvSpPr/>
              <p:nvPr/>
            </p:nvSpPr>
            <p:spPr>
              <a:xfrm>
                <a:off x="4224909" y="4645437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0" name="Google Shape;2850;p23"/>
              <p:cNvSpPr/>
              <p:nvPr/>
            </p:nvSpPr>
            <p:spPr>
              <a:xfrm>
                <a:off x="4306728" y="4564379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1" name="Google Shape;2851;p23"/>
              <p:cNvSpPr/>
              <p:nvPr/>
            </p:nvSpPr>
            <p:spPr>
              <a:xfrm>
                <a:off x="4388548" y="4483321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2" name="Google Shape;2852;p23"/>
              <p:cNvSpPr/>
              <p:nvPr/>
            </p:nvSpPr>
            <p:spPr>
              <a:xfrm>
                <a:off x="4470368" y="4402263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3" name="Google Shape;2853;p23"/>
              <p:cNvSpPr/>
              <p:nvPr/>
            </p:nvSpPr>
            <p:spPr>
              <a:xfrm rot="-128855">
                <a:off x="4552045" y="4321410"/>
                <a:ext cx="35458" cy="3545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35433" y="17716"/>
                    </a:moveTo>
                    <a:cubicBezTo>
                      <a:pt x="35433" y="27501"/>
                      <a:pt x="27501" y="35433"/>
                      <a:pt x="17716" y="35433"/>
                    </a:cubicBezTo>
                    <a:cubicBezTo>
                      <a:pt x="7932" y="35433"/>
                      <a:pt x="0" y="27501"/>
                      <a:pt x="0" y="17716"/>
                    </a:cubicBezTo>
                    <a:cubicBezTo>
                      <a:pt x="0" y="7932"/>
                      <a:pt x="7932" y="0"/>
                      <a:pt x="17716" y="0"/>
                    </a:cubicBezTo>
                    <a:cubicBezTo>
                      <a:pt x="27501" y="0"/>
                      <a:pt x="35433" y="7932"/>
                      <a:pt x="35433" y="17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4" name="Google Shape;2854;p23"/>
              <p:cNvSpPr/>
              <p:nvPr/>
            </p:nvSpPr>
            <p:spPr>
              <a:xfrm>
                <a:off x="4634007" y="4240338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5" name="Google Shape;2855;p23"/>
              <p:cNvSpPr/>
              <p:nvPr/>
            </p:nvSpPr>
            <p:spPr>
              <a:xfrm>
                <a:off x="4715827" y="4159281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6" name="Google Shape;2856;p23"/>
              <p:cNvSpPr/>
              <p:nvPr/>
            </p:nvSpPr>
            <p:spPr>
              <a:xfrm>
                <a:off x="4797647" y="4078223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7" name="Google Shape;2857;p23"/>
              <p:cNvSpPr/>
              <p:nvPr/>
            </p:nvSpPr>
            <p:spPr>
              <a:xfrm>
                <a:off x="4879562" y="3997261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2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4" y="7239"/>
                      <a:pt x="32194" y="16192"/>
                    </a:cubicBezTo>
                    <a:cubicBezTo>
                      <a:pt x="32194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8" name="Google Shape;2858;p23"/>
              <p:cNvSpPr/>
              <p:nvPr/>
            </p:nvSpPr>
            <p:spPr>
              <a:xfrm>
                <a:off x="4961286" y="3916298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2" y="7048"/>
                      <a:pt x="31432" y="15716"/>
                    </a:cubicBezTo>
                    <a:cubicBezTo>
                      <a:pt x="31432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9" name="Google Shape;2859;p23"/>
              <p:cNvSpPr/>
              <p:nvPr/>
            </p:nvSpPr>
            <p:spPr>
              <a:xfrm>
                <a:off x="5043106" y="3835240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0" y="6858"/>
                      <a:pt x="30670" y="15335"/>
                    </a:cubicBezTo>
                    <a:cubicBezTo>
                      <a:pt x="30670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0" name="Google Shape;2860;p23"/>
              <p:cNvSpPr/>
              <p:nvPr/>
            </p:nvSpPr>
            <p:spPr>
              <a:xfrm>
                <a:off x="5124926" y="3754183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1" name="Google Shape;2861;p23"/>
              <p:cNvSpPr/>
              <p:nvPr/>
            </p:nvSpPr>
            <p:spPr>
              <a:xfrm>
                <a:off x="5206746" y="3673125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7"/>
                      <a:pt x="14573" y="29147"/>
                    </a:cubicBezTo>
                    <a:cubicBezTo>
                      <a:pt x="6525" y="29147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2" name="Google Shape;2862;p23"/>
              <p:cNvSpPr/>
              <p:nvPr/>
            </p:nvSpPr>
            <p:spPr>
              <a:xfrm>
                <a:off x="5288565" y="3592258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3" name="Google Shape;2863;p23"/>
              <p:cNvSpPr/>
              <p:nvPr/>
            </p:nvSpPr>
            <p:spPr>
              <a:xfrm>
                <a:off x="5370385" y="3511200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4" name="Google Shape;2864;p23"/>
              <p:cNvSpPr/>
              <p:nvPr/>
            </p:nvSpPr>
            <p:spPr>
              <a:xfrm>
                <a:off x="5452205" y="3430142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5" name="Google Shape;2865;p23"/>
              <p:cNvSpPr/>
              <p:nvPr/>
            </p:nvSpPr>
            <p:spPr>
              <a:xfrm>
                <a:off x="5534025" y="3349084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6" name="Google Shape;2866;p23"/>
              <p:cNvSpPr/>
              <p:nvPr/>
            </p:nvSpPr>
            <p:spPr>
              <a:xfrm>
                <a:off x="5615940" y="3268217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7" name="Google Shape;2867;p23"/>
              <p:cNvSpPr/>
              <p:nvPr/>
            </p:nvSpPr>
            <p:spPr>
              <a:xfrm>
                <a:off x="5697759" y="3187159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8" name="Google Shape;2868;p23"/>
              <p:cNvSpPr/>
              <p:nvPr/>
            </p:nvSpPr>
            <p:spPr>
              <a:xfrm>
                <a:off x="5779484" y="310610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9" name="Google Shape;2869;p23"/>
              <p:cNvSpPr/>
              <p:nvPr/>
            </p:nvSpPr>
            <p:spPr>
              <a:xfrm>
                <a:off x="5861304" y="3025044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0" name="Google Shape;2870;p23"/>
              <p:cNvSpPr/>
              <p:nvPr/>
            </p:nvSpPr>
            <p:spPr>
              <a:xfrm>
                <a:off x="5943219" y="2944177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1" name="Google Shape;2871;p23"/>
              <p:cNvSpPr/>
              <p:nvPr/>
            </p:nvSpPr>
            <p:spPr>
              <a:xfrm>
                <a:off x="6025038" y="2863119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2" name="Google Shape;2872;p23"/>
              <p:cNvSpPr/>
              <p:nvPr/>
            </p:nvSpPr>
            <p:spPr>
              <a:xfrm>
                <a:off x="6106763" y="2782061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3" name="Google Shape;2873;p23"/>
              <p:cNvSpPr/>
              <p:nvPr/>
            </p:nvSpPr>
            <p:spPr>
              <a:xfrm>
                <a:off x="6188583" y="2701003"/>
                <a:ext cx="1943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0" extrusionOk="0">
                    <a:moveTo>
                      <a:pt x="9716" y="19431"/>
                    </a:moveTo>
                    <a:cubicBezTo>
                      <a:pt x="4381" y="19431"/>
                      <a:pt x="0" y="15049"/>
                      <a:pt x="0" y="9715"/>
                    </a:cubicBezTo>
                    <a:cubicBezTo>
                      <a:pt x="0" y="4381"/>
                      <a:pt x="4381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4" name="Google Shape;2874;p23"/>
              <p:cNvSpPr/>
              <p:nvPr/>
            </p:nvSpPr>
            <p:spPr>
              <a:xfrm>
                <a:off x="6270498" y="2620041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8"/>
                      <a:pt x="9239" y="18478"/>
                    </a:cubicBezTo>
                    <a:cubicBezTo>
                      <a:pt x="4137" y="18478"/>
                      <a:pt x="0" y="14342"/>
                      <a:pt x="0" y="9239"/>
                    </a:cubicBezTo>
                    <a:cubicBezTo>
                      <a:pt x="0" y="4136"/>
                      <a:pt x="4137" y="0"/>
                      <a:pt x="9239" y="0"/>
                    </a:cubicBezTo>
                    <a:cubicBezTo>
                      <a:pt x="14342" y="0"/>
                      <a:pt x="18479" y="4136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5" name="Google Shape;2875;p23"/>
              <p:cNvSpPr/>
              <p:nvPr/>
            </p:nvSpPr>
            <p:spPr>
              <a:xfrm>
                <a:off x="6352317" y="2538983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6" name="Google Shape;2876;p23"/>
              <p:cNvSpPr/>
              <p:nvPr/>
            </p:nvSpPr>
            <p:spPr>
              <a:xfrm>
                <a:off x="6434137" y="2457925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7" name="Google Shape;2877;p23"/>
              <p:cNvSpPr/>
              <p:nvPr/>
            </p:nvSpPr>
            <p:spPr>
              <a:xfrm>
                <a:off x="6515861" y="237686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8" name="Google Shape;2878;p23"/>
              <p:cNvSpPr/>
              <p:nvPr/>
            </p:nvSpPr>
            <p:spPr>
              <a:xfrm>
                <a:off x="6597776" y="2295810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9" name="Google Shape;2879;p23"/>
              <p:cNvSpPr/>
              <p:nvPr/>
            </p:nvSpPr>
            <p:spPr>
              <a:xfrm>
                <a:off x="6679596" y="2214943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0" name="Google Shape;2880;p23"/>
              <p:cNvSpPr/>
              <p:nvPr/>
            </p:nvSpPr>
            <p:spPr>
              <a:xfrm>
                <a:off x="6761416" y="2133885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1" name="Google Shape;2881;p23"/>
              <p:cNvSpPr/>
              <p:nvPr/>
            </p:nvSpPr>
            <p:spPr>
              <a:xfrm>
                <a:off x="6843236" y="2052827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2" name="Google Shape;2882;p23"/>
              <p:cNvSpPr/>
              <p:nvPr/>
            </p:nvSpPr>
            <p:spPr>
              <a:xfrm>
                <a:off x="6924960" y="1971769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3" name="Google Shape;2883;p23"/>
              <p:cNvSpPr/>
              <p:nvPr/>
            </p:nvSpPr>
            <p:spPr>
              <a:xfrm>
                <a:off x="7006875" y="1890902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4" name="Google Shape;2884;p23"/>
              <p:cNvSpPr/>
              <p:nvPr/>
            </p:nvSpPr>
            <p:spPr>
              <a:xfrm>
                <a:off x="7088695" y="1809844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5" name="Google Shape;2885;p23"/>
              <p:cNvSpPr/>
              <p:nvPr/>
            </p:nvSpPr>
            <p:spPr>
              <a:xfrm>
                <a:off x="7170515" y="1728787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6" name="Google Shape;2886;p23"/>
              <p:cNvSpPr/>
              <p:nvPr/>
            </p:nvSpPr>
            <p:spPr>
              <a:xfrm>
                <a:off x="7252334" y="1647729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7" name="Google Shape;2887;p23"/>
              <p:cNvSpPr/>
              <p:nvPr/>
            </p:nvSpPr>
            <p:spPr>
              <a:xfrm>
                <a:off x="7334154" y="156686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8" name="Google Shape;2888;p23"/>
              <p:cNvSpPr/>
              <p:nvPr/>
            </p:nvSpPr>
            <p:spPr>
              <a:xfrm>
                <a:off x="7415974" y="1485804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9" name="Google Shape;2889;p23"/>
              <p:cNvSpPr/>
              <p:nvPr/>
            </p:nvSpPr>
            <p:spPr>
              <a:xfrm>
                <a:off x="7497794" y="1404746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0" name="Google Shape;2890;p23"/>
              <p:cNvSpPr/>
              <p:nvPr/>
            </p:nvSpPr>
            <p:spPr>
              <a:xfrm>
                <a:off x="7579614" y="1323688"/>
                <a:ext cx="5714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1" name="Google Shape;2891;p23"/>
              <p:cNvSpPr/>
              <p:nvPr/>
            </p:nvSpPr>
            <p:spPr>
              <a:xfrm>
                <a:off x="7661528" y="1242821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2" name="Google Shape;2892;p23"/>
              <p:cNvSpPr/>
              <p:nvPr/>
            </p:nvSpPr>
            <p:spPr>
              <a:xfrm>
                <a:off x="7743253" y="1161763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0" y="857"/>
                      <a:pt x="4000" y="2000"/>
                    </a:cubicBezTo>
                    <a:cubicBezTo>
                      <a:pt x="4000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93" name="Google Shape;2893;p23"/>
            <p:cNvGrpSpPr/>
            <p:nvPr/>
          </p:nvGrpSpPr>
          <p:grpSpPr>
            <a:xfrm>
              <a:off x="3822477" y="1167669"/>
              <a:ext cx="3768661" cy="3768660"/>
              <a:chOff x="3822477" y="1167669"/>
              <a:chExt cx="3768661" cy="3768660"/>
            </a:xfrm>
          </p:grpSpPr>
          <p:sp>
            <p:nvSpPr>
              <p:cNvPr id="2894" name="Google Shape;2894;p23"/>
              <p:cNvSpPr/>
              <p:nvPr/>
            </p:nvSpPr>
            <p:spPr>
              <a:xfrm>
                <a:off x="3822477" y="4894420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5" name="Google Shape;2895;p23"/>
              <p:cNvSpPr/>
              <p:nvPr/>
            </p:nvSpPr>
            <p:spPr>
              <a:xfrm>
                <a:off x="3904297" y="4813362"/>
                <a:ext cx="41148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8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6" name="Google Shape;2896;p23"/>
              <p:cNvSpPr/>
              <p:nvPr/>
            </p:nvSpPr>
            <p:spPr>
              <a:xfrm>
                <a:off x="3986117" y="4732305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7" name="Google Shape;2897;p23"/>
              <p:cNvSpPr/>
              <p:nvPr/>
            </p:nvSpPr>
            <p:spPr>
              <a:xfrm>
                <a:off x="4067841" y="4651152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8" name="Google Shape;2898;p23"/>
              <p:cNvSpPr/>
              <p:nvPr/>
            </p:nvSpPr>
            <p:spPr>
              <a:xfrm>
                <a:off x="4149756" y="457028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9" name="Google Shape;2899;p23"/>
              <p:cNvSpPr/>
              <p:nvPr/>
            </p:nvSpPr>
            <p:spPr>
              <a:xfrm>
                <a:off x="4231576" y="4489227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0" name="Google Shape;2900;p23"/>
              <p:cNvSpPr/>
              <p:nvPr/>
            </p:nvSpPr>
            <p:spPr>
              <a:xfrm>
                <a:off x="4313396" y="4408169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1" name="Google Shape;2901;p23"/>
              <p:cNvSpPr/>
              <p:nvPr/>
            </p:nvSpPr>
            <p:spPr>
              <a:xfrm>
                <a:off x="4395215" y="4327111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2" name="Google Shape;2902;p23"/>
              <p:cNvSpPr/>
              <p:nvPr/>
            </p:nvSpPr>
            <p:spPr>
              <a:xfrm>
                <a:off x="4477035" y="4246149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812"/>
                    </a:cubicBezTo>
                    <a:cubicBezTo>
                      <a:pt x="0" y="800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812"/>
                    </a:cubicBezTo>
                    <a:cubicBezTo>
                      <a:pt x="35433" y="27718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3" name="Google Shape;2903;p23"/>
              <p:cNvSpPr/>
              <p:nvPr/>
            </p:nvSpPr>
            <p:spPr>
              <a:xfrm>
                <a:off x="4558855" y="4165186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0" y="0"/>
                      <a:pt x="34671" y="7810"/>
                      <a:pt x="34671" y="17335"/>
                    </a:cubicBezTo>
                    <a:cubicBezTo>
                      <a:pt x="34671" y="26860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4" name="Google Shape;2904;p23"/>
              <p:cNvSpPr/>
              <p:nvPr/>
            </p:nvSpPr>
            <p:spPr>
              <a:xfrm>
                <a:off x="4640675" y="4084128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5" name="Google Shape;2905;p23"/>
              <p:cNvSpPr/>
              <p:nvPr/>
            </p:nvSpPr>
            <p:spPr>
              <a:xfrm>
                <a:off x="4722495" y="4003071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6" name="Google Shape;2906;p23"/>
              <p:cNvSpPr/>
              <p:nvPr/>
            </p:nvSpPr>
            <p:spPr>
              <a:xfrm>
                <a:off x="4804314" y="3922013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192" y="32385"/>
                    </a:moveTo>
                    <a:cubicBezTo>
                      <a:pt x="7239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192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7" name="Google Shape;2907;p23"/>
              <p:cNvSpPr/>
              <p:nvPr/>
            </p:nvSpPr>
            <p:spPr>
              <a:xfrm>
                <a:off x="4886134" y="3841146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8" name="Google Shape;2908;p23"/>
              <p:cNvSpPr/>
              <p:nvPr/>
            </p:nvSpPr>
            <p:spPr>
              <a:xfrm>
                <a:off x="4967954" y="3760088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9" name="Google Shape;2909;p23"/>
              <p:cNvSpPr/>
              <p:nvPr/>
            </p:nvSpPr>
            <p:spPr>
              <a:xfrm>
                <a:off x="5049774" y="3679030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0" name="Google Shape;2910;p23"/>
              <p:cNvSpPr/>
              <p:nvPr/>
            </p:nvSpPr>
            <p:spPr>
              <a:xfrm>
                <a:off x="5131593" y="3597972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1" name="Google Shape;2911;p23"/>
              <p:cNvSpPr/>
              <p:nvPr/>
            </p:nvSpPr>
            <p:spPr>
              <a:xfrm>
                <a:off x="5213508" y="3517105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2" name="Google Shape;2912;p23"/>
              <p:cNvSpPr/>
              <p:nvPr/>
            </p:nvSpPr>
            <p:spPr>
              <a:xfrm>
                <a:off x="5295233" y="3436048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3" name="Google Shape;2913;p23"/>
              <p:cNvSpPr/>
              <p:nvPr/>
            </p:nvSpPr>
            <p:spPr>
              <a:xfrm>
                <a:off x="5377053" y="3354990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4" name="Google Shape;2914;p23"/>
              <p:cNvSpPr/>
              <p:nvPr/>
            </p:nvSpPr>
            <p:spPr>
              <a:xfrm>
                <a:off x="5458872" y="3273932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5" name="Google Shape;2915;p23"/>
              <p:cNvSpPr/>
              <p:nvPr/>
            </p:nvSpPr>
            <p:spPr>
              <a:xfrm>
                <a:off x="5540787" y="3193065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6" name="Google Shape;2916;p23"/>
              <p:cNvSpPr/>
              <p:nvPr/>
            </p:nvSpPr>
            <p:spPr>
              <a:xfrm>
                <a:off x="5622607" y="3112007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7" name="Google Shape;2917;p23"/>
              <p:cNvSpPr/>
              <p:nvPr/>
            </p:nvSpPr>
            <p:spPr>
              <a:xfrm>
                <a:off x="5704332" y="3030949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8" name="Google Shape;2918;p23"/>
              <p:cNvSpPr/>
              <p:nvPr/>
            </p:nvSpPr>
            <p:spPr>
              <a:xfrm>
                <a:off x="5786151" y="2949891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9" name="Google Shape;2919;p23"/>
              <p:cNvSpPr/>
              <p:nvPr/>
            </p:nvSpPr>
            <p:spPr>
              <a:xfrm>
                <a:off x="5868066" y="2869024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0" name="Google Shape;2920;p23"/>
              <p:cNvSpPr/>
              <p:nvPr/>
            </p:nvSpPr>
            <p:spPr>
              <a:xfrm>
                <a:off x="5949886" y="2787966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1" name="Google Shape;2921;p23"/>
              <p:cNvSpPr/>
              <p:nvPr/>
            </p:nvSpPr>
            <p:spPr>
              <a:xfrm>
                <a:off x="6031706" y="2706909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2" name="Google Shape;2922;p23"/>
              <p:cNvSpPr/>
              <p:nvPr/>
            </p:nvSpPr>
            <p:spPr>
              <a:xfrm>
                <a:off x="6113430" y="2625851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286" y="0"/>
                      <a:pt x="9716" y="0"/>
                    </a:cubicBezTo>
                    <a:cubicBezTo>
                      <a:pt x="15145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3" name="Google Shape;2923;p23"/>
              <p:cNvSpPr/>
              <p:nvPr/>
            </p:nvSpPr>
            <p:spPr>
              <a:xfrm>
                <a:off x="6195345" y="2544889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4" name="Google Shape;2924;p23"/>
              <p:cNvSpPr/>
              <p:nvPr/>
            </p:nvSpPr>
            <p:spPr>
              <a:xfrm>
                <a:off x="6277165" y="2463926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1"/>
                      <a:pt x="4001" y="0"/>
                      <a:pt x="8858" y="0"/>
                    </a:cubicBezTo>
                    <a:cubicBezTo>
                      <a:pt x="13716" y="0"/>
                      <a:pt x="17717" y="4001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5" name="Google Shape;2925;p23"/>
              <p:cNvSpPr/>
              <p:nvPr/>
            </p:nvSpPr>
            <p:spPr>
              <a:xfrm>
                <a:off x="6358985" y="2382773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5" y="3810"/>
                      <a:pt x="16955" y="8477"/>
                    </a:cubicBezTo>
                    <a:cubicBezTo>
                      <a:pt x="16955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6" name="Google Shape;2926;p23"/>
              <p:cNvSpPr/>
              <p:nvPr/>
            </p:nvSpPr>
            <p:spPr>
              <a:xfrm>
                <a:off x="6440805" y="2301715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7" name="Google Shape;2927;p23"/>
              <p:cNvSpPr/>
              <p:nvPr/>
            </p:nvSpPr>
            <p:spPr>
              <a:xfrm>
                <a:off x="6522529" y="2220753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8" name="Google Shape;2928;p23"/>
              <p:cNvSpPr/>
              <p:nvPr/>
            </p:nvSpPr>
            <p:spPr>
              <a:xfrm>
                <a:off x="6604444" y="2139790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9" name="Google Shape;2929;p23"/>
              <p:cNvSpPr/>
              <p:nvPr/>
            </p:nvSpPr>
            <p:spPr>
              <a:xfrm>
                <a:off x="6686264" y="2058732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0" name="Google Shape;2930;p23"/>
              <p:cNvSpPr/>
              <p:nvPr/>
            </p:nvSpPr>
            <p:spPr>
              <a:xfrm>
                <a:off x="6768083" y="1977675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1" name="Google Shape;2931;p23"/>
              <p:cNvSpPr/>
              <p:nvPr/>
            </p:nvSpPr>
            <p:spPr>
              <a:xfrm>
                <a:off x="6849903" y="1896617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2" name="Google Shape;2932;p23"/>
              <p:cNvSpPr/>
              <p:nvPr/>
            </p:nvSpPr>
            <p:spPr>
              <a:xfrm>
                <a:off x="6931723" y="1815750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3" name="Google Shape;2933;p23"/>
              <p:cNvSpPr/>
              <p:nvPr/>
            </p:nvSpPr>
            <p:spPr>
              <a:xfrm>
                <a:off x="7013543" y="1734692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4" name="Google Shape;2934;p23"/>
              <p:cNvSpPr/>
              <p:nvPr/>
            </p:nvSpPr>
            <p:spPr>
              <a:xfrm>
                <a:off x="7095363" y="1653634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5" name="Google Shape;2935;p23"/>
              <p:cNvSpPr/>
              <p:nvPr/>
            </p:nvSpPr>
            <p:spPr>
              <a:xfrm>
                <a:off x="7177182" y="157257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6" name="Google Shape;2936;p23"/>
              <p:cNvSpPr/>
              <p:nvPr/>
            </p:nvSpPr>
            <p:spPr>
              <a:xfrm>
                <a:off x="7259002" y="1491709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7" name="Google Shape;2937;p23"/>
              <p:cNvSpPr/>
              <p:nvPr/>
            </p:nvSpPr>
            <p:spPr>
              <a:xfrm>
                <a:off x="7340822" y="1410652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8" name="Google Shape;2938;p23"/>
              <p:cNvSpPr/>
              <p:nvPr/>
            </p:nvSpPr>
            <p:spPr>
              <a:xfrm>
                <a:off x="7422641" y="1329594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9" name="Google Shape;2939;p23"/>
              <p:cNvSpPr/>
              <p:nvPr/>
            </p:nvSpPr>
            <p:spPr>
              <a:xfrm>
                <a:off x="7504461" y="1248536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0" name="Google Shape;2940;p23"/>
              <p:cNvSpPr/>
              <p:nvPr/>
            </p:nvSpPr>
            <p:spPr>
              <a:xfrm>
                <a:off x="7586376" y="1167669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41" name="Google Shape;2941;p23"/>
            <p:cNvGrpSpPr/>
            <p:nvPr/>
          </p:nvGrpSpPr>
          <p:grpSpPr>
            <a:xfrm>
              <a:off x="3829145" y="1173384"/>
              <a:ext cx="3605878" cy="3605973"/>
              <a:chOff x="3829145" y="1173384"/>
              <a:chExt cx="3605878" cy="3605973"/>
            </a:xfrm>
          </p:grpSpPr>
          <p:sp>
            <p:nvSpPr>
              <p:cNvPr id="2942" name="Google Shape;2942;p23"/>
              <p:cNvSpPr/>
              <p:nvPr/>
            </p:nvSpPr>
            <p:spPr>
              <a:xfrm>
                <a:off x="3829145" y="4738210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3" name="Google Shape;2943;p23"/>
              <p:cNvSpPr/>
              <p:nvPr/>
            </p:nvSpPr>
            <p:spPr>
              <a:xfrm>
                <a:off x="3910965" y="4657153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4" name="Google Shape;2944;p23"/>
              <p:cNvSpPr/>
              <p:nvPr/>
            </p:nvSpPr>
            <p:spPr>
              <a:xfrm>
                <a:off x="3992689" y="4576095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5" name="Google Shape;2945;p23"/>
              <p:cNvSpPr/>
              <p:nvPr/>
            </p:nvSpPr>
            <p:spPr>
              <a:xfrm>
                <a:off x="4074604" y="4495228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6" name="Google Shape;2946;p23"/>
              <p:cNvSpPr/>
              <p:nvPr/>
            </p:nvSpPr>
            <p:spPr>
              <a:xfrm>
                <a:off x="4156424" y="4414170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7" name="Google Shape;2947;p23"/>
              <p:cNvSpPr/>
              <p:nvPr/>
            </p:nvSpPr>
            <p:spPr>
              <a:xfrm>
                <a:off x="4238243" y="4333017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8" name="Google Shape;2948;p23"/>
              <p:cNvSpPr/>
              <p:nvPr/>
            </p:nvSpPr>
            <p:spPr>
              <a:xfrm>
                <a:off x="4320063" y="4251959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9" name="Google Shape;2949;p23"/>
              <p:cNvSpPr/>
              <p:nvPr/>
            </p:nvSpPr>
            <p:spPr>
              <a:xfrm>
                <a:off x="4401883" y="4171092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0" name="Google Shape;2950;p23"/>
              <p:cNvSpPr/>
              <p:nvPr/>
            </p:nvSpPr>
            <p:spPr>
              <a:xfrm>
                <a:off x="4483703" y="4090034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1" name="Google Shape;2951;p23"/>
              <p:cNvSpPr/>
              <p:nvPr/>
            </p:nvSpPr>
            <p:spPr>
              <a:xfrm>
                <a:off x="4565522" y="4008976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2" name="Google Shape;2952;p23"/>
              <p:cNvSpPr/>
              <p:nvPr/>
            </p:nvSpPr>
            <p:spPr>
              <a:xfrm>
                <a:off x="4647342" y="3927919"/>
                <a:ext cx="33146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6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3" name="Google Shape;2953;p23"/>
              <p:cNvSpPr/>
              <p:nvPr/>
            </p:nvSpPr>
            <p:spPr>
              <a:xfrm>
                <a:off x="4729257" y="3846956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4" y="7239"/>
                      <a:pt x="32194" y="16097"/>
                    </a:cubicBezTo>
                    <a:cubicBezTo>
                      <a:pt x="32194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4" name="Google Shape;2954;p23"/>
              <p:cNvSpPr/>
              <p:nvPr/>
            </p:nvSpPr>
            <p:spPr>
              <a:xfrm>
                <a:off x="4810982" y="3765994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5" name="Google Shape;2955;p23"/>
              <p:cNvSpPr/>
              <p:nvPr/>
            </p:nvSpPr>
            <p:spPr>
              <a:xfrm>
                <a:off x="4892802" y="3684936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6" name="Google Shape;2956;p23"/>
              <p:cNvSpPr/>
              <p:nvPr/>
            </p:nvSpPr>
            <p:spPr>
              <a:xfrm>
                <a:off x="4974621" y="3603878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8" y="29909"/>
                      <a:pt x="0" y="23241"/>
                      <a:pt x="0" y="14954"/>
                    </a:cubicBezTo>
                    <a:cubicBezTo>
                      <a:pt x="0" y="6668"/>
                      <a:pt x="6668" y="0"/>
                      <a:pt x="14954" y="0"/>
                    </a:cubicBezTo>
                    <a:cubicBezTo>
                      <a:pt x="23241" y="0"/>
                      <a:pt x="29909" y="6668"/>
                      <a:pt x="29909" y="14954"/>
                    </a:cubicBezTo>
                    <a:cubicBezTo>
                      <a:pt x="29909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7" name="Google Shape;2957;p23"/>
              <p:cNvSpPr/>
              <p:nvPr/>
            </p:nvSpPr>
            <p:spPr>
              <a:xfrm>
                <a:off x="5056441" y="3522916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8" name="Google Shape;2958;p23"/>
              <p:cNvSpPr/>
              <p:nvPr/>
            </p:nvSpPr>
            <p:spPr>
              <a:xfrm>
                <a:off x="5138356" y="3441953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9" name="Google Shape;2959;p23"/>
              <p:cNvSpPr/>
              <p:nvPr/>
            </p:nvSpPr>
            <p:spPr>
              <a:xfrm>
                <a:off x="5220080" y="3360895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0" name="Google Shape;2960;p23"/>
              <p:cNvSpPr/>
              <p:nvPr/>
            </p:nvSpPr>
            <p:spPr>
              <a:xfrm>
                <a:off x="5301900" y="3279837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1" name="Google Shape;2961;p23"/>
              <p:cNvSpPr/>
              <p:nvPr/>
            </p:nvSpPr>
            <p:spPr>
              <a:xfrm>
                <a:off x="5383720" y="3198780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2" name="Google Shape;2962;p23"/>
              <p:cNvSpPr/>
              <p:nvPr/>
            </p:nvSpPr>
            <p:spPr>
              <a:xfrm>
                <a:off x="5465635" y="3117912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3" name="Google Shape;2963;p23"/>
              <p:cNvSpPr/>
              <p:nvPr/>
            </p:nvSpPr>
            <p:spPr>
              <a:xfrm>
                <a:off x="5547455" y="3036855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4" name="Google Shape;2964;p23"/>
              <p:cNvSpPr/>
              <p:nvPr/>
            </p:nvSpPr>
            <p:spPr>
              <a:xfrm>
                <a:off x="5629179" y="2955797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5" name="Google Shape;2965;p23"/>
              <p:cNvSpPr/>
              <p:nvPr/>
            </p:nvSpPr>
            <p:spPr>
              <a:xfrm>
                <a:off x="5710999" y="2874739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6" name="Google Shape;2966;p23"/>
              <p:cNvSpPr/>
              <p:nvPr/>
            </p:nvSpPr>
            <p:spPr>
              <a:xfrm>
                <a:off x="5792914" y="2793872"/>
                <a:ext cx="21717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6" extrusionOk="0">
                    <a:moveTo>
                      <a:pt x="10859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9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9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7" name="Google Shape;2967;p23"/>
              <p:cNvSpPr/>
              <p:nvPr/>
            </p:nvSpPr>
            <p:spPr>
              <a:xfrm>
                <a:off x="5874734" y="2712814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8" name="Google Shape;2968;p23"/>
              <p:cNvSpPr/>
              <p:nvPr/>
            </p:nvSpPr>
            <p:spPr>
              <a:xfrm>
                <a:off x="5956554" y="2631757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9" name="Google Shape;2969;p23"/>
              <p:cNvSpPr/>
              <p:nvPr/>
            </p:nvSpPr>
            <p:spPr>
              <a:xfrm>
                <a:off x="6038278" y="2550699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0" name="Google Shape;2970;p23"/>
              <p:cNvSpPr/>
              <p:nvPr/>
            </p:nvSpPr>
            <p:spPr>
              <a:xfrm>
                <a:off x="6120193" y="2469832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1" name="Google Shape;2971;p23"/>
              <p:cNvSpPr/>
              <p:nvPr/>
            </p:nvSpPr>
            <p:spPr>
              <a:xfrm>
                <a:off x="6202013" y="238867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2" name="Google Shape;2972;p23"/>
              <p:cNvSpPr/>
              <p:nvPr/>
            </p:nvSpPr>
            <p:spPr>
              <a:xfrm>
                <a:off x="6283833" y="2307716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3" name="Google Shape;2973;p23"/>
              <p:cNvSpPr/>
              <p:nvPr/>
            </p:nvSpPr>
            <p:spPr>
              <a:xfrm>
                <a:off x="6365652" y="2226658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4" name="Google Shape;2974;p23"/>
              <p:cNvSpPr/>
              <p:nvPr/>
            </p:nvSpPr>
            <p:spPr>
              <a:xfrm>
                <a:off x="6447377" y="2145601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1" y="0"/>
                      <a:pt x="15430" y="3429"/>
                      <a:pt x="15430" y="7715"/>
                    </a:cubicBezTo>
                    <a:cubicBezTo>
                      <a:pt x="15430" y="12001"/>
                      <a:pt x="12001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5" name="Google Shape;2975;p23"/>
              <p:cNvSpPr/>
              <p:nvPr/>
            </p:nvSpPr>
            <p:spPr>
              <a:xfrm>
                <a:off x="6529292" y="2064638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6" name="Google Shape;2976;p23"/>
              <p:cNvSpPr/>
              <p:nvPr/>
            </p:nvSpPr>
            <p:spPr>
              <a:xfrm>
                <a:off x="6611111" y="1983580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7" name="Google Shape;2977;p23"/>
              <p:cNvSpPr/>
              <p:nvPr/>
            </p:nvSpPr>
            <p:spPr>
              <a:xfrm>
                <a:off x="6692931" y="190252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8" name="Google Shape;2978;p23"/>
              <p:cNvSpPr/>
              <p:nvPr/>
            </p:nvSpPr>
            <p:spPr>
              <a:xfrm>
                <a:off x="6774751" y="1821465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9" name="Google Shape;2979;p23"/>
              <p:cNvSpPr/>
              <p:nvPr/>
            </p:nvSpPr>
            <p:spPr>
              <a:xfrm>
                <a:off x="6856571" y="1740598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6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0" name="Google Shape;2980;p23"/>
              <p:cNvSpPr/>
              <p:nvPr/>
            </p:nvSpPr>
            <p:spPr>
              <a:xfrm>
                <a:off x="6938391" y="1659540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1" name="Google Shape;2981;p23"/>
              <p:cNvSpPr/>
              <p:nvPr/>
            </p:nvSpPr>
            <p:spPr>
              <a:xfrm>
                <a:off x="7020210" y="1578482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2" name="Google Shape;2982;p23"/>
              <p:cNvSpPr/>
              <p:nvPr/>
            </p:nvSpPr>
            <p:spPr>
              <a:xfrm>
                <a:off x="7102030" y="1497424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3" name="Google Shape;2983;p23"/>
              <p:cNvSpPr/>
              <p:nvPr/>
            </p:nvSpPr>
            <p:spPr>
              <a:xfrm>
                <a:off x="7183945" y="1416557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4" name="Google Shape;2984;p23"/>
              <p:cNvSpPr/>
              <p:nvPr/>
            </p:nvSpPr>
            <p:spPr>
              <a:xfrm>
                <a:off x="7265669" y="1335499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5" name="Google Shape;2985;p23"/>
              <p:cNvSpPr/>
              <p:nvPr/>
            </p:nvSpPr>
            <p:spPr>
              <a:xfrm>
                <a:off x="7347489" y="1254441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6" name="Google Shape;2986;p23"/>
              <p:cNvSpPr/>
              <p:nvPr/>
            </p:nvSpPr>
            <p:spPr>
              <a:xfrm>
                <a:off x="7429309" y="1173384"/>
                <a:ext cx="5714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87" name="Google Shape;2987;p23"/>
            <p:cNvGrpSpPr/>
            <p:nvPr/>
          </p:nvGrpSpPr>
          <p:grpSpPr>
            <a:xfrm>
              <a:off x="3835812" y="1179289"/>
              <a:ext cx="3443001" cy="3443097"/>
              <a:chOff x="3835812" y="1179289"/>
              <a:chExt cx="3443001" cy="3443097"/>
            </a:xfrm>
          </p:grpSpPr>
          <p:sp>
            <p:nvSpPr>
              <p:cNvPr id="2988" name="Google Shape;2988;p23"/>
              <p:cNvSpPr/>
              <p:nvPr/>
            </p:nvSpPr>
            <p:spPr>
              <a:xfrm>
                <a:off x="3835812" y="4582000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9" name="Google Shape;2989;p23"/>
              <p:cNvSpPr/>
              <p:nvPr/>
            </p:nvSpPr>
            <p:spPr>
              <a:xfrm>
                <a:off x="3917632" y="4500943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0" name="Google Shape;2990;p23"/>
              <p:cNvSpPr/>
              <p:nvPr/>
            </p:nvSpPr>
            <p:spPr>
              <a:xfrm>
                <a:off x="3999452" y="442007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1" name="Google Shape;2991;p23"/>
              <p:cNvSpPr/>
              <p:nvPr/>
            </p:nvSpPr>
            <p:spPr>
              <a:xfrm>
                <a:off x="4081271" y="433901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2" name="Google Shape;2992;p23"/>
              <p:cNvSpPr/>
              <p:nvPr/>
            </p:nvSpPr>
            <p:spPr>
              <a:xfrm>
                <a:off x="4163091" y="4257864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3" name="Google Shape;2993;p23"/>
              <p:cNvSpPr/>
              <p:nvPr/>
            </p:nvSpPr>
            <p:spPr>
              <a:xfrm>
                <a:off x="4244911" y="417680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4" name="Google Shape;2994;p23"/>
              <p:cNvSpPr/>
              <p:nvPr/>
            </p:nvSpPr>
            <p:spPr>
              <a:xfrm>
                <a:off x="4326826" y="4095939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7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5" name="Google Shape;2995;p23"/>
              <p:cNvSpPr/>
              <p:nvPr/>
            </p:nvSpPr>
            <p:spPr>
              <a:xfrm>
                <a:off x="4408551" y="4014882"/>
                <a:ext cx="34671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1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1" y="0"/>
                      <a:pt x="34671" y="7810"/>
                      <a:pt x="34671" y="17335"/>
                    </a:cubicBezTo>
                    <a:cubicBezTo>
                      <a:pt x="34671" y="26860"/>
                      <a:pt x="26861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6" name="Google Shape;2996;p23"/>
              <p:cNvSpPr/>
              <p:nvPr/>
            </p:nvSpPr>
            <p:spPr>
              <a:xfrm>
                <a:off x="4490370" y="3933824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7" name="Google Shape;2997;p23"/>
              <p:cNvSpPr/>
              <p:nvPr/>
            </p:nvSpPr>
            <p:spPr>
              <a:xfrm>
                <a:off x="4572190" y="3852862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8" name="Google Shape;2998;p23"/>
              <p:cNvSpPr/>
              <p:nvPr/>
            </p:nvSpPr>
            <p:spPr>
              <a:xfrm>
                <a:off x="4654010" y="3771804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9" name="Google Shape;2999;p23"/>
              <p:cNvSpPr/>
              <p:nvPr/>
            </p:nvSpPr>
            <p:spPr>
              <a:xfrm>
                <a:off x="4735829" y="3690841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0" name="Google Shape;3000;p23"/>
              <p:cNvSpPr/>
              <p:nvPr/>
            </p:nvSpPr>
            <p:spPr>
              <a:xfrm>
                <a:off x="4817649" y="3609784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1" name="Google Shape;3001;p23"/>
              <p:cNvSpPr/>
              <p:nvPr/>
            </p:nvSpPr>
            <p:spPr>
              <a:xfrm>
                <a:off x="4899469" y="3528726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2" name="Google Shape;3002;p23"/>
              <p:cNvSpPr/>
              <p:nvPr/>
            </p:nvSpPr>
            <p:spPr>
              <a:xfrm>
                <a:off x="4981289" y="3447668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69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69"/>
                      <a:pt x="22669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3" name="Google Shape;3003;p23"/>
              <p:cNvSpPr/>
              <p:nvPr/>
            </p:nvSpPr>
            <p:spPr>
              <a:xfrm>
                <a:off x="5063204" y="3366801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4" name="Google Shape;3004;p23"/>
              <p:cNvSpPr/>
              <p:nvPr/>
            </p:nvSpPr>
            <p:spPr>
              <a:xfrm>
                <a:off x="5144928" y="3285743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5" name="Google Shape;3005;p23"/>
              <p:cNvSpPr/>
              <p:nvPr/>
            </p:nvSpPr>
            <p:spPr>
              <a:xfrm>
                <a:off x="5226748" y="3204685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6" name="Google Shape;3006;p23"/>
              <p:cNvSpPr/>
              <p:nvPr/>
            </p:nvSpPr>
            <p:spPr>
              <a:xfrm>
                <a:off x="5308568" y="3123628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7" name="Google Shape;3007;p23"/>
              <p:cNvSpPr/>
              <p:nvPr/>
            </p:nvSpPr>
            <p:spPr>
              <a:xfrm>
                <a:off x="5390483" y="3042760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8" name="Google Shape;3008;p23"/>
              <p:cNvSpPr/>
              <p:nvPr/>
            </p:nvSpPr>
            <p:spPr>
              <a:xfrm>
                <a:off x="5472303" y="296170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9" name="Google Shape;3009;p23"/>
              <p:cNvSpPr/>
              <p:nvPr/>
            </p:nvSpPr>
            <p:spPr>
              <a:xfrm>
                <a:off x="5554027" y="288064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0" name="Google Shape;3010;p23"/>
              <p:cNvSpPr/>
              <p:nvPr/>
            </p:nvSpPr>
            <p:spPr>
              <a:xfrm>
                <a:off x="5635847" y="279958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1" name="Google Shape;3011;p23"/>
              <p:cNvSpPr/>
              <p:nvPr/>
            </p:nvSpPr>
            <p:spPr>
              <a:xfrm>
                <a:off x="5717762" y="2718720"/>
                <a:ext cx="21717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9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9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2" name="Google Shape;3012;p23"/>
              <p:cNvSpPr/>
              <p:nvPr/>
            </p:nvSpPr>
            <p:spPr>
              <a:xfrm>
                <a:off x="5799582" y="263766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3" name="Google Shape;3013;p23"/>
              <p:cNvSpPr/>
              <p:nvPr/>
            </p:nvSpPr>
            <p:spPr>
              <a:xfrm>
                <a:off x="5881401" y="2556604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4" name="Google Shape;3014;p23"/>
              <p:cNvSpPr/>
              <p:nvPr/>
            </p:nvSpPr>
            <p:spPr>
              <a:xfrm>
                <a:off x="5963126" y="2475546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5" name="Google Shape;3015;p23"/>
              <p:cNvSpPr/>
              <p:nvPr/>
            </p:nvSpPr>
            <p:spPr>
              <a:xfrm>
                <a:off x="6045041" y="2394584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6" name="Google Shape;3016;p23"/>
              <p:cNvSpPr/>
              <p:nvPr/>
            </p:nvSpPr>
            <p:spPr>
              <a:xfrm>
                <a:off x="6126861" y="231362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0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7" name="Google Shape;3017;p23"/>
              <p:cNvSpPr/>
              <p:nvPr/>
            </p:nvSpPr>
            <p:spPr>
              <a:xfrm>
                <a:off x="6208680" y="223256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8" name="Google Shape;3018;p23"/>
              <p:cNvSpPr/>
              <p:nvPr/>
            </p:nvSpPr>
            <p:spPr>
              <a:xfrm>
                <a:off x="6290500" y="2151506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19" y="16193"/>
                      <a:pt x="0" y="12573"/>
                      <a:pt x="0" y="8096"/>
                    </a:cubicBezTo>
                    <a:cubicBezTo>
                      <a:pt x="0" y="3620"/>
                      <a:pt x="3619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9" name="Google Shape;3019;p23"/>
              <p:cNvSpPr/>
              <p:nvPr/>
            </p:nvSpPr>
            <p:spPr>
              <a:xfrm>
                <a:off x="6372225" y="2070448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0" name="Google Shape;3020;p23"/>
              <p:cNvSpPr/>
              <p:nvPr/>
            </p:nvSpPr>
            <p:spPr>
              <a:xfrm>
                <a:off x="6454140" y="1989581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1" name="Google Shape;3021;p23"/>
              <p:cNvSpPr/>
              <p:nvPr/>
            </p:nvSpPr>
            <p:spPr>
              <a:xfrm>
                <a:off x="6535959" y="1908428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2" name="Google Shape;3022;p23"/>
              <p:cNvSpPr/>
              <p:nvPr/>
            </p:nvSpPr>
            <p:spPr>
              <a:xfrm>
                <a:off x="6617779" y="1827370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3" name="Google Shape;3023;p23"/>
              <p:cNvSpPr/>
              <p:nvPr/>
            </p:nvSpPr>
            <p:spPr>
              <a:xfrm>
                <a:off x="6699599" y="1746313"/>
                <a:ext cx="12191" cy="12192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2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4" name="Google Shape;3024;p23"/>
              <p:cNvSpPr/>
              <p:nvPr/>
            </p:nvSpPr>
            <p:spPr>
              <a:xfrm>
                <a:off x="6781418" y="1665445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5" name="Google Shape;3025;p23"/>
              <p:cNvSpPr/>
              <p:nvPr/>
            </p:nvSpPr>
            <p:spPr>
              <a:xfrm>
                <a:off x="6863238" y="1584388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6" name="Google Shape;3026;p23"/>
              <p:cNvSpPr/>
              <p:nvPr/>
            </p:nvSpPr>
            <p:spPr>
              <a:xfrm>
                <a:off x="6945058" y="1503330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7" name="Google Shape;3027;p23"/>
              <p:cNvSpPr/>
              <p:nvPr/>
            </p:nvSpPr>
            <p:spPr>
              <a:xfrm>
                <a:off x="7026878" y="1422272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8" name="Google Shape;3028;p23"/>
              <p:cNvSpPr/>
              <p:nvPr/>
            </p:nvSpPr>
            <p:spPr>
              <a:xfrm>
                <a:off x="7108793" y="1341405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9" name="Google Shape;3029;p23"/>
              <p:cNvSpPr/>
              <p:nvPr/>
            </p:nvSpPr>
            <p:spPr>
              <a:xfrm>
                <a:off x="7190517" y="1260347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0" name="Google Shape;3030;p23"/>
              <p:cNvSpPr/>
              <p:nvPr/>
            </p:nvSpPr>
            <p:spPr>
              <a:xfrm>
                <a:off x="7272337" y="1179289"/>
                <a:ext cx="6476" cy="6476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6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31" name="Google Shape;3031;p23"/>
            <p:cNvGrpSpPr/>
            <p:nvPr/>
          </p:nvGrpSpPr>
          <p:grpSpPr>
            <a:xfrm>
              <a:off x="3842480" y="1185195"/>
              <a:ext cx="3280124" cy="3280218"/>
              <a:chOff x="3842480" y="1185195"/>
              <a:chExt cx="3280124" cy="3280218"/>
            </a:xfrm>
          </p:grpSpPr>
          <p:sp>
            <p:nvSpPr>
              <p:cNvPr id="3032" name="Google Shape;3032;p23"/>
              <p:cNvSpPr/>
              <p:nvPr/>
            </p:nvSpPr>
            <p:spPr>
              <a:xfrm>
                <a:off x="3842480" y="4425790"/>
                <a:ext cx="39624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3" extrusionOk="0">
                    <a:moveTo>
                      <a:pt x="39624" y="19812"/>
                    </a:moveTo>
                    <a:cubicBezTo>
                      <a:pt x="39624" y="30754"/>
                      <a:pt x="30754" y="39624"/>
                      <a:pt x="19812" y="39624"/>
                    </a:cubicBezTo>
                    <a:cubicBezTo>
                      <a:pt x="8870" y="39624"/>
                      <a:pt x="0" y="30754"/>
                      <a:pt x="0" y="19812"/>
                    </a:cubicBezTo>
                    <a:cubicBezTo>
                      <a:pt x="0" y="8870"/>
                      <a:pt x="8870" y="0"/>
                      <a:pt x="19812" y="0"/>
                    </a:cubicBezTo>
                    <a:cubicBezTo>
                      <a:pt x="30754" y="0"/>
                      <a:pt x="39624" y="8870"/>
                      <a:pt x="39624" y="198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3" name="Google Shape;3033;p23"/>
              <p:cNvSpPr/>
              <p:nvPr/>
            </p:nvSpPr>
            <p:spPr>
              <a:xfrm>
                <a:off x="3924300" y="4344923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4" name="Google Shape;3034;p23"/>
              <p:cNvSpPr/>
              <p:nvPr/>
            </p:nvSpPr>
            <p:spPr>
              <a:xfrm>
                <a:off x="4006119" y="4263865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5" name="Google Shape;3035;p23"/>
              <p:cNvSpPr/>
              <p:nvPr/>
            </p:nvSpPr>
            <p:spPr>
              <a:xfrm>
                <a:off x="4087939" y="418280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6" name="Google Shape;3036;p23"/>
              <p:cNvSpPr/>
              <p:nvPr/>
            </p:nvSpPr>
            <p:spPr>
              <a:xfrm>
                <a:off x="4169759" y="410175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7" name="Google Shape;3037;p23"/>
              <p:cNvSpPr/>
              <p:nvPr/>
            </p:nvSpPr>
            <p:spPr>
              <a:xfrm>
                <a:off x="4251674" y="4020787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8" name="Google Shape;3038;p23"/>
              <p:cNvSpPr/>
              <p:nvPr/>
            </p:nvSpPr>
            <p:spPr>
              <a:xfrm>
                <a:off x="4333398" y="3939729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9" name="Google Shape;3039;p23"/>
              <p:cNvSpPr/>
              <p:nvPr/>
            </p:nvSpPr>
            <p:spPr>
              <a:xfrm>
                <a:off x="4415218" y="3858672"/>
                <a:ext cx="33908" cy="33909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9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5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5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0" name="Google Shape;3040;p23"/>
              <p:cNvSpPr/>
              <p:nvPr/>
            </p:nvSpPr>
            <p:spPr>
              <a:xfrm>
                <a:off x="4497038" y="3777709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1" name="Google Shape;3041;p23"/>
              <p:cNvSpPr/>
              <p:nvPr/>
            </p:nvSpPr>
            <p:spPr>
              <a:xfrm rot="-5391406">
                <a:off x="4578878" y="3696629"/>
                <a:ext cx="32385" cy="32385"/>
              </a:xfrm>
              <a:custGeom>
                <a:avLst/>
                <a:gdLst/>
                <a:ahLst/>
                <a:cxnLst/>
                <a:rect l="l" t="t" r="r" b="b"/>
                <a:pathLst>
                  <a:path w="32385" h="32385" extrusionOk="0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49"/>
                      <a:pt x="32385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2" name="Google Shape;3042;p23"/>
              <p:cNvSpPr/>
              <p:nvPr/>
            </p:nvSpPr>
            <p:spPr>
              <a:xfrm>
                <a:off x="4660772" y="3615689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3" name="Google Shape;3043;p23"/>
              <p:cNvSpPr/>
              <p:nvPr/>
            </p:nvSpPr>
            <p:spPr>
              <a:xfrm>
                <a:off x="4742497" y="3534631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4" name="Google Shape;3044;p23"/>
              <p:cNvSpPr/>
              <p:nvPr/>
            </p:nvSpPr>
            <p:spPr>
              <a:xfrm>
                <a:off x="4824317" y="3453574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5" name="Google Shape;3045;p23"/>
              <p:cNvSpPr/>
              <p:nvPr/>
            </p:nvSpPr>
            <p:spPr>
              <a:xfrm>
                <a:off x="4906137" y="337261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6" name="Google Shape;3046;p23"/>
              <p:cNvSpPr/>
              <p:nvPr/>
            </p:nvSpPr>
            <p:spPr>
              <a:xfrm>
                <a:off x="4988052" y="3291649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8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7" name="Google Shape;3047;p23"/>
              <p:cNvSpPr/>
              <p:nvPr/>
            </p:nvSpPr>
            <p:spPr>
              <a:xfrm>
                <a:off x="5069871" y="3210591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8" name="Google Shape;3048;p23"/>
              <p:cNvSpPr/>
              <p:nvPr/>
            </p:nvSpPr>
            <p:spPr>
              <a:xfrm>
                <a:off x="5151596" y="3129533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9" name="Google Shape;3049;p23"/>
              <p:cNvSpPr/>
              <p:nvPr/>
            </p:nvSpPr>
            <p:spPr>
              <a:xfrm>
                <a:off x="5233416" y="3048475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0" name="Google Shape;3050;p23"/>
              <p:cNvSpPr/>
              <p:nvPr/>
            </p:nvSpPr>
            <p:spPr>
              <a:xfrm>
                <a:off x="5315330" y="2967608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1" name="Google Shape;3051;p23"/>
              <p:cNvSpPr/>
              <p:nvPr/>
            </p:nvSpPr>
            <p:spPr>
              <a:xfrm>
                <a:off x="5397150" y="2886550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2" name="Google Shape;3052;p23"/>
              <p:cNvSpPr/>
              <p:nvPr/>
            </p:nvSpPr>
            <p:spPr>
              <a:xfrm>
                <a:off x="5478970" y="280549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3" name="Google Shape;3053;p23"/>
              <p:cNvSpPr/>
              <p:nvPr/>
            </p:nvSpPr>
            <p:spPr>
              <a:xfrm>
                <a:off x="5560695" y="2724435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22669" y="11335"/>
                    </a:moveTo>
                    <a:cubicBezTo>
                      <a:pt x="22669" y="17595"/>
                      <a:pt x="17595" y="22670"/>
                      <a:pt x="11335" y="22670"/>
                    </a:cubicBezTo>
                    <a:cubicBezTo>
                      <a:pt x="5075" y="22670"/>
                      <a:pt x="0" y="17595"/>
                      <a:pt x="0" y="11335"/>
                    </a:cubicBezTo>
                    <a:cubicBezTo>
                      <a:pt x="0" y="5075"/>
                      <a:pt x="5075" y="0"/>
                      <a:pt x="11335" y="0"/>
                    </a:cubicBezTo>
                    <a:cubicBezTo>
                      <a:pt x="17595" y="0"/>
                      <a:pt x="22669" y="5075"/>
                      <a:pt x="22669" y="11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4" name="Google Shape;3054;p23"/>
              <p:cNvSpPr/>
              <p:nvPr/>
            </p:nvSpPr>
            <p:spPr>
              <a:xfrm>
                <a:off x="5642609" y="2643567"/>
                <a:ext cx="21716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5" name="Google Shape;3055;p23"/>
              <p:cNvSpPr/>
              <p:nvPr/>
            </p:nvSpPr>
            <p:spPr>
              <a:xfrm>
                <a:off x="5724429" y="256251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20955" y="10478"/>
                    </a:moveTo>
                    <a:cubicBezTo>
                      <a:pt x="20955" y="16264"/>
                      <a:pt x="16264" y="20955"/>
                      <a:pt x="10477" y="20955"/>
                    </a:cubicBezTo>
                    <a:cubicBezTo>
                      <a:pt x="4691" y="20955"/>
                      <a:pt x="0" y="16264"/>
                      <a:pt x="0" y="10478"/>
                    </a:cubicBezTo>
                    <a:cubicBezTo>
                      <a:pt x="0" y="4691"/>
                      <a:pt x="4691" y="0"/>
                      <a:pt x="10477" y="0"/>
                    </a:cubicBezTo>
                    <a:cubicBezTo>
                      <a:pt x="16264" y="0"/>
                      <a:pt x="20955" y="4691"/>
                      <a:pt x="20955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6" name="Google Shape;3056;p23"/>
              <p:cNvSpPr/>
              <p:nvPr/>
            </p:nvSpPr>
            <p:spPr>
              <a:xfrm>
                <a:off x="5806249" y="2481452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7" name="Google Shape;3057;p23"/>
              <p:cNvSpPr/>
              <p:nvPr/>
            </p:nvSpPr>
            <p:spPr>
              <a:xfrm>
                <a:off x="5888069" y="2400394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50"/>
                      <a:pt x="0" y="9716"/>
                    </a:cubicBezTo>
                    <a:cubicBezTo>
                      <a:pt x="0" y="4382"/>
                      <a:pt x="4382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8" name="Google Shape;3058;p23"/>
              <p:cNvSpPr/>
              <p:nvPr/>
            </p:nvSpPr>
            <p:spPr>
              <a:xfrm>
                <a:off x="5969888" y="2319527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9" name="Google Shape;3059;p23"/>
              <p:cNvSpPr/>
              <p:nvPr/>
            </p:nvSpPr>
            <p:spPr>
              <a:xfrm>
                <a:off x="6051708" y="223846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7"/>
                      <a:pt x="8858" y="17717"/>
                    </a:cubicBezTo>
                    <a:cubicBezTo>
                      <a:pt x="3966" y="17717"/>
                      <a:pt x="0" y="13751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0" name="Google Shape;3060;p23"/>
              <p:cNvSpPr/>
              <p:nvPr/>
            </p:nvSpPr>
            <p:spPr>
              <a:xfrm>
                <a:off x="6133528" y="215741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1" name="Google Shape;3061;p23"/>
              <p:cNvSpPr/>
              <p:nvPr/>
            </p:nvSpPr>
            <p:spPr>
              <a:xfrm>
                <a:off x="6215348" y="207635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2" name="Google Shape;3062;p23"/>
              <p:cNvSpPr/>
              <p:nvPr/>
            </p:nvSpPr>
            <p:spPr>
              <a:xfrm>
                <a:off x="6297167" y="1995296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1"/>
                      <a:pt x="12002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3" name="Google Shape;3063;p23"/>
              <p:cNvSpPr/>
              <p:nvPr/>
            </p:nvSpPr>
            <p:spPr>
              <a:xfrm>
                <a:off x="6378987" y="1914334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4" name="Google Shape;3064;p23"/>
              <p:cNvSpPr/>
              <p:nvPr/>
            </p:nvSpPr>
            <p:spPr>
              <a:xfrm>
                <a:off x="6460807" y="1833371"/>
                <a:ext cx="13716" cy="13715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5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5" name="Google Shape;3065;p23"/>
              <p:cNvSpPr/>
              <p:nvPr/>
            </p:nvSpPr>
            <p:spPr>
              <a:xfrm>
                <a:off x="6542627" y="1752313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6" name="Google Shape;3066;p23"/>
              <p:cNvSpPr/>
              <p:nvPr/>
            </p:nvSpPr>
            <p:spPr>
              <a:xfrm>
                <a:off x="6624447" y="1671160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7" name="Google Shape;3067;p23"/>
              <p:cNvSpPr/>
              <p:nvPr/>
            </p:nvSpPr>
            <p:spPr>
              <a:xfrm>
                <a:off x="6706361" y="1590293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8" name="Google Shape;3068;p23"/>
              <p:cNvSpPr/>
              <p:nvPr/>
            </p:nvSpPr>
            <p:spPr>
              <a:xfrm>
                <a:off x="6788086" y="1509235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9" name="Google Shape;3069;p23"/>
              <p:cNvSpPr/>
              <p:nvPr/>
            </p:nvSpPr>
            <p:spPr>
              <a:xfrm>
                <a:off x="6869906" y="1428178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5"/>
                    </a:moveTo>
                    <a:cubicBezTo>
                      <a:pt x="2191" y="9715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5"/>
                      <a:pt x="4858" y="9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0" name="Google Shape;3070;p23"/>
              <p:cNvSpPr/>
              <p:nvPr/>
            </p:nvSpPr>
            <p:spPr>
              <a:xfrm>
                <a:off x="6951725" y="1347120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1" name="Google Shape;3071;p23"/>
              <p:cNvSpPr/>
              <p:nvPr/>
            </p:nvSpPr>
            <p:spPr>
              <a:xfrm>
                <a:off x="7033641" y="126625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2" name="Google Shape;3072;p23"/>
              <p:cNvSpPr/>
              <p:nvPr/>
            </p:nvSpPr>
            <p:spPr>
              <a:xfrm>
                <a:off x="7115365" y="1185195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73" name="Google Shape;3073;p23"/>
            <p:cNvGrpSpPr/>
            <p:nvPr/>
          </p:nvGrpSpPr>
          <p:grpSpPr>
            <a:xfrm>
              <a:off x="3849147" y="1191100"/>
              <a:ext cx="3117342" cy="3117342"/>
              <a:chOff x="3849147" y="1191100"/>
              <a:chExt cx="3117342" cy="3117342"/>
            </a:xfrm>
          </p:grpSpPr>
          <p:sp>
            <p:nvSpPr>
              <p:cNvPr id="3074" name="Google Shape;3074;p23"/>
              <p:cNvSpPr/>
              <p:nvPr/>
            </p:nvSpPr>
            <p:spPr>
              <a:xfrm>
                <a:off x="3849147" y="426977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5" name="Google Shape;3075;p23"/>
              <p:cNvSpPr/>
              <p:nvPr/>
            </p:nvSpPr>
            <p:spPr>
              <a:xfrm>
                <a:off x="3930967" y="4188713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6" name="Google Shape;3076;p23"/>
              <p:cNvSpPr/>
              <p:nvPr/>
            </p:nvSpPr>
            <p:spPr>
              <a:xfrm>
                <a:off x="4012787" y="4107655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37148" y="18574"/>
                    </a:moveTo>
                    <a:cubicBezTo>
                      <a:pt x="37148" y="28832"/>
                      <a:pt x="28832" y="37148"/>
                      <a:pt x="18574" y="37148"/>
                    </a:cubicBezTo>
                    <a:cubicBezTo>
                      <a:pt x="8316" y="37148"/>
                      <a:pt x="0" y="28832"/>
                      <a:pt x="0" y="18574"/>
                    </a:cubicBezTo>
                    <a:cubicBezTo>
                      <a:pt x="0" y="8316"/>
                      <a:pt x="8316" y="0"/>
                      <a:pt x="18574" y="0"/>
                    </a:cubicBezTo>
                    <a:cubicBezTo>
                      <a:pt x="28832" y="0"/>
                      <a:pt x="37148" y="8316"/>
                      <a:pt x="37148" y="18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7" name="Google Shape;3077;p23"/>
              <p:cNvSpPr/>
              <p:nvPr/>
            </p:nvSpPr>
            <p:spPr>
              <a:xfrm>
                <a:off x="4094606" y="402659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8" name="Google Shape;3078;p23"/>
              <p:cNvSpPr/>
              <p:nvPr/>
            </p:nvSpPr>
            <p:spPr>
              <a:xfrm>
                <a:off x="4176521" y="3945730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9" name="Google Shape;3079;p23"/>
              <p:cNvSpPr/>
              <p:nvPr/>
            </p:nvSpPr>
            <p:spPr>
              <a:xfrm>
                <a:off x="4258246" y="3864672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0" name="Google Shape;3080;p23"/>
              <p:cNvSpPr/>
              <p:nvPr/>
            </p:nvSpPr>
            <p:spPr>
              <a:xfrm>
                <a:off x="4340066" y="3783615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1" name="Google Shape;3081;p23"/>
              <p:cNvSpPr/>
              <p:nvPr/>
            </p:nvSpPr>
            <p:spPr>
              <a:xfrm>
                <a:off x="4421886" y="3702557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2" name="Google Shape;3082;p23"/>
              <p:cNvSpPr/>
              <p:nvPr/>
            </p:nvSpPr>
            <p:spPr>
              <a:xfrm>
                <a:off x="4503800" y="3621499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097"/>
                    </a:cubicBezTo>
                    <a:cubicBezTo>
                      <a:pt x="32195" y="24955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3" name="Google Shape;3083;p23"/>
              <p:cNvSpPr/>
              <p:nvPr/>
            </p:nvSpPr>
            <p:spPr>
              <a:xfrm>
                <a:off x="4585620" y="354053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4" name="Google Shape;3084;p23"/>
              <p:cNvSpPr/>
              <p:nvPr/>
            </p:nvSpPr>
            <p:spPr>
              <a:xfrm>
                <a:off x="4667345" y="345947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5" name="Google Shape;3085;p23"/>
              <p:cNvSpPr/>
              <p:nvPr/>
            </p:nvSpPr>
            <p:spPr>
              <a:xfrm>
                <a:off x="4749164" y="3378421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6" name="Google Shape;3086;p23"/>
              <p:cNvSpPr/>
              <p:nvPr/>
            </p:nvSpPr>
            <p:spPr>
              <a:xfrm>
                <a:off x="4830984" y="3297363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7"/>
                    </a:moveTo>
                    <a:cubicBezTo>
                      <a:pt x="6572" y="29147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70"/>
                      <a:pt x="22669" y="29147"/>
                      <a:pt x="14573" y="29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7" name="Google Shape;3087;p23"/>
              <p:cNvSpPr/>
              <p:nvPr/>
            </p:nvSpPr>
            <p:spPr>
              <a:xfrm>
                <a:off x="4912899" y="3216496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8" name="Google Shape;3088;p23"/>
              <p:cNvSpPr/>
              <p:nvPr/>
            </p:nvSpPr>
            <p:spPr>
              <a:xfrm>
                <a:off x="4994719" y="3135438"/>
                <a:ext cx="27432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9" name="Google Shape;3089;p23"/>
              <p:cNvSpPr/>
              <p:nvPr/>
            </p:nvSpPr>
            <p:spPr>
              <a:xfrm>
                <a:off x="5076444" y="3054381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0" name="Google Shape;3090;p23"/>
              <p:cNvSpPr/>
              <p:nvPr/>
            </p:nvSpPr>
            <p:spPr>
              <a:xfrm>
                <a:off x="5158263" y="297332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1" name="Google Shape;3091;p23"/>
              <p:cNvSpPr/>
              <p:nvPr/>
            </p:nvSpPr>
            <p:spPr>
              <a:xfrm>
                <a:off x="5240178" y="289245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2" name="Google Shape;3092;p23"/>
              <p:cNvSpPr/>
              <p:nvPr/>
            </p:nvSpPr>
            <p:spPr>
              <a:xfrm>
                <a:off x="5321998" y="2811398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3" name="Google Shape;3093;p23"/>
              <p:cNvSpPr/>
              <p:nvPr/>
            </p:nvSpPr>
            <p:spPr>
              <a:xfrm>
                <a:off x="5403818" y="2730340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4" name="Google Shape;3094;p23"/>
              <p:cNvSpPr/>
              <p:nvPr/>
            </p:nvSpPr>
            <p:spPr>
              <a:xfrm>
                <a:off x="5485542" y="2649282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69" y="5048"/>
                      <a:pt x="22669" y="11335"/>
                    </a:cubicBezTo>
                    <a:cubicBezTo>
                      <a:pt x="22669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5" name="Google Shape;3095;p23"/>
              <p:cNvSpPr/>
              <p:nvPr/>
            </p:nvSpPr>
            <p:spPr>
              <a:xfrm>
                <a:off x="5567457" y="2568415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21717" y="10858"/>
                    </a:moveTo>
                    <a:cubicBezTo>
                      <a:pt x="21717" y="16855"/>
                      <a:pt x="16855" y="21717"/>
                      <a:pt x="10858" y="21717"/>
                    </a:cubicBezTo>
                    <a:cubicBezTo>
                      <a:pt x="4861" y="21717"/>
                      <a:pt x="0" y="16855"/>
                      <a:pt x="0" y="10858"/>
                    </a:cubicBezTo>
                    <a:cubicBezTo>
                      <a:pt x="0" y="4861"/>
                      <a:pt x="4861" y="0"/>
                      <a:pt x="10858" y="0"/>
                    </a:cubicBezTo>
                    <a:cubicBezTo>
                      <a:pt x="16855" y="0"/>
                      <a:pt x="21717" y="4861"/>
                      <a:pt x="21717" y="10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6" name="Google Shape;3096;p23"/>
              <p:cNvSpPr/>
              <p:nvPr/>
            </p:nvSpPr>
            <p:spPr>
              <a:xfrm>
                <a:off x="5649277" y="2487357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7" name="Google Shape;3097;p23"/>
              <p:cNvSpPr/>
              <p:nvPr/>
            </p:nvSpPr>
            <p:spPr>
              <a:xfrm>
                <a:off x="5731097" y="240630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8" name="Google Shape;3098;p23"/>
              <p:cNvSpPr/>
              <p:nvPr/>
            </p:nvSpPr>
            <p:spPr>
              <a:xfrm>
                <a:off x="5812916" y="232524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9" name="Google Shape;3099;p23"/>
              <p:cNvSpPr/>
              <p:nvPr/>
            </p:nvSpPr>
            <p:spPr>
              <a:xfrm>
                <a:off x="5894736" y="224428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7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0" name="Google Shape;3100;p23"/>
              <p:cNvSpPr/>
              <p:nvPr/>
            </p:nvSpPr>
            <p:spPr>
              <a:xfrm>
                <a:off x="5976556" y="216331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1" name="Google Shape;3101;p23"/>
              <p:cNvSpPr/>
              <p:nvPr/>
            </p:nvSpPr>
            <p:spPr>
              <a:xfrm>
                <a:off x="6058376" y="2082259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4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2" name="Google Shape;3102;p23"/>
              <p:cNvSpPr/>
              <p:nvPr/>
            </p:nvSpPr>
            <p:spPr>
              <a:xfrm>
                <a:off x="6140195" y="2001201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3" name="Google Shape;3103;p23"/>
              <p:cNvSpPr/>
              <p:nvPr/>
            </p:nvSpPr>
            <p:spPr>
              <a:xfrm>
                <a:off x="6222015" y="1920144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1" y="7715"/>
                    </a:moveTo>
                    <a:cubicBezTo>
                      <a:pt x="15431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1" y="3454"/>
                      <a:pt x="15431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4" name="Google Shape;3104;p23"/>
              <p:cNvSpPr/>
              <p:nvPr/>
            </p:nvSpPr>
            <p:spPr>
              <a:xfrm>
                <a:off x="6303835" y="1839276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5" name="Google Shape;3105;p23"/>
              <p:cNvSpPr/>
              <p:nvPr/>
            </p:nvSpPr>
            <p:spPr>
              <a:xfrm>
                <a:off x="6385655" y="1758219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6" name="Google Shape;3106;p23"/>
              <p:cNvSpPr/>
              <p:nvPr/>
            </p:nvSpPr>
            <p:spPr>
              <a:xfrm>
                <a:off x="6467475" y="1677161"/>
                <a:ext cx="1295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7" name="Google Shape;3107;p23"/>
              <p:cNvSpPr/>
              <p:nvPr/>
            </p:nvSpPr>
            <p:spPr>
              <a:xfrm>
                <a:off x="6549294" y="1596103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8" name="Google Shape;3108;p23"/>
              <p:cNvSpPr/>
              <p:nvPr/>
            </p:nvSpPr>
            <p:spPr>
              <a:xfrm>
                <a:off x="6631209" y="151514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9" name="Google Shape;3109;p23"/>
              <p:cNvSpPr/>
              <p:nvPr/>
            </p:nvSpPr>
            <p:spPr>
              <a:xfrm>
                <a:off x="6712934" y="143408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0" name="Google Shape;3110;p23"/>
              <p:cNvSpPr/>
              <p:nvPr/>
            </p:nvSpPr>
            <p:spPr>
              <a:xfrm>
                <a:off x="6794754" y="135312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1" name="Google Shape;3111;p23"/>
              <p:cNvSpPr/>
              <p:nvPr/>
            </p:nvSpPr>
            <p:spPr>
              <a:xfrm>
                <a:off x="6876573" y="1271967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2" name="Google Shape;3112;p23"/>
              <p:cNvSpPr/>
              <p:nvPr/>
            </p:nvSpPr>
            <p:spPr>
              <a:xfrm>
                <a:off x="6958488" y="1191100"/>
                <a:ext cx="8001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0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113" name="Google Shape;3113;p23"/>
          <p:cNvSpPr/>
          <p:nvPr/>
        </p:nvSpPr>
        <p:spPr>
          <a:xfrm rot="2192">
            <a:off x="2278575" y="4573025"/>
            <a:ext cx="1411800" cy="1236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14" name="Google Shape;3114;p23"/>
          <p:cNvSpPr/>
          <p:nvPr/>
        </p:nvSpPr>
        <p:spPr>
          <a:xfrm>
            <a:off x="3918400" y="4522700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15" name="Google Shape;3115;p23"/>
          <p:cNvSpPr/>
          <p:nvPr/>
        </p:nvSpPr>
        <p:spPr>
          <a:xfrm>
            <a:off x="8264025" y="3977125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16" name="Google Shape;3116;p23"/>
          <p:cNvSpPr/>
          <p:nvPr/>
        </p:nvSpPr>
        <p:spPr>
          <a:xfrm rot="2700000">
            <a:off x="2116381" y="52294"/>
            <a:ext cx="1592834" cy="1592772"/>
          </a:xfrm>
          <a:custGeom>
            <a:avLst/>
            <a:gdLst/>
            <a:ahLst/>
            <a:cxnLst/>
            <a:rect l="l" t="t" r="r" b="b"/>
            <a:pathLst>
              <a:path w="2422159" h="2422064" extrusionOk="0">
                <a:moveTo>
                  <a:pt x="2306360" y="115800"/>
                </a:moveTo>
                <a:lnTo>
                  <a:pt x="2306360" y="115800"/>
                </a:lnTo>
                <a:cubicBezTo>
                  <a:pt x="2460760" y="270200"/>
                  <a:pt x="2460760" y="520422"/>
                  <a:pt x="2306360" y="674822"/>
                </a:cubicBezTo>
                <a:lnTo>
                  <a:pt x="674822" y="2306265"/>
                </a:lnTo>
                <a:cubicBezTo>
                  <a:pt x="520422" y="2460665"/>
                  <a:pt x="270200" y="2460665"/>
                  <a:pt x="115800" y="2306265"/>
                </a:cubicBezTo>
                <a:lnTo>
                  <a:pt x="115800" y="2306265"/>
                </a:lnTo>
                <a:cubicBezTo>
                  <a:pt x="-38600" y="2151864"/>
                  <a:pt x="-38600" y="1901642"/>
                  <a:pt x="115800" y="1747242"/>
                </a:cubicBezTo>
                <a:lnTo>
                  <a:pt x="1747338" y="115800"/>
                </a:lnTo>
                <a:cubicBezTo>
                  <a:pt x="1901738" y="-38600"/>
                  <a:pt x="2151960" y="-38600"/>
                  <a:pt x="2306360" y="11580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7F7F7F">
                  <a:alpha val="49803"/>
                </a:srgbClr>
              </a:gs>
              <a:gs pos="73000">
                <a:schemeClr val="lt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3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8" name="Google Shape;3118;p24"/>
          <p:cNvSpPr/>
          <p:nvPr/>
        </p:nvSpPr>
        <p:spPr>
          <a:xfrm rot="3160592">
            <a:off x="5635044" y="3157619"/>
            <a:ext cx="3055949" cy="3039664"/>
          </a:xfrm>
          <a:custGeom>
            <a:avLst/>
            <a:gdLst/>
            <a:ahLst/>
            <a:cxnLst/>
            <a:rect l="l" t="t" r="r" b="b"/>
            <a:pathLst>
              <a:path w="2199247" h="2187527" extrusionOk="0">
                <a:moveTo>
                  <a:pt x="27680" y="1108861"/>
                </a:moveTo>
                <a:lnTo>
                  <a:pt x="845687" y="51776"/>
                </a:lnTo>
                <a:cubicBezTo>
                  <a:pt x="891979" y="-8041"/>
                  <a:pt x="979895" y="-17375"/>
                  <a:pt x="1042188" y="30821"/>
                </a:cubicBezTo>
                <a:lnTo>
                  <a:pt x="2142611" y="883118"/>
                </a:lnTo>
                <a:cubicBezTo>
                  <a:pt x="2204810" y="931315"/>
                  <a:pt x="2217764" y="1018850"/>
                  <a:pt x="2171567" y="1078667"/>
                </a:cubicBezTo>
                <a:lnTo>
                  <a:pt x="1353560" y="2135751"/>
                </a:lnTo>
                <a:cubicBezTo>
                  <a:pt x="1307269" y="2195568"/>
                  <a:pt x="1219353" y="2204903"/>
                  <a:pt x="1157060" y="2156706"/>
                </a:cubicBezTo>
                <a:lnTo>
                  <a:pt x="56636" y="1304409"/>
                </a:lnTo>
                <a:cubicBezTo>
                  <a:pt x="-5562" y="1256213"/>
                  <a:pt x="-18516" y="1168678"/>
                  <a:pt x="27680" y="110886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9" name="Google Shape;3119;p24"/>
          <p:cNvSpPr/>
          <p:nvPr/>
        </p:nvSpPr>
        <p:spPr>
          <a:xfrm rot="5402371">
            <a:off x="8148475" y="1807621"/>
            <a:ext cx="870000" cy="1236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20" name="Google Shape;3120;p24"/>
          <p:cNvSpPr/>
          <p:nvPr/>
        </p:nvSpPr>
        <p:spPr>
          <a:xfrm>
            <a:off x="8470825" y="1002050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21" name="Google Shape;3121;p24"/>
          <p:cNvSpPr/>
          <p:nvPr/>
        </p:nvSpPr>
        <p:spPr>
          <a:xfrm rot="2700000" flipH="1">
            <a:off x="-64194" y="757694"/>
            <a:ext cx="1592834" cy="1592772"/>
          </a:xfrm>
          <a:custGeom>
            <a:avLst/>
            <a:gdLst/>
            <a:ahLst/>
            <a:cxnLst/>
            <a:rect l="l" t="t" r="r" b="b"/>
            <a:pathLst>
              <a:path w="2422159" h="2422064" extrusionOk="0">
                <a:moveTo>
                  <a:pt x="2306360" y="115800"/>
                </a:moveTo>
                <a:lnTo>
                  <a:pt x="2306360" y="115800"/>
                </a:lnTo>
                <a:cubicBezTo>
                  <a:pt x="2460760" y="270200"/>
                  <a:pt x="2460760" y="520422"/>
                  <a:pt x="2306360" y="674822"/>
                </a:cubicBezTo>
                <a:lnTo>
                  <a:pt x="674822" y="2306265"/>
                </a:lnTo>
                <a:cubicBezTo>
                  <a:pt x="520422" y="2460665"/>
                  <a:pt x="270200" y="2460665"/>
                  <a:pt x="115800" y="2306265"/>
                </a:cubicBezTo>
                <a:lnTo>
                  <a:pt x="115800" y="2306265"/>
                </a:lnTo>
                <a:cubicBezTo>
                  <a:pt x="-38600" y="2151864"/>
                  <a:pt x="-38600" y="1901642"/>
                  <a:pt x="115800" y="1747242"/>
                </a:cubicBezTo>
                <a:lnTo>
                  <a:pt x="1747338" y="115800"/>
                </a:lnTo>
                <a:cubicBezTo>
                  <a:pt x="1901738" y="-38600"/>
                  <a:pt x="2151960" y="-38600"/>
                  <a:pt x="2306360" y="11580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7F7F7F">
                  <a:alpha val="49803"/>
                </a:srgbClr>
              </a:gs>
              <a:gs pos="73000">
                <a:schemeClr val="lt1"/>
              </a:gs>
              <a:gs pos="100000">
                <a:schemeClr val="l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2" name="Google Shape;3122;p24"/>
          <p:cNvSpPr/>
          <p:nvPr/>
        </p:nvSpPr>
        <p:spPr>
          <a:xfrm rot="2700000">
            <a:off x="3532606" y="3530944"/>
            <a:ext cx="1592834" cy="1592772"/>
          </a:xfrm>
          <a:custGeom>
            <a:avLst/>
            <a:gdLst/>
            <a:ahLst/>
            <a:cxnLst/>
            <a:rect l="l" t="t" r="r" b="b"/>
            <a:pathLst>
              <a:path w="2422159" h="2422064" extrusionOk="0">
                <a:moveTo>
                  <a:pt x="2306360" y="115800"/>
                </a:moveTo>
                <a:lnTo>
                  <a:pt x="2306360" y="115800"/>
                </a:lnTo>
                <a:cubicBezTo>
                  <a:pt x="2460760" y="270200"/>
                  <a:pt x="2460760" y="520422"/>
                  <a:pt x="2306360" y="674822"/>
                </a:cubicBezTo>
                <a:lnTo>
                  <a:pt x="674822" y="2306265"/>
                </a:lnTo>
                <a:cubicBezTo>
                  <a:pt x="520422" y="2460665"/>
                  <a:pt x="270200" y="2460665"/>
                  <a:pt x="115800" y="2306265"/>
                </a:cubicBezTo>
                <a:lnTo>
                  <a:pt x="115800" y="2306265"/>
                </a:lnTo>
                <a:cubicBezTo>
                  <a:pt x="-38600" y="2151864"/>
                  <a:pt x="-38600" y="1901642"/>
                  <a:pt x="115800" y="1747242"/>
                </a:cubicBezTo>
                <a:lnTo>
                  <a:pt x="1747338" y="115800"/>
                </a:lnTo>
                <a:cubicBezTo>
                  <a:pt x="1901738" y="-38600"/>
                  <a:pt x="2151960" y="-38600"/>
                  <a:pt x="2306360" y="11580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7F7F7F">
                  <a:alpha val="49803"/>
                </a:srgbClr>
              </a:gs>
              <a:gs pos="73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3" name="Google Shape;3123;p24"/>
          <p:cNvSpPr/>
          <p:nvPr/>
        </p:nvSpPr>
        <p:spPr>
          <a:xfrm>
            <a:off x="2781750" y="4214975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24" name="Google Shape;3124;p24"/>
          <p:cNvSpPr/>
          <p:nvPr/>
        </p:nvSpPr>
        <p:spPr>
          <a:xfrm rot="2219">
            <a:off x="3399325" y="428400"/>
            <a:ext cx="1859400" cy="1236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8" r:id="rId9"/>
    <p:sldLayoutId id="2147483659" r:id="rId10"/>
    <p:sldLayoutId id="2147483665" r:id="rId11"/>
    <p:sldLayoutId id="2147483666" r:id="rId12"/>
    <p:sldLayoutId id="2147483667" r:id="rId13"/>
    <p:sldLayoutId id="2147483669" r:id="rId14"/>
    <p:sldLayoutId id="2147483670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5" name="Google Shape;3135;p28"/>
          <p:cNvSpPr txBox="1">
            <a:spLocks noGrp="1"/>
          </p:cNvSpPr>
          <p:nvPr>
            <p:ph type="ctrTitle"/>
          </p:nvPr>
        </p:nvSpPr>
        <p:spPr>
          <a:xfrm>
            <a:off x="364210" y="1308415"/>
            <a:ext cx="8415580" cy="7926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fr-FR" sz="3600" b="1" dirty="0">
                <a:solidFill>
                  <a:srgbClr val="FFFFFF"/>
                </a:solidFill>
              </a:rPr>
              <a:t>Value at Risk (</a:t>
            </a:r>
            <a:r>
              <a:rPr lang="fr-FR" sz="3600" b="1" dirty="0" err="1">
                <a:solidFill>
                  <a:srgbClr val="FFFFFF"/>
                </a:solidFill>
              </a:rPr>
              <a:t>VaR</a:t>
            </a:r>
            <a:r>
              <a:rPr lang="fr-FR" sz="3600" b="1" dirty="0">
                <a:solidFill>
                  <a:srgbClr val="FFFFFF"/>
                </a:solidFill>
              </a:rPr>
              <a:t>) </a:t>
            </a:r>
            <a:r>
              <a:rPr lang="fr-FR" sz="3600" b="1" dirty="0" err="1">
                <a:solidFill>
                  <a:srgbClr val="FFFFFF"/>
                </a:solidFill>
              </a:rPr>
              <a:t>Analysis</a:t>
            </a:r>
            <a:endParaRPr lang="fr-FR" sz="3600" b="1" dirty="0">
              <a:solidFill>
                <a:srgbClr val="FFFFFF"/>
              </a:solidFill>
            </a:endParaRPr>
          </a:p>
        </p:txBody>
      </p:sp>
      <p:sp>
        <p:nvSpPr>
          <p:cNvPr id="3136" name="Google Shape;3136;p28"/>
          <p:cNvSpPr txBox="1">
            <a:spLocks noGrp="1"/>
          </p:cNvSpPr>
          <p:nvPr>
            <p:ph type="subTitle" idx="1"/>
          </p:nvPr>
        </p:nvSpPr>
        <p:spPr>
          <a:xfrm>
            <a:off x="2168105" y="2340724"/>
            <a:ext cx="480779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chemeClr val="accent6"/>
                </a:solidFill>
                <a:latin typeface="Montserrat" panose="00000500000000000000" pitchFamily="2" charset="0"/>
              </a:rPr>
              <a:t>A Comparative Study: Historical, Parametric, and Monte Carlo Methods</a:t>
            </a:r>
          </a:p>
        </p:txBody>
      </p:sp>
      <p:sp>
        <p:nvSpPr>
          <p:cNvPr id="3137" name="Google Shape;3137;p28"/>
          <p:cNvSpPr/>
          <p:nvPr/>
        </p:nvSpPr>
        <p:spPr>
          <a:xfrm rot="2700000">
            <a:off x="2497970" y="-30585"/>
            <a:ext cx="1592834" cy="1592772"/>
          </a:xfrm>
          <a:custGeom>
            <a:avLst/>
            <a:gdLst/>
            <a:ahLst/>
            <a:cxnLst/>
            <a:rect l="l" t="t" r="r" b="b"/>
            <a:pathLst>
              <a:path w="2422159" h="2422064" extrusionOk="0">
                <a:moveTo>
                  <a:pt x="2306360" y="115800"/>
                </a:moveTo>
                <a:lnTo>
                  <a:pt x="2306360" y="115800"/>
                </a:lnTo>
                <a:cubicBezTo>
                  <a:pt x="2460760" y="270200"/>
                  <a:pt x="2460760" y="520422"/>
                  <a:pt x="2306360" y="674822"/>
                </a:cubicBezTo>
                <a:lnTo>
                  <a:pt x="674822" y="2306265"/>
                </a:lnTo>
                <a:cubicBezTo>
                  <a:pt x="520422" y="2460665"/>
                  <a:pt x="270200" y="2460665"/>
                  <a:pt x="115800" y="2306265"/>
                </a:cubicBezTo>
                <a:lnTo>
                  <a:pt x="115800" y="2306265"/>
                </a:lnTo>
                <a:cubicBezTo>
                  <a:pt x="-38600" y="2151864"/>
                  <a:pt x="-38600" y="1901642"/>
                  <a:pt x="115800" y="1747242"/>
                </a:cubicBezTo>
                <a:lnTo>
                  <a:pt x="1747338" y="115800"/>
                </a:lnTo>
                <a:cubicBezTo>
                  <a:pt x="1901738" y="-38600"/>
                  <a:pt x="2151960" y="-38600"/>
                  <a:pt x="2306360" y="11580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7F7F7F">
                  <a:alpha val="49803"/>
                </a:srgbClr>
              </a:gs>
              <a:gs pos="73000">
                <a:schemeClr val="lt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8" name="Google Shape;3138;p28"/>
          <p:cNvSpPr/>
          <p:nvPr/>
        </p:nvSpPr>
        <p:spPr>
          <a:xfrm>
            <a:off x="741897" y="956357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39" name="Google Shape;3139;p28"/>
          <p:cNvSpPr/>
          <p:nvPr/>
        </p:nvSpPr>
        <p:spPr>
          <a:xfrm rot="409828">
            <a:off x="169643" y="3626071"/>
            <a:ext cx="3051118" cy="3034859"/>
          </a:xfrm>
          <a:custGeom>
            <a:avLst/>
            <a:gdLst/>
            <a:ahLst/>
            <a:cxnLst/>
            <a:rect l="l" t="t" r="r" b="b"/>
            <a:pathLst>
              <a:path w="2199247" h="2187527" extrusionOk="0">
                <a:moveTo>
                  <a:pt x="27680" y="1108861"/>
                </a:moveTo>
                <a:lnTo>
                  <a:pt x="845687" y="51776"/>
                </a:lnTo>
                <a:cubicBezTo>
                  <a:pt x="891979" y="-8041"/>
                  <a:pt x="979895" y="-17375"/>
                  <a:pt x="1042188" y="30821"/>
                </a:cubicBezTo>
                <a:lnTo>
                  <a:pt x="2142611" y="883118"/>
                </a:lnTo>
                <a:cubicBezTo>
                  <a:pt x="2204810" y="931315"/>
                  <a:pt x="2217764" y="1018850"/>
                  <a:pt x="2171567" y="1078667"/>
                </a:cubicBezTo>
                <a:lnTo>
                  <a:pt x="1353560" y="2135751"/>
                </a:lnTo>
                <a:cubicBezTo>
                  <a:pt x="1307269" y="2195568"/>
                  <a:pt x="1219353" y="2204903"/>
                  <a:pt x="1157060" y="2156706"/>
                </a:cubicBezTo>
                <a:lnTo>
                  <a:pt x="56636" y="1304409"/>
                </a:lnTo>
                <a:cubicBezTo>
                  <a:pt x="-5562" y="1256213"/>
                  <a:pt x="-18516" y="1168678"/>
                  <a:pt x="27680" y="110886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0" name="Google Shape;3140;p28"/>
          <p:cNvSpPr/>
          <p:nvPr/>
        </p:nvSpPr>
        <p:spPr>
          <a:xfrm>
            <a:off x="4532264" y="703996"/>
            <a:ext cx="1650900" cy="1236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141" name="Google Shape;3141;p28"/>
          <p:cNvGrpSpPr/>
          <p:nvPr/>
        </p:nvGrpSpPr>
        <p:grpSpPr>
          <a:xfrm flipH="1">
            <a:off x="5901214" y="-1335072"/>
            <a:ext cx="4552378" cy="4582857"/>
            <a:chOff x="3819525" y="1138237"/>
            <a:chExt cx="4552378" cy="4582857"/>
          </a:xfrm>
        </p:grpSpPr>
        <p:grpSp>
          <p:nvGrpSpPr>
            <p:cNvPr id="3142" name="Google Shape;3142;p28"/>
            <p:cNvGrpSpPr/>
            <p:nvPr/>
          </p:nvGrpSpPr>
          <p:grpSpPr>
            <a:xfrm>
              <a:off x="3821144" y="1138237"/>
              <a:ext cx="4550759" cy="4582857"/>
              <a:chOff x="3821144" y="1138237"/>
              <a:chExt cx="4550759" cy="4582857"/>
            </a:xfrm>
          </p:grpSpPr>
          <p:sp>
            <p:nvSpPr>
              <p:cNvPr id="3143" name="Google Shape;3143;p28"/>
              <p:cNvSpPr/>
              <p:nvPr/>
            </p:nvSpPr>
            <p:spPr>
              <a:xfrm>
                <a:off x="3821144" y="5675089"/>
                <a:ext cx="23050" cy="46005"/>
              </a:xfrm>
              <a:custGeom>
                <a:avLst/>
                <a:gdLst/>
                <a:ahLst/>
                <a:cxnLst/>
                <a:rect l="l" t="t" r="r" b="b"/>
                <a:pathLst>
                  <a:path w="23050" h="46005" extrusionOk="0">
                    <a:moveTo>
                      <a:pt x="0" y="0"/>
                    </a:moveTo>
                    <a:cubicBezTo>
                      <a:pt x="12668" y="0"/>
                      <a:pt x="23051" y="10287"/>
                      <a:pt x="23051" y="22955"/>
                    </a:cubicBezTo>
                    <a:cubicBezTo>
                      <a:pt x="23051" y="35623"/>
                      <a:pt x="12764" y="46006"/>
                      <a:pt x="0" y="4600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4" name="Google Shape;3144;p28"/>
              <p:cNvSpPr/>
              <p:nvPr/>
            </p:nvSpPr>
            <p:spPr>
              <a:xfrm>
                <a:off x="3870960" y="5594127"/>
                <a:ext cx="45148" cy="45148"/>
              </a:xfrm>
              <a:custGeom>
                <a:avLst/>
                <a:gdLst/>
                <a:ahLst/>
                <a:cxnLst/>
                <a:rect l="l" t="t" r="r" b="b"/>
                <a:pathLst>
                  <a:path w="45148" h="45148" extrusionOk="0">
                    <a:moveTo>
                      <a:pt x="22574" y="45148"/>
                    </a:moveTo>
                    <a:cubicBezTo>
                      <a:pt x="10096" y="45148"/>
                      <a:pt x="0" y="35052"/>
                      <a:pt x="0" y="22574"/>
                    </a:cubicBezTo>
                    <a:cubicBezTo>
                      <a:pt x="0" y="10096"/>
                      <a:pt x="10096" y="0"/>
                      <a:pt x="22574" y="0"/>
                    </a:cubicBezTo>
                    <a:cubicBezTo>
                      <a:pt x="35052" y="0"/>
                      <a:pt x="45149" y="10096"/>
                      <a:pt x="45149" y="22574"/>
                    </a:cubicBezTo>
                    <a:cubicBezTo>
                      <a:pt x="45149" y="35052"/>
                      <a:pt x="35052" y="45148"/>
                      <a:pt x="22574" y="45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5" name="Google Shape;3145;p28"/>
              <p:cNvSpPr/>
              <p:nvPr/>
            </p:nvSpPr>
            <p:spPr>
              <a:xfrm>
                <a:off x="3952684" y="5513069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7"/>
                    </a:moveTo>
                    <a:cubicBezTo>
                      <a:pt x="9906" y="44387"/>
                      <a:pt x="0" y="34481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1"/>
                      <a:pt x="34481" y="44387"/>
                      <a:pt x="22193" y="443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6" name="Google Shape;3146;p28"/>
              <p:cNvSpPr/>
              <p:nvPr/>
            </p:nvSpPr>
            <p:spPr>
              <a:xfrm>
                <a:off x="4034504" y="5432011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811"/>
                      <a:pt x="43625" y="21812"/>
                    </a:cubicBezTo>
                    <a:cubicBezTo>
                      <a:pt x="43625" y="33814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7" name="Google Shape;3147;p28"/>
              <p:cNvSpPr/>
              <p:nvPr/>
            </p:nvSpPr>
            <p:spPr>
              <a:xfrm>
                <a:off x="4116323" y="5350953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8" name="Google Shape;3148;p28"/>
              <p:cNvSpPr/>
              <p:nvPr/>
            </p:nvSpPr>
            <p:spPr>
              <a:xfrm>
                <a:off x="4198238" y="5270086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9" name="Google Shape;3149;p28"/>
              <p:cNvSpPr/>
              <p:nvPr/>
            </p:nvSpPr>
            <p:spPr>
              <a:xfrm>
                <a:off x="4279963" y="5189028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0" name="Google Shape;3150;p28"/>
              <p:cNvSpPr/>
              <p:nvPr/>
            </p:nvSpPr>
            <p:spPr>
              <a:xfrm>
                <a:off x="4361783" y="5107971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1" name="Google Shape;3151;p28"/>
              <p:cNvSpPr/>
              <p:nvPr/>
            </p:nvSpPr>
            <p:spPr>
              <a:xfrm>
                <a:off x="4443602" y="5026913"/>
                <a:ext cx="39624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2" name="Google Shape;3152;p28"/>
              <p:cNvSpPr/>
              <p:nvPr/>
            </p:nvSpPr>
            <p:spPr>
              <a:xfrm>
                <a:off x="4525518" y="4946046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3" name="Google Shape;3153;p28"/>
              <p:cNvSpPr/>
              <p:nvPr/>
            </p:nvSpPr>
            <p:spPr>
              <a:xfrm>
                <a:off x="4607337" y="486498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4" name="Google Shape;3154;p28"/>
              <p:cNvSpPr/>
              <p:nvPr/>
            </p:nvSpPr>
            <p:spPr>
              <a:xfrm>
                <a:off x="4689062" y="4783930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5" name="Google Shape;3155;p28"/>
              <p:cNvSpPr/>
              <p:nvPr/>
            </p:nvSpPr>
            <p:spPr>
              <a:xfrm>
                <a:off x="4770881" y="4702872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6" name="Google Shape;3156;p28"/>
              <p:cNvSpPr/>
              <p:nvPr/>
            </p:nvSpPr>
            <p:spPr>
              <a:xfrm>
                <a:off x="4852797" y="4622005"/>
                <a:ext cx="35432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2" h="35433" extrusionOk="0">
                    <a:moveTo>
                      <a:pt x="17716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6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6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7" name="Google Shape;3157;p28"/>
              <p:cNvSpPr/>
              <p:nvPr/>
            </p:nvSpPr>
            <p:spPr>
              <a:xfrm>
                <a:off x="4934616" y="4540947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8" name="Google Shape;3158;p28"/>
              <p:cNvSpPr/>
              <p:nvPr/>
            </p:nvSpPr>
            <p:spPr>
              <a:xfrm>
                <a:off x="5016436" y="4459890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9" name="Google Shape;3159;p28"/>
              <p:cNvSpPr/>
              <p:nvPr/>
            </p:nvSpPr>
            <p:spPr>
              <a:xfrm>
                <a:off x="5098161" y="4378832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0" name="Google Shape;3160;p28"/>
              <p:cNvSpPr/>
              <p:nvPr/>
            </p:nvSpPr>
            <p:spPr>
              <a:xfrm>
                <a:off x="5180075" y="4297870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193"/>
                    </a:cubicBezTo>
                    <a:cubicBezTo>
                      <a:pt x="32195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1" name="Google Shape;3161;p28"/>
              <p:cNvSpPr/>
              <p:nvPr/>
            </p:nvSpPr>
            <p:spPr>
              <a:xfrm>
                <a:off x="5261895" y="421690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2" name="Google Shape;3162;p28"/>
              <p:cNvSpPr/>
              <p:nvPr/>
            </p:nvSpPr>
            <p:spPr>
              <a:xfrm>
                <a:off x="5343715" y="413584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3" name="Google Shape;3163;p28"/>
              <p:cNvSpPr/>
              <p:nvPr/>
            </p:nvSpPr>
            <p:spPr>
              <a:xfrm>
                <a:off x="5425535" y="4054792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4" name="Google Shape;3164;p28"/>
              <p:cNvSpPr/>
              <p:nvPr/>
            </p:nvSpPr>
            <p:spPr>
              <a:xfrm>
                <a:off x="5507259" y="3973734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5" name="Google Shape;3165;p28"/>
              <p:cNvSpPr/>
              <p:nvPr/>
            </p:nvSpPr>
            <p:spPr>
              <a:xfrm>
                <a:off x="5589174" y="3892867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6" name="Google Shape;3166;p28"/>
              <p:cNvSpPr/>
              <p:nvPr/>
            </p:nvSpPr>
            <p:spPr>
              <a:xfrm>
                <a:off x="5670994" y="3811809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7" name="Google Shape;3167;p28"/>
              <p:cNvSpPr/>
              <p:nvPr/>
            </p:nvSpPr>
            <p:spPr>
              <a:xfrm>
                <a:off x="5752814" y="3730751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8" name="Google Shape;3168;p28"/>
              <p:cNvSpPr/>
              <p:nvPr/>
            </p:nvSpPr>
            <p:spPr>
              <a:xfrm>
                <a:off x="5834633" y="364969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9" name="Google Shape;3169;p28"/>
              <p:cNvSpPr/>
              <p:nvPr/>
            </p:nvSpPr>
            <p:spPr>
              <a:xfrm>
                <a:off x="5916453" y="35688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0" name="Google Shape;3170;p28"/>
              <p:cNvSpPr/>
              <p:nvPr/>
            </p:nvSpPr>
            <p:spPr>
              <a:xfrm>
                <a:off x="5998273" y="348767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1" name="Google Shape;3171;p28"/>
              <p:cNvSpPr/>
              <p:nvPr/>
            </p:nvSpPr>
            <p:spPr>
              <a:xfrm>
                <a:off x="6080093" y="340661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2" name="Google Shape;3172;p28"/>
              <p:cNvSpPr/>
              <p:nvPr/>
            </p:nvSpPr>
            <p:spPr>
              <a:xfrm>
                <a:off x="6161912" y="332555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3" name="Google Shape;3173;p28"/>
              <p:cNvSpPr/>
              <p:nvPr/>
            </p:nvSpPr>
            <p:spPr>
              <a:xfrm>
                <a:off x="6243828" y="3244690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4" name="Google Shape;3174;p28"/>
              <p:cNvSpPr/>
              <p:nvPr/>
            </p:nvSpPr>
            <p:spPr>
              <a:xfrm>
                <a:off x="6325552" y="316363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8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8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8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5" name="Google Shape;3175;p28"/>
              <p:cNvSpPr/>
              <p:nvPr/>
            </p:nvSpPr>
            <p:spPr>
              <a:xfrm>
                <a:off x="6407372" y="3082575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6" name="Google Shape;3176;p28"/>
              <p:cNvSpPr/>
              <p:nvPr/>
            </p:nvSpPr>
            <p:spPr>
              <a:xfrm>
                <a:off x="6489191" y="3001517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7" name="Google Shape;3177;p28"/>
              <p:cNvSpPr/>
              <p:nvPr/>
            </p:nvSpPr>
            <p:spPr>
              <a:xfrm>
                <a:off x="6571107" y="292065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8" name="Google Shape;3178;p28"/>
              <p:cNvSpPr/>
              <p:nvPr/>
            </p:nvSpPr>
            <p:spPr>
              <a:xfrm>
                <a:off x="6652926" y="283959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9" name="Google Shape;3179;p28"/>
              <p:cNvSpPr/>
              <p:nvPr/>
            </p:nvSpPr>
            <p:spPr>
              <a:xfrm>
                <a:off x="6734651" y="275853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0" name="Google Shape;3180;p28"/>
              <p:cNvSpPr/>
              <p:nvPr/>
            </p:nvSpPr>
            <p:spPr>
              <a:xfrm>
                <a:off x="6816471" y="267747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1" name="Google Shape;3181;p28"/>
              <p:cNvSpPr/>
              <p:nvPr/>
            </p:nvSpPr>
            <p:spPr>
              <a:xfrm>
                <a:off x="6898385" y="2596419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2" name="Google Shape;3182;p28"/>
              <p:cNvSpPr/>
              <p:nvPr/>
            </p:nvSpPr>
            <p:spPr>
              <a:xfrm>
                <a:off x="6980205" y="2515552"/>
                <a:ext cx="14478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4477" extrusionOk="0">
                    <a:moveTo>
                      <a:pt x="7239" y="14478"/>
                    </a:moveTo>
                    <a:cubicBezTo>
                      <a:pt x="3239" y="14478"/>
                      <a:pt x="0" y="11239"/>
                      <a:pt x="0" y="7239"/>
                    </a:cubicBezTo>
                    <a:cubicBezTo>
                      <a:pt x="0" y="3238"/>
                      <a:pt x="3239" y="0"/>
                      <a:pt x="7239" y="0"/>
                    </a:cubicBezTo>
                    <a:cubicBezTo>
                      <a:pt x="11240" y="0"/>
                      <a:pt x="14478" y="3238"/>
                      <a:pt x="14478" y="7239"/>
                    </a:cubicBezTo>
                    <a:cubicBezTo>
                      <a:pt x="14478" y="11239"/>
                      <a:pt x="11240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3" name="Google Shape;3183;p28"/>
              <p:cNvSpPr/>
              <p:nvPr/>
            </p:nvSpPr>
            <p:spPr>
              <a:xfrm>
                <a:off x="7062025" y="2434494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4" name="Google Shape;3184;p28"/>
              <p:cNvSpPr/>
              <p:nvPr/>
            </p:nvSpPr>
            <p:spPr>
              <a:xfrm>
                <a:off x="7143750" y="2353436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5" name="Google Shape;3185;p28"/>
              <p:cNvSpPr/>
              <p:nvPr/>
            </p:nvSpPr>
            <p:spPr>
              <a:xfrm>
                <a:off x="7225569" y="2272378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6" name="Google Shape;3186;p28"/>
              <p:cNvSpPr/>
              <p:nvPr/>
            </p:nvSpPr>
            <p:spPr>
              <a:xfrm>
                <a:off x="7307484" y="219151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7" name="Google Shape;3187;p28"/>
              <p:cNvSpPr/>
              <p:nvPr/>
            </p:nvSpPr>
            <p:spPr>
              <a:xfrm>
                <a:off x="7389304" y="211045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8" name="Google Shape;3188;p28"/>
              <p:cNvSpPr/>
              <p:nvPr/>
            </p:nvSpPr>
            <p:spPr>
              <a:xfrm>
                <a:off x="7471124" y="2029395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6" y="2191"/>
                      <a:pt x="9716" y="4858"/>
                    </a:cubicBezTo>
                    <a:cubicBezTo>
                      <a:pt x="9716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9" name="Google Shape;3189;p28"/>
              <p:cNvSpPr/>
              <p:nvPr/>
            </p:nvSpPr>
            <p:spPr>
              <a:xfrm>
                <a:off x="7552848" y="1948338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0" name="Google Shape;3190;p28"/>
              <p:cNvSpPr/>
              <p:nvPr/>
            </p:nvSpPr>
            <p:spPr>
              <a:xfrm>
                <a:off x="7634763" y="1867470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1" name="Google Shape;3191;p28"/>
              <p:cNvSpPr/>
              <p:nvPr/>
            </p:nvSpPr>
            <p:spPr>
              <a:xfrm>
                <a:off x="7716583" y="1786413"/>
                <a:ext cx="7238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8" h="7238" extrusionOk="0">
                    <a:moveTo>
                      <a:pt x="3619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19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19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2" name="Google Shape;3192;p28"/>
              <p:cNvSpPr/>
              <p:nvPr/>
            </p:nvSpPr>
            <p:spPr>
              <a:xfrm>
                <a:off x="7798403" y="1705355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3" name="Google Shape;3193;p28"/>
              <p:cNvSpPr/>
              <p:nvPr/>
            </p:nvSpPr>
            <p:spPr>
              <a:xfrm>
                <a:off x="7880223" y="1624297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4" name="Google Shape;3194;p28"/>
              <p:cNvSpPr/>
              <p:nvPr/>
            </p:nvSpPr>
            <p:spPr>
              <a:xfrm>
                <a:off x="7962042" y="1543430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5" name="Google Shape;3195;p28"/>
              <p:cNvSpPr/>
              <p:nvPr/>
            </p:nvSpPr>
            <p:spPr>
              <a:xfrm>
                <a:off x="8043862" y="1462372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048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6" name="Google Shape;3196;p28"/>
              <p:cNvSpPr/>
              <p:nvPr/>
            </p:nvSpPr>
            <p:spPr>
              <a:xfrm>
                <a:off x="8125682" y="1381315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7" name="Google Shape;3197;p28"/>
              <p:cNvSpPr/>
              <p:nvPr/>
            </p:nvSpPr>
            <p:spPr>
              <a:xfrm>
                <a:off x="8207501" y="1300257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8" name="Google Shape;3198;p28"/>
              <p:cNvSpPr/>
              <p:nvPr/>
            </p:nvSpPr>
            <p:spPr>
              <a:xfrm>
                <a:off x="8289416" y="1219390"/>
                <a:ext cx="1524" cy="152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1523" extrusionOk="0">
                    <a:moveTo>
                      <a:pt x="762" y="1524"/>
                    </a:moveTo>
                    <a:cubicBezTo>
                      <a:pt x="762" y="1524"/>
                      <a:pt x="0" y="1143"/>
                      <a:pt x="0" y="762"/>
                    </a:cubicBezTo>
                    <a:cubicBezTo>
                      <a:pt x="0" y="381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524"/>
                      <a:pt x="762" y="1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9" name="Google Shape;3199;p28"/>
              <p:cNvSpPr/>
              <p:nvPr/>
            </p:nvSpPr>
            <p:spPr>
              <a:xfrm>
                <a:off x="8371141" y="1138237"/>
                <a:ext cx="762" cy="76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761" extrusionOk="0">
                    <a:moveTo>
                      <a:pt x="381" y="762"/>
                    </a:moveTo>
                    <a:cubicBezTo>
                      <a:pt x="381" y="762"/>
                      <a:pt x="0" y="572"/>
                      <a:pt x="0" y="381"/>
                    </a:cubicBezTo>
                    <a:cubicBezTo>
                      <a:pt x="0" y="191"/>
                      <a:pt x="191" y="0"/>
                      <a:pt x="381" y="0"/>
                    </a:cubicBezTo>
                    <a:cubicBezTo>
                      <a:pt x="572" y="0"/>
                      <a:pt x="762" y="191"/>
                      <a:pt x="762" y="381"/>
                    </a:cubicBezTo>
                    <a:cubicBezTo>
                      <a:pt x="762" y="572"/>
                      <a:pt x="572" y="762"/>
                      <a:pt x="381" y="7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00" name="Google Shape;3200;p28"/>
            <p:cNvGrpSpPr/>
            <p:nvPr/>
          </p:nvGrpSpPr>
          <p:grpSpPr>
            <a:xfrm>
              <a:off x="3819525" y="1144142"/>
              <a:ext cx="4396262" cy="4419980"/>
              <a:chOff x="3819525" y="1144142"/>
              <a:chExt cx="4396262" cy="4419980"/>
            </a:xfrm>
          </p:grpSpPr>
          <p:sp>
            <p:nvSpPr>
              <p:cNvPr id="3201" name="Google Shape;3201;p28"/>
              <p:cNvSpPr/>
              <p:nvPr/>
            </p:nvSpPr>
            <p:spPr>
              <a:xfrm>
                <a:off x="3819525" y="5518879"/>
                <a:ext cx="22574" cy="45243"/>
              </a:xfrm>
              <a:custGeom>
                <a:avLst/>
                <a:gdLst/>
                <a:ahLst/>
                <a:cxnLst/>
                <a:rect l="l" t="t" r="r" b="b"/>
                <a:pathLst>
                  <a:path w="22574" h="45243" extrusionOk="0">
                    <a:moveTo>
                      <a:pt x="0" y="95"/>
                    </a:moveTo>
                    <a:cubicBezTo>
                      <a:pt x="12478" y="95"/>
                      <a:pt x="22574" y="10192"/>
                      <a:pt x="22574" y="22670"/>
                    </a:cubicBezTo>
                    <a:cubicBezTo>
                      <a:pt x="22574" y="35147"/>
                      <a:pt x="12478" y="45244"/>
                      <a:pt x="0" y="452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2" name="Google Shape;3202;p28"/>
              <p:cNvSpPr/>
              <p:nvPr/>
            </p:nvSpPr>
            <p:spPr>
              <a:xfrm>
                <a:off x="3877532" y="5438012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6"/>
                    </a:moveTo>
                    <a:cubicBezTo>
                      <a:pt x="9906" y="44386"/>
                      <a:pt x="0" y="34480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0"/>
                      <a:pt x="34481" y="44386"/>
                      <a:pt x="22193" y="44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3" name="Google Shape;3203;p28"/>
              <p:cNvSpPr/>
              <p:nvPr/>
            </p:nvSpPr>
            <p:spPr>
              <a:xfrm>
                <a:off x="3959352" y="5356859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5"/>
                    </a:moveTo>
                    <a:cubicBezTo>
                      <a:pt x="9811" y="43625"/>
                      <a:pt x="0" y="33909"/>
                      <a:pt x="0" y="21812"/>
                    </a:cubicBezTo>
                    <a:cubicBezTo>
                      <a:pt x="0" y="9716"/>
                      <a:pt x="9715" y="0"/>
                      <a:pt x="21812" y="0"/>
                    </a:cubicBezTo>
                    <a:cubicBezTo>
                      <a:pt x="33909" y="0"/>
                      <a:pt x="43625" y="9716"/>
                      <a:pt x="43625" y="21812"/>
                    </a:cubicBezTo>
                    <a:cubicBezTo>
                      <a:pt x="43625" y="33909"/>
                      <a:pt x="33909" y="43625"/>
                      <a:pt x="21812" y="436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4" name="Google Shape;3204;p28"/>
              <p:cNvSpPr/>
              <p:nvPr/>
            </p:nvSpPr>
            <p:spPr>
              <a:xfrm>
                <a:off x="4041171" y="5275801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620"/>
                      <a:pt x="42863" y="21431"/>
                    </a:cubicBezTo>
                    <a:cubicBezTo>
                      <a:pt x="42863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5" name="Google Shape;3205;p28"/>
              <p:cNvSpPr/>
              <p:nvPr/>
            </p:nvSpPr>
            <p:spPr>
              <a:xfrm>
                <a:off x="4123086" y="5194934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6" name="Google Shape;3206;p28"/>
              <p:cNvSpPr/>
              <p:nvPr/>
            </p:nvSpPr>
            <p:spPr>
              <a:xfrm>
                <a:off x="4204906" y="5113876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7" name="Google Shape;3207;p28"/>
              <p:cNvSpPr/>
              <p:nvPr/>
            </p:nvSpPr>
            <p:spPr>
              <a:xfrm>
                <a:off x="4286631" y="5032819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8" name="Google Shape;3208;p28"/>
              <p:cNvSpPr/>
              <p:nvPr/>
            </p:nvSpPr>
            <p:spPr>
              <a:xfrm>
                <a:off x="4368450" y="4951761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9" name="Google Shape;3209;p28"/>
              <p:cNvSpPr/>
              <p:nvPr/>
            </p:nvSpPr>
            <p:spPr>
              <a:xfrm>
                <a:off x="4450365" y="4870894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0" name="Google Shape;3210;p28"/>
              <p:cNvSpPr/>
              <p:nvPr/>
            </p:nvSpPr>
            <p:spPr>
              <a:xfrm>
                <a:off x="4532185" y="4789836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1" name="Google Shape;3211;p28"/>
              <p:cNvSpPr/>
              <p:nvPr/>
            </p:nvSpPr>
            <p:spPr>
              <a:xfrm>
                <a:off x="4614005" y="470877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2" name="Google Shape;3212;p28"/>
              <p:cNvSpPr/>
              <p:nvPr/>
            </p:nvSpPr>
            <p:spPr>
              <a:xfrm>
                <a:off x="4695729" y="462772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3" name="Google Shape;3213;p28"/>
              <p:cNvSpPr/>
              <p:nvPr/>
            </p:nvSpPr>
            <p:spPr>
              <a:xfrm>
                <a:off x="4777644" y="4546758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432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4" name="Google Shape;3214;p28"/>
              <p:cNvSpPr/>
              <p:nvPr/>
            </p:nvSpPr>
            <p:spPr>
              <a:xfrm>
                <a:off x="4859464" y="4465795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5" name="Google Shape;3215;p28"/>
              <p:cNvSpPr/>
              <p:nvPr/>
            </p:nvSpPr>
            <p:spPr>
              <a:xfrm>
                <a:off x="4941284" y="4384737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6" name="Google Shape;3216;p28"/>
              <p:cNvSpPr/>
              <p:nvPr/>
            </p:nvSpPr>
            <p:spPr>
              <a:xfrm>
                <a:off x="5023104" y="4303680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7" name="Google Shape;3217;p28"/>
              <p:cNvSpPr/>
              <p:nvPr/>
            </p:nvSpPr>
            <p:spPr>
              <a:xfrm>
                <a:off x="5104923" y="4222622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097" y="32385"/>
                    </a:moveTo>
                    <a:cubicBezTo>
                      <a:pt x="7144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097" y="0"/>
                    </a:cubicBezTo>
                    <a:cubicBezTo>
                      <a:pt x="2495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097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8" name="Google Shape;3218;p28"/>
              <p:cNvSpPr/>
              <p:nvPr/>
            </p:nvSpPr>
            <p:spPr>
              <a:xfrm>
                <a:off x="5186743" y="4141755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9" name="Google Shape;3219;p28"/>
              <p:cNvSpPr/>
              <p:nvPr/>
            </p:nvSpPr>
            <p:spPr>
              <a:xfrm>
                <a:off x="5268563" y="4060697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0" name="Google Shape;3220;p28"/>
              <p:cNvSpPr/>
              <p:nvPr/>
            </p:nvSpPr>
            <p:spPr>
              <a:xfrm>
                <a:off x="5350383" y="3979639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1" name="Google Shape;3221;p28"/>
              <p:cNvSpPr/>
              <p:nvPr/>
            </p:nvSpPr>
            <p:spPr>
              <a:xfrm>
                <a:off x="5432202" y="389858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2" name="Google Shape;3222;p28"/>
              <p:cNvSpPr/>
              <p:nvPr/>
            </p:nvSpPr>
            <p:spPr>
              <a:xfrm>
                <a:off x="5514022" y="3817714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3" name="Google Shape;3223;p28"/>
              <p:cNvSpPr/>
              <p:nvPr/>
            </p:nvSpPr>
            <p:spPr>
              <a:xfrm>
                <a:off x="5595842" y="3736657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27432" y="13716"/>
                    </a:moveTo>
                    <a:cubicBezTo>
                      <a:pt x="27432" y="21291"/>
                      <a:pt x="21291" y="27432"/>
                      <a:pt x="13716" y="27432"/>
                    </a:cubicBezTo>
                    <a:cubicBezTo>
                      <a:pt x="6141" y="27432"/>
                      <a:pt x="0" y="21291"/>
                      <a:pt x="0" y="13716"/>
                    </a:cubicBezTo>
                    <a:cubicBezTo>
                      <a:pt x="0" y="6141"/>
                      <a:pt x="6141" y="0"/>
                      <a:pt x="13716" y="0"/>
                    </a:cubicBezTo>
                    <a:cubicBezTo>
                      <a:pt x="21291" y="0"/>
                      <a:pt x="27432" y="6141"/>
                      <a:pt x="27432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4" name="Google Shape;3224;p28"/>
              <p:cNvSpPr/>
              <p:nvPr/>
            </p:nvSpPr>
            <p:spPr>
              <a:xfrm>
                <a:off x="5677662" y="3655599"/>
                <a:ext cx="26670" cy="26669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69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5" name="Google Shape;3225;p28"/>
              <p:cNvSpPr/>
              <p:nvPr/>
            </p:nvSpPr>
            <p:spPr>
              <a:xfrm>
                <a:off x="5759481" y="3574541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6" name="Google Shape;3226;p28"/>
              <p:cNvSpPr/>
              <p:nvPr/>
            </p:nvSpPr>
            <p:spPr>
              <a:xfrm>
                <a:off x="5841396" y="3493674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7" name="Google Shape;3227;p28"/>
              <p:cNvSpPr/>
              <p:nvPr/>
            </p:nvSpPr>
            <p:spPr>
              <a:xfrm>
                <a:off x="5923121" y="3412616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4"/>
                    </a:moveTo>
                    <a:cubicBezTo>
                      <a:pt x="5429" y="24194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4"/>
                      <a:pt x="12097" y="24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8" name="Google Shape;3228;p28"/>
              <p:cNvSpPr/>
              <p:nvPr/>
            </p:nvSpPr>
            <p:spPr>
              <a:xfrm>
                <a:off x="6004941" y="3331558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9" name="Google Shape;3229;p28"/>
              <p:cNvSpPr/>
              <p:nvPr/>
            </p:nvSpPr>
            <p:spPr>
              <a:xfrm>
                <a:off x="6086760" y="3250500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0" name="Google Shape;3230;p28"/>
              <p:cNvSpPr/>
              <p:nvPr/>
            </p:nvSpPr>
            <p:spPr>
              <a:xfrm>
                <a:off x="6168675" y="3169538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1" name="Google Shape;3231;p28"/>
              <p:cNvSpPr/>
              <p:nvPr/>
            </p:nvSpPr>
            <p:spPr>
              <a:xfrm>
                <a:off x="6250400" y="308848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2" name="Google Shape;3232;p28"/>
              <p:cNvSpPr/>
              <p:nvPr/>
            </p:nvSpPr>
            <p:spPr>
              <a:xfrm>
                <a:off x="6332219" y="3007423"/>
                <a:ext cx="20193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3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3" name="Google Shape;3233;p28"/>
              <p:cNvSpPr/>
              <p:nvPr/>
            </p:nvSpPr>
            <p:spPr>
              <a:xfrm>
                <a:off x="6414039" y="2926365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4" name="Google Shape;3234;p28"/>
              <p:cNvSpPr/>
              <p:nvPr/>
            </p:nvSpPr>
            <p:spPr>
              <a:xfrm>
                <a:off x="6495954" y="2845498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8" y="4137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5" name="Google Shape;3235;p28"/>
              <p:cNvSpPr/>
              <p:nvPr/>
            </p:nvSpPr>
            <p:spPr>
              <a:xfrm>
                <a:off x="6577774" y="2764440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0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0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6" name="Google Shape;3236;p28"/>
              <p:cNvSpPr/>
              <p:nvPr/>
            </p:nvSpPr>
            <p:spPr>
              <a:xfrm>
                <a:off x="6659499" y="268338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7" name="Google Shape;3237;p28"/>
              <p:cNvSpPr/>
              <p:nvPr/>
            </p:nvSpPr>
            <p:spPr>
              <a:xfrm>
                <a:off x="6741318" y="260232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8" name="Google Shape;3238;p28"/>
              <p:cNvSpPr/>
              <p:nvPr/>
            </p:nvSpPr>
            <p:spPr>
              <a:xfrm>
                <a:off x="6823138" y="2521362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620"/>
                    </a:cubicBezTo>
                    <a:cubicBezTo>
                      <a:pt x="0" y="333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620"/>
                    </a:cubicBezTo>
                    <a:cubicBezTo>
                      <a:pt x="15430" y="11811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9" name="Google Shape;3239;p28"/>
              <p:cNvSpPr/>
              <p:nvPr/>
            </p:nvSpPr>
            <p:spPr>
              <a:xfrm>
                <a:off x="6905053" y="2440399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0" name="Google Shape;3240;p28"/>
              <p:cNvSpPr/>
              <p:nvPr/>
            </p:nvSpPr>
            <p:spPr>
              <a:xfrm>
                <a:off x="6986873" y="2359341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1" name="Google Shape;3241;p28"/>
              <p:cNvSpPr/>
              <p:nvPr/>
            </p:nvSpPr>
            <p:spPr>
              <a:xfrm>
                <a:off x="7068597" y="2278284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7" y="0"/>
                      <a:pt x="12954" y="2857"/>
                      <a:pt x="12954" y="6477"/>
                    </a:cubicBezTo>
                    <a:cubicBezTo>
                      <a:pt x="12954" y="10096"/>
                      <a:pt x="10097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2" name="Google Shape;3242;p28"/>
              <p:cNvSpPr/>
              <p:nvPr/>
            </p:nvSpPr>
            <p:spPr>
              <a:xfrm>
                <a:off x="7150417" y="2197226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3" name="Google Shape;3243;p28"/>
              <p:cNvSpPr/>
              <p:nvPr/>
            </p:nvSpPr>
            <p:spPr>
              <a:xfrm>
                <a:off x="7232332" y="2116359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4" name="Google Shape;3244;p28"/>
              <p:cNvSpPr/>
              <p:nvPr/>
            </p:nvSpPr>
            <p:spPr>
              <a:xfrm>
                <a:off x="7314152" y="2035301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7" y="2381"/>
                      <a:pt x="10477" y="5239"/>
                    </a:cubicBezTo>
                    <a:cubicBezTo>
                      <a:pt x="10477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5" name="Google Shape;3245;p28"/>
              <p:cNvSpPr/>
              <p:nvPr/>
            </p:nvSpPr>
            <p:spPr>
              <a:xfrm>
                <a:off x="7395972" y="1954243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6" name="Google Shape;3246;p28"/>
              <p:cNvSpPr/>
              <p:nvPr/>
            </p:nvSpPr>
            <p:spPr>
              <a:xfrm>
                <a:off x="7477696" y="187318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7" name="Google Shape;3247;p28"/>
              <p:cNvSpPr/>
              <p:nvPr/>
            </p:nvSpPr>
            <p:spPr>
              <a:xfrm>
                <a:off x="7559611" y="1792318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8" name="Google Shape;3248;p28"/>
              <p:cNvSpPr/>
              <p:nvPr/>
            </p:nvSpPr>
            <p:spPr>
              <a:xfrm>
                <a:off x="7641431" y="1711260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9" name="Google Shape;3249;p28"/>
              <p:cNvSpPr/>
              <p:nvPr/>
            </p:nvSpPr>
            <p:spPr>
              <a:xfrm>
                <a:off x="7723250" y="1630203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0" name="Google Shape;3250;p28"/>
              <p:cNvSpPr/>
              <p:nvPr/>
            </p:nvSpPr>
            <p:spPr>
              <a:xfrm>
                <a:off x="7805070" y="1549145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1" name="Google Shape;3251;p28"/>
              <p:cNvSpPr/>
              <p:nvPr/>
            </p:nvSpPr>
            <p:spPr>
              <a:xfrm>
                <a:off x="7886890" y="1468278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2" name="Google Shape;3252;p28"/>
              <p:cNvSpPr/>
              <p:nvPr/>
            </p:nvSpPr>
            <p:spPr>
              <a:xfrm>
                <a:off x="7968710" y="1387220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4000" y="2000"/>
                    </a:moveTo>
                    <a:cubicBezTo>
                      <a:pt x="4000" y="3105"/>
                      <a:pt x="3105" y="4000"/>
                      <a:pt x="2000" y="4000"/>
                    </a:cubicBezTo>
                    <a:cubicBezTo>
                      <a:pt x="896" y="4000"/>
                      <a:pt x="0" y="3105"/>
                      <a:pt x="0" y="2000"/>
                    </a:cubicBezTo>
                    <a:cubicBezTo>
                      <a:pt x="0" y="896"/>
                      <a:pt x="896" y="0"/>
                      <a:pt x="2000" y="0"/>
                    </a:cubicBezTo>
                    <a:cubicBezTo>
                      <a:pt x="3105" y="0"/>
                      <a:pt x="4000" y="896"/>
                      <a:pt x="4000" y="20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3" name="Google Shape;3253;p28"/>
              <p:cNvSpPr/>
              <p:nvPr/>
            </p:nvSpPr>
            <p:spPr>
              <a:xfrm>
                <a:off x="8050530" y="1306162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7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4" name="Google Shape;3254;p28"/>
              <p:cNvSpPr/>
              <p:nvPr/>
            </p:nvSpPr>
            <p:spPr>
              <a:xfrm>
                <a:off x="8132349" y="1225104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2"/>
                      <a:pt x="571" y="0"/>
                      <a:pt x="1238" y="0"/>
                    </a:cubicBezTo>
                    <a:cubicBezTo>
                      <a:pt x="1905" y="0"/>
                      <a:pt x="2476" y="572"/>
                      <a:pt x="2476" y="1238"/>
                    </a:cubicBezTo>
                    <a:cubicBezTo>
                      <a:pt x="2476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5" name="Google Shape;3255;p28"/>
              <p:cNvSpPr/>
              <p:nvPr/>
            </p:nvSpPr>
            <p:spPr>
              <a:xfrm>
                <a:off x="8214264" y="1144142"/>
                <a:ext cx="1523" cy="1619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1619" extrusionOk="0">
                    <a:moveTo>
                      <a:pt x="762" y="1619"/>
                    </a:moveTo>
                    <a:cubicBezTo>
                      <a:pt x="762" y="1619"/>
                      <a:pt x="0" y="1238"/>
                      <a:pt x="0" y="762"/>
                    </a:cubicBezTo>
                    <a:cubicBezTo>
                      <a:pt x="0" y="286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619"/>
                      <a:pt x="762" y="16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56" name="Google Shape;3256;p28"/>
            <p:cNvGrpSpPr/>
            <p:nvPr/>
          </p:nvGrpSpPr>
          <p:grpSpPr>
            <a:xfrm>
              <a:off x="3821525" y="1149952"/>
              <a:ext cx="4238148" cy="4257198"/>
              <a:chOff x="3821525" y="1149952"/>
              <a:chExt cx="4238148" cy="4257198"/>
            </a:xfrm>
          </p:grpSpPr>
          <p:sp>
            <p:nvSpPr>
              <p:cNvPr id="3257" name="Google Shape;3257;p28"/>
              <p:cNvSpPr/>
              <p:nvPr/>
            </p:nvSpPr>
            <p:spPr>
              <a:xfrm>
                <a:off x="3821525" y="5362764"/>
                <a:ext cx="22193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22193" h="44386" extrusionOk="0">
                    <a:moveTo>
                      <a:pt x="0" y="0"/>
                    </a:moveTo>
                    <a:cubicBezTo>
                      <a:pt x="12287" y="0"/>
                      <a:pt x="22193" y="9906"/>
                      <a:pt x="22193" y="22193"/>
                    </a:cubicBezTo>
                    <a:cubicBezTo>
                      <a:pt x="22193" y="34481"/>
                      <a:pt x="12287" y="44387"/>
                      <a:pt x="0" y="4438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8" name="Google Shape;3258;p28"/>
              <p:cNvSpPr/>
              <p:nvPr/>
            </p:nvSpPr>
            <p:spPr>
              <a:xfrm>
                <a:off x="3884199" y="5281707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715"/>
                      <a:pt x="43625" y="21812"/>
                    </a:cubicBezTo>
                    <a:cubicBezTo>
                      <a:pt x="43625" y="33909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9" name="Google Shape;3259;p28"/>
              <p:cNvSpPr/>
              <p:nvPr/>
            </p:nvSpPr>
            <p:spPr>
              <a:xfrm>
                <a:off x="3966019" y="5200649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2" y="9620"/>
                      <a:pt x="42862" y="21431"/>
                    </a:cubicBezTo>
                    <a:cubicBezTo>
                      <a:pt x="42862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0" name="Google Shape;3260;p28"/>
              <p:cNvSpPr/>
              <p:nvPr/>
            </p:nvSpPr>
            <p:spPr>
              <a:xfrm>
                <a:off x="4047934" y="5119782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1" name="Google Shape;3261;p28"/>
              <p:cNvSpPr/>
              <p:nvPr/>
            </p:nvSpPr>
            <p:spPr>
              <a:xfrm>
                <a:off x="4129754" y="5038724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2" name="Google Shape;3262;p28"/>
              <p:cNvSpPr/>
              <p:nvPr/>
            </p:nvSpPr>
            <p:spPr>
              <a:xfrm>
                <a:off x="4211478" y="4957666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3" name="Google Shape;3263;p28"/>
              <p:cNvSpPr/>
              <p:nvPr/>
            </p:nvSpPr>
            <p:spPr>
              <a:xfrm>
                <a:off x="4293298" y="4876609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4" name="Google Shape;3264;p28"/>
              <p:cNvSpPr/>
              <p:nvPr/>
            </p:nvSpPr>
            <p:spPr>
              <a:xfrm>
                <a:off x="4375213" y="479574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5" name="Google Shape;3265;p28"/>
              <p:cNvSpPr/>
              <p:nvPr/>
            </p:nvSpPr>
            <p:spPr>
              <a:xfrm>
                <a:off x="4457033" y="4714684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6" name="Google Shape;3266;p28"/>
              <p:cNvSpPr/>
              <p:nvPr/>
            </p:nvSpPr>
            <p:spPr>
              <a:xfrm>
                <a:off x="4538852" y="4633626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7" name="Google Shape;3267;p28"/>
              <p:cNvSpPr/>
              <p:nvPr/>
            </p:nvSpPr>
            <p:spPr>
              <a:xfrm>
                <a:off x="4620577" y="4552568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8" name="Google Shape;3268;p28"/>
              <p:cNvSpPr/>
              <p:nvPr/>
            </p:nvSpPr>
            <p:spPr>
              <a:xfrm>
                <a:off x="4702492" y="4471701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9" name="Google Shape;3269;p28"/>
              <p:cNvSpPr/>
              <p:nvPr/>
            </p:nvSpPr>
            <p:spPr>
              <a:xfrm>
                <a:off x="4784312" y="4390643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0" name="Google Shape;3270;p28"/>
              <p:cNvSpPr/>
              <p:nvPr/>
            </p:nvSpPr>
            <p:spPr>
              <a:xfrm>
                <a:off x="4866131" y="4309585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1" name="Google Shape;3271;p28"/>
              <p:cNvSpPr/>
              <p:nvPr/>
            </p:nvSpPr>
            <p:spPr>
              <a:xfrm>
                <a:off x="4947951" y="4228528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2" name="Google Shape;3272;p28"/>
              <p:cNvSpPr/>
              <p:nvPr/>
            </p:nvSpPr>
            <p:spPr>
              <a:xfrm>
                <a:off x="5029771" y="4147565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5" y="7239"/>
                      <a:pt x="32195" y="16097"/>
                    </a:cubicBezTo>
                    <a:cubicBezTo>
                      <a:pt x="32195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3" name="Google Shape;3273;p28"/>
              <p:cNvSpPr/>
              <p:nvPr/>
            </p:nvSpPr>
            <p:spPr>
              <a:xfrm>
                <a:off x="5111591" y="4066603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4" name="Google Shape;3274;p28"/>
              <p:cNvSpPr/>
              <p:nvPr/>
            </p:nvSpPr>
            <p:spPr>
              <a:xfrm>
                <a:off x="5193411" y="3985545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5" name="Google Shape;3275;p28"/>
              <p:cNvSpPr/>
              <p:nvPr/>
            </p:nvSpPr>
            <p:spPr>
              <a:xfrm>
                <a:off x="5275230" y="3904487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6" name="Google Shape;3276;p28"/>
              <p:cNvSpPr/>
              <p:nvPr/>
            </p:nvSpPr>
            <p:spPr>
              <a:xfrm>
                <a:off x="5357050" y="3823429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7" name="Google Shape;3277;p28"/>
              <p:cNvSpPr/>
              <p:nvPr/>
            </p:nvSpPr>
            <p:spPr>
              <a:xfrm>
                <a:off x="5438870" y="3742562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8" name="Google Shape;3278;p28"/>
              <p:cNvSpPr/>
              <p:nvPr/>
            </p:nvSpPr>
            <p:spPr>
              <a:xfrm>
                <a:off x="5520690" y="3661504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096" y="0"/>
                      <a:pt x="13716" y="0"/>
                    </a:cubicBezTo>
                    <a:cubicBezTo>
                      <a:pt x="21336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9" name="Google Shape;3279;p28"/>
              <p:cNvSpPr/>
              <p:nvPr/>
            </p:nvSpPr>
            <p:spPr>
              <a:xfrm>
                <a:off x="5602509" y="3580446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0" name="Google Shape;3280;p28"/>
              <p:cNvSpPr/>
              <p:nvPr/>
            </p:nvSpPr>
            <p:spPr>
              <a:xfrm>
                <a:off x="5684329" y="3499389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1" name="Google Shape;3281;p28"/>
              <p:cNvSpPr/>
              <p:nvPr/>
            </p:nvSpPr>
            <p:spPr>
              <a:xfrm>
                <a:off x="5766244" y="34184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2" name="Google Shape;3282;p28"/>
              <p:cNvSpPr/>
              <p:nvPr/>
            </p:nvSpPr>
            <p:spPr>
              <a:xfrm>
                <a:off x="5847969" y="3337464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3" name="Google Shape;3283;p28"/>
              <p:cNvSpPr/>
              <p:nvPr/>
            </p:nvSpPr>
            <p:spPr>
              <a:xfrm>
                <a:off x="5929788" y="3256406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4" name="Google Shape;3284;p28"/>
              <p:cNvSpPr/>
              <p:nvPr/>
            </p:nvSpPr>
            <p:spPr>
              <a:xfrm>
                <a:off x="6011608" y="3175348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5" name="Google Shape;3285;p28"/>
              <p:cNvSpPr/>
              <p:nvPr/>
            </p:nvSpPr>
            <p:spPr>
              <a:xfrm>
                <a:off x="6093523" y="3094481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6" name="Google Shape;3286;p28"/>
              <p:cNvSpPr/>
              <p:nvPr/>
            </p:nvSpPr>
            <p:spPr>
              <a:xfrm>
                <a:off x="6175343" y="3013328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7" name="Google Shape;3287;p28"/>
              <p:cNvSpPr/>
              <p:nvPr/>
            </p:nvSpPr>
            <p:spPr>
              <a:xfrm>
                <a:off x="6257067" y="293227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8" name="Google Shape;3288;p28"/>
              <p:cNvSpPr/>
              <p:nvPr/>
            </p:nvSpPr>
            <p:spPr>
              <a:xfrm>
                <a:off x="6338887" y="285121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145"/>
                      <a:pt x="0" y="9716"/>
                    </a:cubicBezTo>
                    <a:cubicBezTo>
                      <a:pt x="0" y="4286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9" name="Google Shape;3289;p28"/>
              <p:cNvSpPr/>
              <p:nvPr/>
            </p:nvSpPr>
            <p:spPr>
              <a:xfrm>
                <a:off x="6420802" y="2770345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0" name="Google Shape;3290;p28"/>
              <p:cNvSpPr/>
              <p:nvPr/>
            </p:nvSpPr>
            <p:spPr>
              <a:xfrm>
                <a:off x="6502622" y="268928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1" name="Google Shape;3291;p28"/>
              <p:cNvSpPr/>
              <p:nvPr/>
            </p:nvSpPr>
            <p:spPr>
              <a:xfrm>
                <a:off x="6584441" y="2608230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2" name="Google Shape;3292;p28"/>
              <p:cNvSpPr/>
              <p:nvPr/>
            </p:nvSpPr>
            <p:spPr>
              <a:xfrm>
                <a:off x="6666166" y="2527172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3" name="Google Shape;3293;p28"/>
              <p:cNvSpPr/>
              <p:nvPr/>
            </p:nvSpPr>
            <p:spPr>
              <a:xfrm>
                <a:off x="6748081" y="2446114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0"/>
                    </a:moveTo>
                    <a:cubicBezTo>
                      <a:pt x="3429" y="15430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0"/>
                      <a:pt x="7620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4" name="Google Shape;3294;p28"/>
              <p:cNvSpPr/>
              <p:nvPr/>
            </p:nvSpPr>
            <p:spPr>
              <a:xfrm>
                <a:off x="6829901" y="2365247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5" name="Google Shape;3295;p28"/>
              <p:cNvSpPr/>
              <p:nvPr/>
            </p:nvSpPr>
            <p:spPr>
              <a:xfrm>
                <a:off x="6911721" y="2284189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6" name="Google Shape;3296;p28"/>
              <p:cNvSpPr/>
              <p:nvPr/>
            </p:nvSpPr>
            <p:spPr>
              <a:xfrm>
                <a:off x="6993540" y="220313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7" name="Google Shape;3297;p28"/>
              <p:cNvSpPr/>
              <p:nvPr/>
            </p:nvSpPr>
            <p:spPr>
              <a:xfrm>
                <a:off x="7075265" y="2122074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8" name="Google Shape;3298;p28"/>
              <p:cNvSpPr/>
              <p:nvPr/>
            </p:nvSpPr>
            <p:spPr>
              <a:xfrm>
                <a:off x="7157180" y="2041207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9" name="Google Shape;3299;p28"/>
              <p:cNvSpPr/>
              <p:nvPr/>
            </p:nvSpPr>
            <p:spPr>
              <a:xfrm>
                <a:off x="7239000" y="1960149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0" name="Google Shape;3300;p28"/>
              <p:cNvSpPr/>
              <p:nvPr/>
            </p:nvSpPr>
            <p:spPr>
              <a:xfrm>
                <a:off x="7320819" y="187909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1" name="Google Shape;3301;p28"/>
              <p:cNvSpPr/>
              <p:nvPr/>
            </p:nvSpPr>
            <p:spPr>
              <a:xfrm>
                <a:off x="7402639" y="1798033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2" name="Google Shape;3302;p28"/>
              <p:cNvSpPr/>
              <p:nvPr/>
            </p:nvSpPr>
            <p:spPr>
              <a:xfrm>
                <a:off x="7484459" y="1717166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3" name="Google Shape;3303;p28"/>
              <p:cNvSpPr/>
              <p:nvPr/>
            </p:nvSpPr>
            <p:spPr>
              <a:xfrm>
                <a:off x="7566278" y="1636108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4" name="Google Shape;3304;p28"/>
              <p:cNvSpPr/>
              <p:nvPr/>
            </p:nvSpPr>
            <p:spPr>
              <a:xfrm>
                <a:off x="7648098" y="1555050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5" name="Google Shape;3305;p28"/>
              <p:cNvSpPr/>
              <p:nvPr/>
            </p:nvSpPr>
            <p:spPr>
              <a:xfrm>
                <a:off x="7729918" y="1473993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6" name="Google Shape;3306;p28"/>
              <p:cNvSpPr/>
              <p:nvPr/>
            </p:nvSpPr>
            <p:spPr>
              <a:xfrm>
                <a:off x="7811833" y="1393126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7" name="Google Shape;3307;p28"/>
              <p:cNvSpPr/>
              <p:nvPr/>
            </p:nvSpPr>
            <p:spPr>
              <a:xfrm>
                <a:off x="7893558" y="1312068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8" name="Google Shape;3308;p28"/>
              <p:cNvSpPr/>
              <p:nvPr/>
            </p:nvSpPr>
            <p:spPr>
              <a:xfrm>
                <a:off x="7975377" y="1231010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9" name="Google Shape;3309;p28"/>
              <p:cNvSpPr/>
              <p:nvPr/>
            </p:nvSpPr>
            <p:spPr>
              <a:xfrm>
                <a:off x="8057197" y="1149952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10" name="Google Shape;3310;p28"/>
            <p:cNvGrpSpPr/>
            <p:nvPr/>
          </p:nvGrpSpPr>
          <p:grpSpPr>
            <a:xfrm>
              <a:off x="3825335" y="1155858"/>
              <a:ext cx="4078128" cy="4094320"/>
              <a:chOff x="3825335" y="1155858"/>
              <a:chExt cx="4078128" cy="4094320"/>
            </a:xfrm>
          </p:grpSpPr>
          <p:sp>
            <p:nvSpPr>
              <p:cNvPr id="3311" name="Google Shape;3311;p28"/>
              <p:cNvSpPr/>
              <p:nvPr/>
            </p:nvSpPr>
            <p:spPr>
              <a:xfrm>
                <a:off x="3825335" y="5206554"/>
                <a:ext cx="21812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43624" extrusionOk="0">
                    <a:moveTo>
                      <a:pt x="0" y="43625"/>
                    </a:moveTo>
                    <a:cubicBezTo>
                      <a:pt x="12002" y="43625"/>
                      <a:pt x="21812" y="33909"/>
                      <a:pt x="21812" y="21812"/>
                    </a:cubicBezTo>
                    <a:cubicBezTo>
                      <a:pt x="21812" y="9716"/>
                      <a:pt x="12097" y="0"/>
                      <a:pt x="0" y="0"/>
                    </a:cubicBezTo>
                    <a:lnTo>
                      <a:pt x="0" y="4362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2" name="Google Shape;3312;p28"/>
              <p:cNvSpPr/>
              <p:nvPr/>
            </p:nvSpPr>
            <p:spPr>
              <a:xfrm>
                <a:off x="3890867" y="5125592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3" name="Google Shape;3313;p28"/>
              <p:cNvSpPr/>
              <p:nvPr/>
            </p:nvSpPr>
            <p:spPr>
              <a:xfrm>
                <a:off x="3972782" y="5044629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4" name="Google Shape;3314;p28"/>
              <p:cNvSpPr/>
              <p:nvPr/>
            </p:nvSpPr>
            <p:spPr>
              <a:xfrm>
                <a:off x="4054602" y="4963572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5" name="Google Shape;3315;p28"/>
              <p:cNvSpPr/>
              <p:nvPr/>
            </p:nvSpPr>
            <p:spPr>
              <a:xfrm>
                <a:off x="4136326" y="4882514"/>
                <a:ext cx="40386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6" name="Google Shape;3316;p28"/>
              <p:cNvSpPr/>
              <p:nvPr/>
            </p:nvSpPr>
            <p:spPr>
              <a:xfrm>
                <a:off x="4218146" y="4801456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7" name="Google Shape;3317;p28"/>
              <p:cNvSpPr/>
              <p:nvPr/>
            </p:nvSpPr>
            <p:spPr>
              <a:xfrm>
                <a:off x="4300061" y="4720589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8" name="Google Shape;3318;p28"/>
              <p:cNvSpPr/>
              <p:nvPr/>
            </p:nvSpPr>
            <p:spPr>
              <a:xfrm>
                <a:off x="4381881" y="4639531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9" name="Google Shape;3319;p28"/>
              <p:cNvSpPr/>
              <p:nvPr/>
            </p:nvSpPr>
            <p:spPr>
              <a:xfrm>
                <a:off x="4463700" y="4558473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0" name="Google Shape;3320;p28"/>
              <p:cNvSpPr/>
              <p:nvPr/>
            </p:nvSpPr>
            <p:spPr>
              <a:xfrm>
                <a:off x="4545425" y="4477416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1" name="Google Shape;3321;p28"/>
              <p:cNvSpPr/>
              <p:nvPr/>
            </p:nvSpPr>
            <p:spPr>
              <a:xfrm>
                <a:off x="4627340" y="4396548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7"/>
                    </a:cubicBezTo>
                    <a:cubicBezTo>
                      <a:pt x="35433" y="27527"/>
                      <a:pt x="27432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2" name="Google Shape;3322;p28"/>
              <p:cNvSpPr/>
              <p:nvPr/>
            </p:nvSpPr>
            <p:spPr>
              <a:xfrm>
                <a:off x="4709160" y="4315491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3" name="Google Shape;3323;p28"/>
              <p:cNvSpPr/>
              <p:nvPr/>
            </p:nvSpPr>
            <p:spPr>
              <a:xfrm>
                <a:off x="4790979" y="4234433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4" name="Google Shape;3324;p28"/>
              <p:cNvSpPr/>
              <p:nvPr/>
            </p:nvSpPr>
            <p:spPr>
              <a:xfrm>
                <a:off x="4872799" y="4153375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8"/>
                      <a:pt x="0" y="16574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4"/>
                    </a:cubicBezTo>
                    <a:cubicBezTo>
                      <a:pt x="33147" y="25718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5" name="Google Shape;3325;p28"/>
              <p:cNvSpPr/>
              <p:nvPr/>
            </p:nvSpPr>
            <p:spPr>
              <a:xfrm>
                <a:off x="4954524" y="4072413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6" name="Google Shape;3326;p28"/>
              <p:cNvSpPr/>
              <p:nvPr/>
            </p:nvSpPr>
            <p:spPr>
              <a:xfrm>
                <a:off x="5036439" y="3991450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7" name="Google Shape;3327;p28"/>
              <p:cNvSpPr/>
              <p:nvPr/>
            </p:nvSpPr>
            <p:spPr>
              <a:xfrm>
                <a:off x="5118258" y="3910393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8" name="Google Shape;3328;p28"/>
              <p:cNvSpPr/>
              <p:nvPr/>
            </p:nvSpPr>
            <p:spPr>
              <a:xfrm>
                <a:off x="5200078" y="3829335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9" name="Google Shape;3329;p28"/>
              <p:cNvSpPr/>
              <p:nvPr/>
            </p:nvSpPr>
            <p:spPr>
              <a:xfrm>
                <a:off x="5281898" y="3748277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4"/>
                      <a:pt x="6525" y="0"/>
                      <a:pt x="14573" y="0"/>
                    </a:cubicBezTo>
                    <a:cubicBezTo>
                      <a:pt x="22622" y="0"/>
                      <a:pt x="29146" y="6524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0" name="Google Shape;3330;p28"/>
              <p:cNvSpPr/>
              <p:nvPr/>
            </p:nvSpPr>
            <p:spPr>
              <a:xfrm>
                <a:off x="5363717" y="3667410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1" name="Google Shape;3331;p28"/>
              <p:cNvSpPr/>
              <p:nvPr/>
            </p:nvSpPr>
            <p:spPr>
              <a:xfrm>
                <a:off x="5445537" y="3586352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2" name="Google Shape;3332;p28"/>
              <p:cNvSpPr/>
              <p:nvPr/>
            </p:nvSpPr>
            <p:spPr>
              <a:xfrm>
                <a:off x="5527357" y="3505294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3" name="Google Shape;3333;p28"/>
              <p:cNvSpPr/>
              <p:nvPr/>
            </p:nvSpPr>
            <p:spPr>
              <a:xfrm>
                <a:off x="5609177" y="3424237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4" name="Google Shape;3334;p28"/>
              <p:cNvSpPr/>
              <p:nvPr/>
            </p:nvSpPr>
            <p:spPr>
              <a:xfrm>
                <a:off x="5691092" y="3343369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5" name="Google Shape;3335;p28"/>
              <p:cNvSpPr/>
              <p:nvPr/>
            </p:nvSpPr>
            <p:spPr>
              <a:xfrm>
                <a:off x="5772816" y="3262312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6" name="Google Shape;3336;p28"/>
              <p:cNvSpPr/>
              <p:nvPr/>
            </p:nvSpPr>
            <p:spPr>
              <a:xfrm>
                <a:off x="5854636" y="3181254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7" name="Google Shape;3337;p28"/>
              <p:cNvSpPr/>
              <p:nvPr/>
            </p:nvSpPr>
            <p:spPr>
              <a:xfrm>
                <a:off x="5936456" y="3100196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8" name="Google Shape;3338;p28"/>
              <p:cNvSpPr/>
              <p:nvPr/>
            </p:nvSpPr>
            <p:spPr>
              <a:xfrm>
                <a:off x="6018371" y="3019329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9" name="Google Shape;3339;p28"/>
              <p:cNvSpPr/>
              <p:nvPr/>
            </p:nvSpPr>
            <p:spPr>
              <a:xfrm>
                <a:off x="6100191" y="2938271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0" name="Google Shape;3340;p28"/>
              <p:cNvSpPr/>
              <p:nvPr/>
            </p:nvSpPr>
            <p:spPr>
              <a:xfrm>
                <a:off x="6181915" y="2857213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1" name="Google Shape;3341;p28"/>
              <p:cNvSpPr/>
              <p:nvPr/>
            </p:nvSpPr>
            <p:spPr>
              <a:xfrm>
                <a:off x="6263735" y="2776156"/>
                <a:ext cx="19431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0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2" name="Google Shape;3342;p28"/>
              <p:cNvSpPr/>
              <p:nvPr/>
            </p:nvSpPr>
            <p:spPr>
              <a:xfrm>
                <a:off x="6345650" y="2695193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8"/>
                    </a:moveTo>
                    <a:cubicBezTo>
                      <a:pt x="4096" y="18478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8"/>
                      <a:pt x="9239" y="18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3" name="Google Shape;3343;p28"/>
              <p:cNvSpPr/>
              <p:nvPr/>
            </p:nvSpPr>
            <p:spPr>
              <a:xfrm>
                <a:off x="6427469" y="2614135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4" name="Google Shape;3344;p28"/>
              <p:cNvSpPr/>
              <p:nvPr/>
            </p:nvSpPr>
            <p:spPr>
              <a:xfrm>
                <a:off x="6509289" y="2533078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5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5" name="Google Shape;3345;p28"/>
              <p:cNvSpPr/>
              <p:nvPr/>
            </p:nvSpPr>
            <p:spPr>
              <a:xfrm>
                <a:off x="6591014" y="2452020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6" name="Google Shape;3346;p28"/>
              <p:cNvSpPr/>
              <p:nvPr/>
            </p:nvSpPr>
            <p:spPr>
              <a:xfrm>
                <a:off x="6672833" y="2371057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715"/>
                    </a:cubicBezTo>
                    <a:cubicBezTo>
                      <a:pt x="0" y="352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2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7" name="Google Shape;3347;p28"/>
              <p:cNvSpPr/>
              <p:nvPr/>
            </p:nvSpPr>
            <p:spPr>
              <a:xfrm>
                <a:off x="6754749" y="2290095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8" name="Google Shape;3348;p28"/>
              <p:cNvSpPr/>
              <p:nvPr/>
            </p:nvSpPr>
            <p:spPr>
              <a:xfrm>
                <a:off x="6836568" y="2209037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9" name="Google Shape;3349;p28"/>
              <p:cNvSpPr/>
              <p:nvPr/>
            </p:nvSpPr>
            <p:spPr>
              <a:xfrm>
                <a:off x="6918388" y="2127979"/>
                <a:ext cx="12954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0" name="Google Shape;3350;p28"/>
              <p:cNvSpPr/>
              <p:nvPr/>
            </p:nvSpPr>
            <p:spPr>
              <a:xfrm>
                <a:off x="7000113" y="2046922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1" name="Google Shape;3351;p28"/>
              <p:cNvSpPr/>
              <p:nvPr/>
            </p:nvSpPr>
            <p:spPr>
              <a:xfrm>
                <a:off x="7082027" y="1966054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7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2" name="Google Shape;3352;p28"/>
              <p:cNvSpPr/>
              <p:nvPr/>
            </p:nvSpPr>
            <p:spPr>
              <a:xfrm>
                <a:off x="7163847" y="1884997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3" name="Google Shape;3353;p28"/>
              <p:cNvSpPr/>
              <p:nvPr/>
            </p:nvSpPr>
            <p:spPr>
              <a:xfrm>
                <a:off x="7245667" y="1803939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4" name="Google Shape;3354;p28"/>
              <p:cNvSpPr/>
              <p:nvPr/>
            </p:nvSpPr>
            <p:spPr>
              <a:xfrm>
                <a:off x="7327487" y="1722881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5" name="Google Shape;3355;p28"/>
              <p:cNvSpPr/>
              <p:nvPr/>
            </p:nvSpPr>
            <p:spPr>
              <a:xfrm>
                <a:off x="7409307" y="1642014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6" name="Google Shape;3356;p28"/>
              <p:cNvSpPr/>
              <p:nvPr/>
            </p:nvSpPr>
            <p:spPr>
              <a:xfrm>
                <a:off x="7491126" y="1560956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7" name="Google Shape;3357;p28"/>
              <p:cNvSpPr/>
              <p:nvPr/>
            </p:nvSpPr>
            <p:spPr>
              <a:xfrm>
                <a:off x="7572946" y="1479898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8" name="Google Shape;3358;p28"/>
              <p:cNvSpPr/>
              <p:nvPr/>
            </p:nvSpPr>
            <p:spPr>
              <a:xfrm>
                <a:off x="7654766" y="1398841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9" name="Google Shape;3359;p28"/>
              <p:cNvSpPr/>
              <p:nvPr/>
            </p:nvSpPr>
            <p:spPr>
              <a:xfrm>
                <a:off x="7736681" y="1317973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0" name="Google Shape;3360;p28"/>
              <p:cNvSpPr/>
              <p:nvPr/>
            </p:nvSpPr>
            <p:spPr>
              <a:xfrm>
                <a:off x="7818405" y="1236915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8" y="4001"/>
                      <a:pt x="0" y="3143"/>
                      <a:pt x="0" y="2000"/>
                    </a:cubicBezTo>
                    <a:cubicBezTo>
                      <a:pt x="0" y="857"/>
                      <a:pt x="858" y="0"/>
                      <a:pt x="2000" y="0"/>
                    </a:cubicBezTo>
                    <a:cubicBezTo>
                      <a:pt x="3143" y="0"/>
                      <a:pt x="4001" y="857"/>
                      <a:pt x="4001" y="2000"/>
                    </a:cubicBezTo>
                    <a:cubicBezTo>
                      <a:pt x="4001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1" name="Google Shape;3361;p28"/>
              <p:cNvSpPr/>
              <p:nvPr/>
            </p:nvSpPr>
            <p:spPr>
              <a:xfrm>
                <a:off x="7900225" y="1155858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6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6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62" name="Google Shape;3362;p28"/>
            <p:cNvGrpSpPr/>
            <p:nvPr/>
          </p:nvGrpSpPr>
          <p:grpSpPr>
            <a:xfrm>
              <a:off x="3826954" y="1161763"/>
              <a:ext cx="3920299" cy="3931539"/>
              <a:chOff x="3826954" y="1161763"/>
              <a:chExt cx="3920299" cy="3931539"/>
            </a:xfrm>
          </p:grpSpPr>
          <p:sp>
            <p:nvSpPr>
              <p:cNvPr id="3363" name="Google Shape;3363;p28"/>
              <p:cNvSpPr/>
              <p:nvPr/>
            </p:nvSpPr>
            <p:spPr>
              <a:xfrm>
                <a:off x="3826954" y="5050440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4" name="Google Shape;3364;p28"/>
              <p:cNvSpPr/>
              <p:nvPr/>
            </p:nvSpPr>
            <p:spPr>
              <a:xfrm>
                <a:off x="3897629" y="4969572"/>
                <a:ext cx="41910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10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5" name="Google Shape;3365;p28"/>
              <p:cNvSpPr/>
              <p:nvPr/>
            </p:nvSpPr>
            <p:spPr>
              <a:xfrm>
                <a:off x="3979449" y="4888420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6" name="Google Shape;3366;p28"/>
              <p:cNvSpPr/>
              <p:nvPr/>
            </p:nvSpPr>
            <p:spPr>
              <a:xfrm>
                <a:off x="4061269" y="4807362"/>
                <a:ext cx="40386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7" name="Google Shape;3367;p28"/>
              <p:cNvSpPr/>
              <p:nvPr/>
            </p:nvSpPr>
            <p:spPr>
              <a:xfrm>
                <a:off x="4142993" y="4726304"/>
                <a:ext cx="39623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3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8" name="Google Shape;3368;p28"/>
              <p:cNvSpPr/>
              <p:nvPr/>
            </p:nvSpPr>
            <p:spPr>
              <a:xfrm>
                <a:off x="4224909" y="4645437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9" name="Google Shape;3369;p28"/>
              <p:cNvSpPr/>
              <p:nvPr/>
            </p:nvSpPr>
            <p:spPr>
              <a:xfrm>
                <a:off x="4306728" y="4564379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0" name="Google Shape;3370;p28"/>
              <p:cNvSpPr/>
              <p:nvPr/>
            </p:nvSpPr>
            <p:spPr>
              <a:xfrm>
                <a:off x="4388548" y="4483321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1" name="Google Shape;3371;p28"/>
              <p:cNvSpPr/>
              <p:nvPr/>
            </p:nvSpPr>
            <p:spPr>
              <a:xfrm>
                <a:off x="4470368" y="4402263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2" name="Google Shape;3372;p28"/>
              <p:cNvSpPr/>
              <p:nvPr/>
            </p:nvSpPr>
            <p:spPr>
              <a:xfrm rot="-128855">
                <a:off x="4552045" y="4321410"/>
                <a:ext cx="35458" cy="3545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35433" y="17716"/>
                    </a:moveTo>
                    <a:cubicBezTo>
                      <a:pt x="35433" y="27501"/>
                      <a:pt x="27501" y="35433"/>
                      <a:pt x="17716" y="35433"/>
                    </a:cubicBezTo>
                    <a:cubicBezTo>
                      <a:pt x="7932" y="35433"/>
                      <a:pt x="0" y="27501"/>
                      <a:pt x="0" y="17716"/>
                    </a:cubicBezTo>
                    <a:cubicBezTo>
                      <a:pt x="0" y="7932"/>
                      <a:pt x="7932" y="0"/>
                      <a:pt x="17716" y="0"/>
                    </a:cubicBezTo>
                    <a:cubicBezTo>
                      <a:pt x="27501" y="0"/>
                      <a:pt x="35433" y="7932"/>
                      <a:pt x="35433" y="17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3" name="Google Shape;3373;p28"/>
              <p:cNvSpPr/>
              <p:nvPr/>
            </p:nvSpPr>
            <p:spPr>
              <a:xfrm>
                <a:off x="4634007" y="4240338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4" name="Google Shape;3374;p28"/>
              <p:cNvSpPr/>
              <p:nvPr/>
            </p:nvSpPr>
            <p:spPr>
              <a:xfrm>
                <a:off x="4715827" y="4159281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5" name="Google Shape;3375;p28"/>
              <p:cNvSpPr/>
              <p:nvPr/>
            </p:nvSpPr>
            <p:spPr>
              <a:xfrm>
                <a:off x="4797647" y="4078223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6" name="Google Shape;3376;p28"/>
              <p:cNvSpPr/>
              <p:nvPr/>
            </p:nvSpPr>
            <p:spPr>
              <a:xfrm>
                <a:off x="4879562" y="3997261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2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4" y="7239"/>
                      <a:pt x="32194" y="16192"/>
                    </a:cubicBezTo>
                    <a:cubicBezTo>
                      <a:pt x="32194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7" name="Google Shape;3377;p28"/>
              <p:cNvSpPr/>
              <p:nvPr/>
            </p:nvSpPr>
            <p:spPr>
              <a:xfrm>
                <a:off x="4961286" y="3916298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2" y="7048"/>
                      <a:pt x="31432" y="15716"/>
                    </a:cubicBezTo>
                    <a:cubicBezTo>
                      <a:pt x="31432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8" name="Google Shape;3378;p28"/>
              <p:cNvSpPr/>
              <p:nvPr/>
            </p:nvSpPr>
            <p:spPr>
              <a:xfrm>
                <a:off x="5043106" y="3835240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0" y="6858"/>
                      <a:pt x="30670" y="15335"/>
                    </a:cubicBezTo>
                    <a:cubicBezTo>
                      <a:pt x="30670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9" name="Google Shape;3379;p28"/>
              <p:cNvSpPr/>
              <p:nvPr/>
            </p:nvSpPr>
            <p:spPr>
              <a:xfrm>
                <a:off x="5124926" y="3754183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0" name="Google Shape;3380;p28"/>
              <p:cNvSpPr/>
              <p:nvPr/>
            </p:nvSpPr>
            <p:spPr>
              <a:xfrm>
                <a:off x="5206746" y="3673125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7"/>
                      <a:pt x="14573" y="29147"/>
                    </a:cubicBezTo>
                    <a:cubicBezTo>
                      <a:pt x="6525" y="29147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1" name="Google Shape;3381;p28"/>
              <p:cNvSpPr/>
              <p:nvPr/>
            </p:nvSpPr>
            <p:spPr>
              <a:xfrm>
                <a:off x="5288565" y="3592258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2" name="Google Shape;3382;p28"/>
              <p:cNvSpPr/>
              <p:nvPr/>
            </p:nvSpPr>
            <p:spPr>
              <a:xfrm>
                <a:off x="5370385" y="3511200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3" name="Google Shape;3383;p28"/>
              <p:cNvSpPr/>
              <p:nvPr/>
            </p:nvSpPr>
            <p:spPr>
              <a:xfrm>
                <a:off x="5452205" y="3430142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4" name="Google Shape;3384;p28"/>
              <p:cNvSpPr/>
              <p:nvPr/>
            </p:nvSpPr>
            <p:spPr>
              <a:xfrm>
                <a:off x="5534025" y="3349084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5" name="Google Shape;3385;p28"/>
              <p:cNvSpPr/>
              <p:nvPr/>
            </p:nvSpPr>
            <p:spPr>
              <a:xfrm>
                <a:off x="5615940" y="3268217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6" name="Google Shape;3386;p28"/>
              <p:cNvSpPr/>
              <p:nvPr/>
            </p:nvSpPr>
            <p:spPr>
              <a:xfrm>
                <a:off x="5697759" y="3187159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7" name="Google Shape;3387;p28"/>
              <p:cNvSpPr/>
              <p:nvPr/>
            </p:nvSpPr>
            <p:spPr>
              <a:xfrm>
                <a:off x="5779484" y="310610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8" name="Google Shape;3388;p28"/>
              <p:cNvSpPr/>
              <p:nvPr/>
            </p:nvSpPr>
            <p:spPr>
              <a:xfrm>
                <a:off x="5861304" y="3025044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9" name="Google Shape;3389;p28"/>
              <p:cNvSpPr/>
              <p:nvPr/>
            </p:nvSpPr>
            <p:spPr>
              <a:xfrm>
                <a:off x="5943219" y="2944177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0" name="Google Shape;3390;p28"/>
              <p:cNvSpPr/>
              <p:nvPr/>
            </p:nvSpPr>
            <p:spPr>
              <a:xfrm>
                <a:off x="6025038" y="2863119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1" name="Google Shape;3391;p28"/>
              <p:cNvSpPr/>
              <p:nvPr/>
            </p:nvSpPr>
            <p:spPr>
              <a:xfrm>
                <a:off x="6106763" y="2782061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2" name="Google Shape;3392;p28"/>
              <p:cNvSpPr/>
              <p:nvPr/>
            </p:nvSpPr>
            <p:spPr>
              <a:xfrm>
                <a:off x="6188583" y="2701003"/>
                <a:ext cx="1943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0" extrusionOk="0">
                    <a:moveTo>
                      <a:pt x="9716" y="19431"/>
                    </a:moveTo>
                    <a:cubicBezTo>
                      <a:pt x="4381" y="19431"/>
                      <a:pt x="0" y="15049"/>
                      <a:pt x="0" y="9715"/>
                    </a:cubicBezTo>
                    <a:cubicBezTo>
                      <a:pt x="0" y="4381"/>
                      <a:pt x="4381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3" name="Google Shape;3393;p28"/>
              <p:cNvSpPr/>
              <p:nvPr/>
            </p:nvSpPr>
            <p:spPr>
              <a:xfrm>
                <a:off x="6270498" y="2620041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8"/>
                      <a:pt x="9239" y="18478"/>
                    </a:cubicBezTo>
                    <a:cubicBezTo>
                      <a:pt x="4137" y="18478"/>
                      <a:pt x="0" y="14342"/>
                      <a:pt x="0" y="9239"/>
                    </a:cubicBezTo>
                    <a:cubicBezTo>
                      <a:pt x="0" y="4136"/>
                      <a:pt x="4137" y="0"/>
                      <a:pt x="9239" y="0"/>
                    </a:cubicBezTo>
                    <a:cubicBezTo>
                      <a:pt x="14342" y="0"/>
                      <a:pt x="18479" y="4136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4" name="Google Shape;3394;p28"/>
              <p:cNvSpPr/>
              <p:nvPr/>
            </p:nvSpPr>
            <p:spPr>
              <a:xfrm>
                <a:off x="6352317" y="2538983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5" name="Google Shape;3395;p28"/>
              <p:cNvSpPr/>
              <p:nvPr/>
            </p:nvSpPr>
            <p:spPr>
              <a:xfrm>
                <a:off x="6434137" y="2457925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6" name="Google Shape;3396;p28"/>
              <p:cNvSpPr/>
              <p:nvPr/>
            </p:nvSpPr>
            <p:spPr>
              <a:xfrm>
                <a:off x="6515861" y="237686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7" name="Google Shape;3397;p28"/>
              <p:cNvSpPr/>
              <p:nvPr/>
            </p:nvSpPr>
            <p:spPr>
              <a:xfrm>
                <a:off x="6597776" y="2295810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8" name="Google Shape;3398;p28"/>
              <p:cNvSpPr/>
              <p:nvPr/>
            </p:nvSpPr>
            <p:spPr>
              <a:xfrm>
                <a:off x="6679596" y="2214943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9" name="Google Shape;3399;p28"/>
              <p:cNvSpPr/>
              <p:nvPr/>
            </p:nvSpPr>
            <p:spPr>
              <a:xfrm>
                <a:off x="6761416" y="2133885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0" name="Google Shape;3400;p28"/>
              <p:cNvSpPr/>
              <p:nvPr/>
            </p:nvSpPr>
            <p:spPr>
              <a:xfrm>
                <a:off x="6843236" y="2052827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1" name="Google Shape;3401;p28"/>
              <p:cNvSpPr/>
              <p:nvPr/>
            </p:nvSpPr>
            <p:spPr>
              <a:xfrm>
                <a:off x="6924960" y="1971769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2" name="Google Shape;3402;p28"/>
              <p:cNvSpPr/>
              <p:nvPr/>
            </p:nvSpPr>
            <p:spPr>
              <a:xfrm>
                <a:off x="7006875" y="1890902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3" name="Google Shape;3403;p28"/>
              <p:cNvSpPr/>
              <p:nvPr/>
            </p:nvSpPr>
            <p:spPr>
              <a:xfrm>
                <a:off x="7088695" y="1809844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4" name="Google Shape;3404;p28"/>
              <p:cNvSpPr/>
              <p:nvPr/>
            </p:nvSpPr>
            <p:spPr>
              <a:xfrm>
                <a:off x="7170515" y="1728787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5" name="Google Shape;3405;p28"/>
              <p:cNvSpPr/>
              <p:nvPr/>
            </p:nvSpPr>
            <p:spPr>
              <a:xfrm>
                <a:off x="7252334" y="1647729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6" name="Google Shape;3406;p28"/>
              <p:cNvSpPr/>
              <p:nvPr/>
            </p:nvSpPr>
            <p:spPr>
              <a:xfrm>
                <a:off x="7334154" y="156686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7" name="Google Shape;3407;p28"/>
              <p:cNvSpPr/>
              <p:nvPr/>
            </p:nvSpPr>
            <p:spPr>
              <a:xfrm>
                <a:off x="7415974" y="1485804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8" name="Google Shape;3408;p28"/>
              <p:cNvSpPr/>
              <p:nvPr/>
            </p:nvSpPr>
            <p:spPr>
              <a:xfrm>
                <a:off x="7497794" y="1404746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9" name="Google Shape;3409;p28"/>
              <p:cNvSpPr/>
              <p:nvPr/>
            </p:nvSpPr>
            <p:spPr>
              <a:xfrm>
                <a:off x="7579614" y="1323688"/>
                <a:ext cx="5714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0" name="Google Shape;3410;p28"/>
              <p:cNvSpPr/>
              <p:nvPr/>
            </p:nvSpPr>
            <p:spPr>
              <a:xfrm>
                <a:off x="7661528" y="1242821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1" name="Google Shape;3411;p28"/>
              <p:cNvSpPr/>
              <p:nvPr/>
            </p:nvSpPr>
            <p:spPr>
              <a:xfrm>
                <a:off x="7743253" y="1161763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0" y="857"/>
                      <a:pt x="4000" y="2000"/>
                    </a:cubicBezTo>
                    <a:cubicBezTo>
                      <a:pt x="4000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12" name="Google Shape;3412;p28"/>
            <p:cNvGrpSpPr/>
            <p:nvPr/>
          </p:nvGrpSpPr>
          <p:grpSpPr>
            <a:xfrm>
              <a:off x="3822477" y="1167669"/>
              <a:ext cx="3768661" cy="3768660"/>
              <a:chOff x="3822477" y="1167669"/>
              <a:chExt cx="3768661" cy="3768660"/>
            </a:xfrm>
          </p:grpSpPr>
          <p:sp>
            <p:nvSpPr>
              <p:cNvPr id="3413" name="Google Shape;3413;p28"/>
              <p:cNvSpPr/>
              <p:nvPr/>
            </p:nvSpPr>
            <p:spPr>
              <a:xfrm>
                <a:off x="3822477" y="4894420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4" name="Google Shape;3414;p28"/>
              <p:cNvSpPr/>
              <p:nvPr/>
            </p:nvSpPr>
            <p:spPr>
              <a:xfrm>
                <a:off x="3904297" y="4813362"/>
                <a:ext cx="41148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8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5" name="Google Shape;3415;p28"/>
              <p:cNvSpPr/>
              <p:nvPr/>
            </p:nvSpPr>
            <p:spPr>
              <a:xfrm>
                <a:off x="3986117" y="4732305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6" name="Google Shape;3416;p28"/>
              <p:cNvSpPr/>
              <p:nvPr/>
            </p:nvSpPr>
            <p:spPr>
              <a:xfrm>
                <a:off x="4067841" y="4651152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7" name="Google Shape;3417;p28"/>
              <p:cNvSpPr/>
              <p:nvPr/>
            </p:nvSpPr>
            <p:spPr>
              <a:xfrm>
                <a:off x="4149756" y="457028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8" name="Google Shape;3418;p28"/>
              <p:cNvSpPr/>
              <p:nvPr/>
            </p:nvSpPr>
            <p:spPr>
              <a:xfrm>
                <a:off x="4231576" y="4489227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9" name="Google Shape;3419;p28"/>
              <p:cNvSpPr/>
              <p:nvPr/>
            </p:nvSpPr>
            <p:spPr>
              <a:xfrm>
                <a:off x="4313396" y="4408169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0" name="Google Shape;3420;p28"/>
              <p:cNvSpPr/>
              <p:nvPr/>
            </p:nvSpPr>
            <p:spPr>
              <a:xfrm>
                <a:off x="4395215" y="4327111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1" name="Google Shape;3421;p28"/>
              <p:cNvSpPr/>
              <p:nvPr/>
            </p:nvSpPr>
            <p:spPr>
              <a:xfrm>
                <a:off x="4477035" y="4246149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812"/>
                    </a:cubicBezTo>
                    <a:cubicBezTo>
                      <a:pt x="0" y="800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812"/>
                    </a:cubicBezTo>
                    <a:cubicBezTo>
                      <a:pt x="35433" y="27718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2" name="Google Shape;3422;p28"/>
              <p:cNvSpPr/>
              <p:nvPr/>
            </p:nvSpPr>
            <p:spPr>
              <a:xfrm>
                <a:off x="4558855" y="4165186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0" y="0"/>
                      <a:pt x="34671" y="7810"/>
                      <a:pt x="34671" y="17335"/>
                    </a:cubicBezTo>
                    <a:cubicBezTo>
                      <a:pt x="34671" y="26860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3" name="Google Shape;3423;p28"/>
              <p:cNvSpPr/>
              <p:nvPr/>
            </p:nvSpPr>
            <p:spPr>
              <a:xfrm>
                <a:off x="4640675" y="4084128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4" name="Google Shape;3424;p28"/>
              <p:cNvSpPr/>
              <p:nvPr/>
            </p:nvSpPr>
            <p:spPr>
              <a:xfrm>
                <a:off x="4722495" y="4003071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5" name="Google Shape;3425;p28"/>
              <p:cNvSpPr/>
              <p:nvPr/>
            </p:nvSpPr>
            <p:spPr>
              <a:xfrm>
                <a:off x="4804314" y="3922013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192" y="32385"/>
                    </a:moveTo>
                    <a:cubicBezTo>
                      <a:pt x="7239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192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6" name="Google Shape;3426;p28"/>
              <p:cNvSpPr/>
              <p:nvPr/>
            </p:nvSpPr>
            <p:spPr>
              <a:xfrm>
                <a:off x="4886134" y="3841146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7" name="Google Shape;3427;p28"/>
              <p:cNvSpPr/>
              <p:nvPr/>
            </p:nvSpPr>
            <p:spPr>
              <a:xfrm>
                <a:off x="4967954" y="3760088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8" name="Google Shape;3428;p28"/>
              <p:cNvSpPr/>
              <p:nvPr/>
            </p:nvSpPr>
            <p:spPr>
              <a:xfrm>
                <a:off x="5049774" y="3679030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9" name="Google Shape;3429;p28"/>
              <p:cNvSpPr/>
              <p:nvPr/>
            </p:nvSpPr>
            <p:spPr>
              <a:xfrm>
                <a:off x="5131593" y="3597972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0" name="Google Shape;3430;p28"/>
              <p:cNvSpPr/>
              <p:nvPr/>
            </p:nvSpPr>
            <p:spPr>
              <a:xfrm>
                <a:off x="5213508" y="3517105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1" name="Google Shape;3431;p28"/>
              <p:cNvSpPr/>
              <p:nvPr/>
            </p:nvSpPr>
            <p:spPr>
              <a:xfrm>
                <a:off x="5295233" y="3436048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2" name="Google Shape;3432;p28"/>
              <p:cNvSpPr/>
              <p:nvPr/>
            </p:nvSpPr>
            <p:spPr>
              <a:xfrm>
                <a:off x="5377053" y="3354990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3" name="Google Shape;3433;p28"/>
              <p:cNvSpPr/>
              <p:nvPr/>
            </p:nvSpPr>
            <p:spPr>
              <a:xfrm>
                <a:off x="5458872" y="3273932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4" name="Google Shape;3434;p28"/>
              <p:cNvSpPr/>
              <p:nvPr/>
            </p:nvSpPr>
            <p:spPr>
              <a:xfrm>
                <a:off x="5540787" y="3193065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5" name="Google Shape;3435;p28"/>
              <p:cNvSpPr/>
              <p:nvPr/>
            </p:nvSpPr>
            <p:spPr>
              <a:xfrm>
                <a:off x="5622607" y="3112007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6" name="Google Shape;3436;p28"/>
              <p:cNvSpPr/>
              <p:nvPr/>
            </p:nvSpPr>
            <p:spPr>
              <a:xfrm>
                <a:off x="5704332" y="3030949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7" name="Google Shape;3437;p28"/>
              <p:cNvSpPr/>
              <p:nvPr/>
            </p:nvSpPr>
            <p:spPr>
              <a:xfrm>
                <a:off x="5786151" y="2949891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8" name="Google Shape;3438;p28"/>
              <p:cNvSpPr/>
              <p:nvPr/>
            </p:nvSpPr>
            <p:spPr>
              <a:xfrm>
                <a:off x="5868066" y="2869024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9" name="Google Shape;3439;p28"/>
              <p:cNvSpPr/>
              <p:nvPr/>
            </p:nvSpPr>
            <p:spPr>
              <a:xfrm>
                <a:off x="5949886" y="2787966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0" name="Google Shape;3440;p28"/>
              <p:cNvSpPr/>
              <p:nvPr/>
            </p:nvSpPr>
            <p:spPr>
              <a:xfrm>
                <a:off x="6031706" y="2706909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1" name="Google Shape;3441;p28"/>
              <p:cNvSpPr/>
              <p:nvPr/>
            </p:nvSpPr>
            <p:spPr>
              <a:xfrm>
                <a:off x="6113430" y="2625851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286" y="0"/>
                      <a:pt x="9716" y="0"/>
                    </a:cubicBezTo>
                    <a:cubicBezTo>
                      <a:pt x="15145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2" name="Google Shape;3442;p28"/>
              <p:cNvSpPr/>
              <p:nvPr/>
            </p:nvSpPr>
            <p:spPr>
              <a:xfrm>
                <a:off x="6195345" y="2544889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3" name="Google Shape;3443;p28"/>
              <p:cNvSpPr/>
              <p:nvPr/>
            </p:nvSpPr>
            <p:spPr>
              <a:xfrm>
                <a:off x="6277165" y="2463926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1"/>
                      <a:pt x="4001" y="0"/>
                      <a:pt x="8858" y="0"/>
                    </a:cubicBezTo>
                    <a:cubicBezTo>
                      <a:pt x="13716" y="0"/>
                      <a:pt x="17717" y="4001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4" name="Google Shape;3444;p28"/>
              <p:cNvSpPr/>
              <p:nvPr/>
            </p:nvSpPr>
            <p:spPr>
              <a:xfrm>
                <a:off x="6358985" y="2382773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5" y="3810"/>
                      <a:pt x="16955" y="8477"/>
                    </a:cubicBezTo>
                    <a:cubicBezTo>
                      <a:pt x="16955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5" name="Google Shape;3445;p28"/>
              <p:cNvSpPr/>
              <p:nvPr/>
            </p:nvSpPr>
            <p:spPr>
              <a:xfrm>
                <a:off x="6440805" y="2301715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6" name="Google Shape;3446;p28"/>
              <p:cNvSpPr/>
              <p:nvPr/>
            </p:nvSpPr>
            <p:spPr>
              <a:xfrm>
                <a:off x="6522529" y="2220753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7" name="Google Shape;3447;p28"/>
              <p:cNvSpPr/>
              <p:nvPr/>
            </p:nvSpPr>
            <p:spPr>
              <a:xfrm>
                <a:off x="6604444" y="2139790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8" name="Google Shape;3448;p28"/>
              <p:cNvSpPr/>
              <p:nvPr/>
            </p:nvSpPr>
            <p:spPr>
              <a:xfrm>
                <a:off x="6686264" y="2058732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9" name="Google Shape;3449;p28"/>
              <p:cNvSpPr/>
              <p:nvPr/>
            </p:nvSpPr>
            <p:spPr>
              <a:xfrm>
                <a:off x="6768083" y="1977675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0" name="Google Shape;3450;p28"/>
              <p:cNvSpPr/>
              <p:nvPr/>
            </p:nvSpPr>
            <p:spPr>
              <a:xfrm>
                <a:off x="6849903" y="1896617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1" name="Google Shape;3451;p28"/>
              <p:cNvSpPr/>
              <p:nvPr/>
            </p:nvSpPr>
            <p:spPr>
              <a:xfrm>
                <a:off x="6931723" y="1815750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2" name="Google Shape;3452;p28"/>
              <p:cNvSpPr/>
              <p:nvPr/>
            </p:nvSpPr>
            <p:spPr>
              <a:xfrm>
                <a:off x="7013543" y="1734692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3" name="Google Shape;3453;p28"/>
              <p:cNvSpPr/>
              <p:nvPr/>
            </p:nvSpPr>
            <p:spPr>
              <a:xfrm>
                <a:off x="7095363" y="1653634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4" name="Google Shape;3454;p28"/>
              <p:cNvSpPr/>
              <p:nvPr/>
            </p:nvSpPr>
            <p:spPr>
              <a:xfrm>
                <a:off x="7177182" y="157257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5" name="Google Shape;3455;p28"/>
              <p:cNvSpPr/>
              <p:nvPr/>
            </p:nvSpPr>
            <p:spPr>
              <a:xfrm>
                <a:off x="7259002" y="1491709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6" name="Google Shape;3456;p28"/>
              <p:cNvSpPr/>
              <p:nvPr/>
            </p:nvSpPr>
            <p:spPr>
              <a:xfrm>
                <a:off x="7340822" y="1410652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7" name="Google Shape;3457;p28"/>
              <p:cNvSpPr/>
              <p:nvPr/>
            </p:nvSpPr>
            <p:spPr>
              <a:xfrm>
                <a:off x="7422641" y="1329594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8" name="Google Shape;3458;p28"/>
              <p:cNvSpPr/>
              <p:nvPr/>
            </p:nvSpPr>
            <p:spPr>
              <a:xfrm>
                <a:off x="7504461" y="1248536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9" name="Google Shape;3459;p28"/>
              <p:cNvSpPr/>
              <p:nvPr/>
            </p:nvSpPr>
            <p:spPr>
              <a:xfrm>
                <a:off x="7586376" y="1167669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60" name="Google Shape;3460;p28"/>
            <p:cNvGrpSpPr/>
            <p:nvPr/>
          </p:nvGrpSpPr>
          <p:grpSpPr>
            <a:xfrm>
              <a:off x="3829145" y="1173384"/>
              <a:ext cx="3605878" cy="3605973"/>
              <a:chOff x="3829145" y="1173384"/>
              <a:chExt cx="3605878" cy="3605973"/>
            </a:xfrm>
          </p:grpSpPr>
          <p:sp>
            <p:nvSpPr>
              <p:cNvPr id="3461" name="Google Shape;3461;p28"/>
              <p:cNvSpPr/>
              <p:nvPr/>
            </p:nvSpPr>
            <p:spPr>
              <a:xfrm>
                <a:off x="3829145" y="4738210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2" name="Google Shape;3462;p28"/>
              <p:cNvSpPr/>
              <p:nvPr/>
            </p:nvSpPr>
            <p:spPr>
              <a:xfrm>
                <a:off x="3910965" y="4657153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3" name="Google Shape;3463;p28"/>
              <p:cNvSpPr/>
              <p:nvPr/>
            </p:nvSpPr>
            <p:spPr>
              <a:xfrm>
                <a:off x="3992689" y="4576095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4" name="Google Shape;3464;p28"/>
              <p:cNvSpPr/>
              <p:nvPr/>
            </p:nvSpPr>
            <p:spPr>
              <a:xfrm>
                <a:off x="4074604" y="4495228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5" name="Google Shape;3465;p28"/>
              <p:cNvSpPr/>
              <p:nvPr/>
            </p:nvSpPr>
            <p:spPr>
              <a:xfrm>
                <a:off x="4156424" y="4414170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6" name="Google Shape;3466;p28"/>
              <p:cNvSpPr/>
              <p:nvPr/>
            </p:nvSpPr>
            <p:spPr>
              <a:xfrm>
                <a:off x="4238243" y="4333017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7" name="Google Shape;3467;p28"/>
              <p:cNvSpPr/>
              <p:nvPr/>
            </p:nvSpPr>
            <p:spPr>
              <a:xfrm>
                <a:off x="4320063" y="4251959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8" name="Google Shape;3468;p28"/>
              <p:cNvSpPr/>
              <p:nvPr/>
            </p:nvSpPr>
            <p:spPr>
              <a:xfrm>
                <a:off x="4401883" y="4171092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9" name="Google Shape;3469;p28"/>
              <p:cNvSpPr/>
              <p:nvPr/>
            </p:nvSpPr>
            <p:spPr>
              <a:xfrm>
                <a:off x="4483703" y="4090034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0" name="Google Shape;3470;p28"/>
              <p:cNvSpPr/>
              <p:nvPr/>
            </p:nvSpPr>
            <p:spPr>
              <a:xfrm>
                <a:off x="4565522" y="4008976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1" name="Google Shape;3471;p28"/>
              <p:cNvSpPr/>
              <p:nvPr/>
            </p:nvSpPr>
            <p:spPr>
              <a:xfrm>
                <a:off x="4647342" y="3927919"/>
                <a:ext cx="33146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6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2" name="Google Shape;3472;p28"/>
              <p:cNvSpPr/>
              <p:nvPr/>
            </p:nvSpPr>
            <p:spPr>
              <a:xfrm>
                <a:off x="4729257" y="3846956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4" y="7239"/>
                      <a:pt x="32194" y="16097"/>
                    </a:cubicBezTo>
                    <a:cubicBezTo>
                      <a:pt x="32194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3" name="Google Shape;3473;p28"/>
              <p:cNvSpPr/>
              <p:nvPr/>
            </p:nvSpPr>
            <p:spPr>
              <a:xfrm>
                <a:off x="4810982" y="3765994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4" name="Google Shape;3474;p28"/>
              <p:cNvSpPr/>
              <p:nvPr/>
            </p:nvSpPr>
            <p:spPr>
              <a:xfrm>
                <a:off x="4892802" y="3684936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5" name="Google Shape;3475;p28"/>
              <p:cNvSpPr/>
              <p:nvPr/>
            </p:nvSpPr>
            <p:spPr>
              <a:xfrm>
                <a:off x="4974621" y="3603878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8" y="29909"/>
                      <a:pt x="0" y="23241"/>
                      <a:pt x="0" y="14954"/>
                    </a:cubicBezTo>
                    <a:cubicBezTo>
                      <a:pt x="0" y="6668"/>
                      <a:pt x="6668" y="0"/>
                      <a:pt x="14954" y="0"/>
                    </a:cubicBezTo>
                    <a:cubicBezTo>
                      <a:pt x="23241" y="0"/>
                      <a:pt x="29909" y="6668"/>
                      <a:pt x="29909" y="14954"/>
                    </a:cubicBezTo>
                    <a:cubicBezTo>
                      <a:pt x="29909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6" name="Google Shape;3476;p28"/>
              <p:cNvSpPr/>
              <p:nvPr/>
            </p:nvSpPr>
            <p:spPr>
              <a:xfrm>
                <a:off x="5056441" y="3522916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7" name="Google Shape;3477;p28"/>
              <p:cNvSpPr/>
              <p:nvPr/>
            </p:nvSpPr>
            <p:spPr>
              <a:xfrm>
                <a:off x="5138356" y="3441953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8" name="Google Shape;3478;p28"/>
              <p:cNvSpPr/>
              <p:nvPr/>
            </p:nvSpPr>
            <p:spPr>
              <a:xfrm>
                <a:off x="5220080" y="3360895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9" name="Google Shape;3479;p28"/>
              <p:cNvSpPr/>
              <p:nvPr/>
            </p:nvSpPr>
            <p:spPr>
              <a:xfrm>
                <a:off x="5301900" y="3279837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0" name="Google Shape;3480;p28"/>
              <p:cNvSpPr/>
              <p:nvPr/>
            </p:nvSpPr>
            <p:spPr>
              <a:xfrm>
                <a:off x="5383720" y="3198780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1" name="Google Shape;3481;p28"/>
              <p:cNvSpPr/>
              <p:nvPr/>
            </p:nvSpPr>
            <p:spPr>
              <a:xfrm>
                <a:off x="5465635" y="3117912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2" name="Google Shape;3482;p28"/>
              <p:cNvSpPr/>
              <p:nvPr/>
            </p:nvSpPr>
            <p:spPr>
              <a:xfrm>
                <a:off x="5547455" y="3036855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3" name="Google Shape;3483;p28"/>
              <p:cNvSpPr/>
              <p:nvPr/>
            </p:nvSpPr>
            <p:spPr>
              <a:xfrm>
                <a:off x="5629179" y="2955797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4" name="Google Shape;3484;p28"/>
              <p:cNvSpPr/>
              <p:nvPr/>
            </p:nvSpPr>
            <p:spPr>
              <a:xfrm>
                <a:off x="5710999" y="2874739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5" name="Google Shape;3485;p28"/>
              <p:cNvSpPr/>
              <p:nvPr/>
            </p:nvSpPr>
            <p:spPr>
              <a:xfrm>
                <a:off x="5792914" y="2793872"/>
                <a:ext cx="21717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6" extrusionOk="0">
                    <a:moveTo>
                      <a:pt x="10859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9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9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6" name="Google Shape;3486;p28"/>
              <p:cNvSpPr/>
              <p:nvPr/>
            </p:nvSpPr>
            <p:spPr>
              <a:xfrm>
                <a:off x="5874734" y="2712814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7" name="Google Shape;3487;p28"/>
              <p:cNvSpPr/>
              <p:nvPr/>
            </p:nvSpPr>
            <p:spPr>
              <a:xfrm>
                <a:off x="5956554" y="2631757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8" name="Google Shape;3488;p28"/>
              <p:cNvSpPr/>
              <p:nvPr/>
            </p:nvSpPr>
            <p:spPr>
              <a:xfrm>
                <a:off x="6038278" y="2550699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9" name="Google Shape;3489;p28"/>
              <p:cNvSpPr/>
              <p:nvPr/>
            </p:nvSpPr>
            <p:spPr>
              <a:xfrm>
                <a:off x="6120193" y="2469832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0" name="Google Shape;3490;p28"/>
              <p:cNvSpPr/>
              <p:nvPr/>
            </p:nvSpPr>
            <p:spPr>
              <a:xfrm>
                <a:off x="6202013" y="238867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1" name="Google Shape;3491;p28"/>
              <p:cNvSpPr/>
              <p:nvPr/>
            </p:nvSpPr>
            <p:spPr>
              <a:xfrm>
                <a:off x="6283833" y="2307716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2" name="Google Shape;3492;p28"/>
              <p:cNvSpPr/>
              <p:nvPr/>
            </p:nvSpPr>
            <p:spPr>
              <a:xfrm>
                <a:off x="6365652" y="2226658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3" name="Google Shape;3493;p28"/>
              <p:cNvSpPr/>
              <p:nvPr/>
            </p:nvSpPr>
            <p:spPr>
              <a:xfrm>
                <a:off x="6447377" y="2145601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1" y="0"/>
                      <a:pt x="15430" y="3429"/>
                      <a:pt x="15430" y="7715"/>
                    </a:cubicBezTo>
                    <a:cubicBezTo>
                      <a:pt x="15430" y="12001"/>
                      <a:pt x="12001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4" name="Google Shape;3494;p28"/>
              <p:cNvSpPr/>
              <p:nvPr/>
            </p:nvSpPr>
            <p:spPr>
              <a:xfrm>
                <a:off x="6529292" y="2064638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5" name="Google Shape;3495;p28"/>
              <p:cNvSpPr/>
              <p:nvPr/>
            </p:nvSpPr>
            <p:spPr>
              <a:xfrm>
                <a:off x="6611111" y="1983580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6" name="Google Shape;3496;p28"/>
              <p:cNvSpPr/>
              <p:nvPr/>
            </p:nvSpPr>
            <p:spPr>
              <a:xfrm>
                <a:off x="6692931" y="190252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7" name="Google Shape;3497;p28"/>
              <p:cNvSpPr/>
              <p:nvPr/>
            </p:nvSpPr>
            <p:spPr>
              <a:xfrm>
                <a:off x="6774751" y="1821465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8" name="Google Shape;3498;p28"/>
              <p:cNvSpPr/>
              <p:nvPr/>
            </p:nvSpPr>
            <p:spPr>
              <a:xfrm>
                <a:off x="6856571" y="1740598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6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9" name="Google Shape;3499;p28"/>
              <p:cNvSpPr/>
              <p:nvPr/>
            </p:nvSpPr>
            <p:spPr>
              <a:xfrm>
                <a:off x="6938391" y="1659540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0" name="Google Shape;3500;p28"/>
              <p:cNvSpPr/>
              <p:nvPr/>
            </p:nvSpPr>
            <p:spPr>
              <a:xfrm>
                <a:off x="7020210" y="1578482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1" name="Google Shape;3501;p28"/>
              <p:cNvSpPr/>
              <p:nvPr/>
            </p:nvSpPr>
            <p:spPr>
              <a:xfrm>
                <a:off x="7102030" y="1497424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2" name="Google Shape;3502;p28"/>
              <p:cNvSpPr/>
              <p:nvPr/>
            </p:nvSpPr>
            <p:spPr>
              <a:xfrm>
                <a:off x="7183945" y="1416557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3" name="Google Shape;3503;p28"/>
              <p:cNvSpPr/>
              <p:nvPr/>
            </p:nvSpPr>
            <p:spPr>
              <a:xfrm>
                <a:off x="7265669" y="1335499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4" name="Google Shape;3504;p28"/>
              <p:cNvSpPr/>
              <p:nvPr/>
            </p:nvSpPr>
            <p:spPr>
              <a:xfrm>
                <a:off x="7347489" y="1254441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5" name="Google Shape;3505;p28"/>
              <p:cNvSpPr/>
              <p:nvPr/>
            </p:nvSpPr>
            <p:spPr>
              <a:xfrm>
                <a:off x="7429309" y="1173384"/>
                <a:ext cx="5714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06" name="Google Shape;3506;p28"/>
            <p:cNvGrpSpPr/>
            <p:nvPr/>
          </p:nvGrpSpPr>
          <p:grpSpPr>
            <a:xfrm>
              <a:off x="3835812" y="1179289"/>
              <a:ext cx="3443001" cy="3443097"/>
              <a:chOff x="3835812" y="1179289"/>
              <a:chExt cx="3443001" cy="3443097"/>
            </a:xfrm>
          </p:grpSpPr>
          <p:sp>
            <p:nvSpPr>
              <p:cNvPr id="3507" name="Google Shape;3507;p28"/>
              <p:cNvSpPr/>
              <p:nvPr/>
            </p:nvSpPr>
            <p:spPr>
              <a:xfrm>
                <a:off x="3835812" y="4582000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8" name="Google Shape;3508;p28"/>
              <p:cNvSpPr/>
              <p:nvPr/>
            </p:nvSpPr>
            <p:spPr>
              <a:xfrm>
                <a:off x="3917632" y="4500943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9" name="Google Shape;3509;p28"/>
              <p:cNvSpPr/>
              <p:nvPr/>
            </p:nvSpPr>
            <p:spPr>
              <a:xfrm>
                <a:off x="3999452" y="442007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0" name="Google Shape;3510;p28"/>
              <p:cNvSpPr/>
              <p:nvPr/>
            </p:nvSpPr>
            <p:spPr>
              <a:xfrm>
                <a:off x="4081271" y="433901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1" name="Google Shape;3511;p28"/>
              <p:cNvSpPr/>
              <p:nvPr/>
            </p:nvSpPr>
            <p:spPr>
              <a:xfrm>
                <a:off x="4163091" y="4257864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2" name="Google Shape;3512;p28"/>
              <p:cNvSpPr/>
              <p:nvPr/>
            </p:nvSpPr>
            <p:spPr>
              <a:xfrm>
                <a:off x="4244911" y="417680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3" name="Google Shape;3513;p28"/>
              <p:cNvSpPr/>
              <p:nvPr/>
            </p:nvSpPr>
            <p:spPr>
              <a:xfrm>
                <a:off x="4326826" y="4095939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7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4" name="Google Shape;3514;p28"/>
              <p:cNvSpPr/>
              <p:nvPr/>
            </p:nvSpPr>
            <p:spPr>
              <a:xfrm>
                <a:off x="4408551" y="4014882"/>
                <a:ext cx="34671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1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1" y="0"/>
                      <a:pt x="34671" y="7810"/>
                      <a:pt x="34671" y="17335"/>
                    </a:cubicBezTo>
                    <a:cubicBezTo>
                      <a:pt x="34671" y="26860"/>
                      <a:pt x="26861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5" name="Google Shape;3515;p28"/>
              <p:cNvSpPr/>
              <p:nvPr/>
            </p:nvSpPr>
            <p:spPr>
              <a:xfrm>
                <a:off x="4490370" y="3933824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6" name="Google Shape;3516;p28"/>
              <p:cNvSpPr/>
              <p:nvPr/>
            </p:nvSpPr>
            <p:spPr>
              <a:xfrm>
                <a:off x="4572190" y="3852862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7" name="Google Shape;3517;p28"/>
              <p:cNvSpPr/>
              <p:nvPr/>
            </p:nvSpPr>
            <p:spPr>
              <a:xfrm>
                <a:off x="4654010" y="3771804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8" name="Google Shape;3518;p28"/>
              <p:cNvSpPr/>
              <p:nvPr/>
            </p:nvSpPr>
            <p:spPr>
              <a:xfrm>
                <a:off x="4735829" y="3690841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9" name="Google Shape;3519;p28"/>
              <p:cNvSpPr/>
              <p:nvPr/>
            </p:nvSpPr>
            <p:spPr>
              <a:xfrm>
                <a:off x="4817649" y="3609784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0" name="Google Shape;3520;p28"/>
              <p:cNvSpPr/>
              <p:nvPr/>
            </p:nvSpPr>
            <p:spPr>
              <a:xfrm>
                <a:off x="4899469" y="3528726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1" name="Google Shape;3521;p28"/>
              <p:cNvSpPr/>
              <p:nvPr/>
            </p:nvSpPr>
            <p:spPr>
              <a:xfrm>
                <a:off x="4981289" y="3447668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69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69"/>
                      <a:pt x="22669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2" name="Google Shape;3522;p28"/>
              <p:cNvSpPr/>
              <p:nvPr/>
            </p:nvSpPr>
            <p:spPr>
              <a:xfrm>
                <a:off x="5063204" y="3366801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3" name="Google Shape;3523;p28"/>
              <p:cNvSpPr/>
              <p:nvPr/>
            </p:nvSpPr>
            <p:spPr>
              <a:xfrm>
                <a:off x="5144928" y="3285743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4" name="Google Shape;3524;p28"/>
              <p:cNvSpPr/>
              <p:nvPr/>
            </p:nvSpPr>
            <p:spPr>
              <a:xfrm>
                <a:off x="5226748" y="3204685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5" name="Google Shape;3525;p28"/>
              <p:cNvSpPr/>
              <p:nvPr/>
            </p:nvSpPr>
            <p:spPr>
              <a:xfrm>
                <a:off x="5308568" y="3123628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6" name="Google Shape;3526;p28"/>
              <p:cNvSpPr/>
              <p:nvPr/>
            </p:nvSpPr>
            <p:spPr>
              <a:xfrm>
                <a:off x="5390483" y="3042760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7" name="Google Shape;3527;p28"/>
              <p:cNvSpPr/>
              <p:nvPr/>
            </p:nvSpPr>
            <p:spPr>
              <a:xfrm>
                <a:off x="5472303" y="296170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8" name="Google Shape;3528;p28"/>
              <p:cNvSpPr/>
              <p:nvPr/>
            </p:nvSpPr>
            <p:spPr>
              <a:xfrm>
                <a:off x="5554027" y="288064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9" name="Google Shape;3529;p28"/>
              <p:cNvSpPr/>
              <p:nvPr/>
            </p:nvSpPr>
            <p:spPr>
              <a:xfrm>
                <a:off x="5635847" y="279958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0" name="Google Shape;3530;p28"/>
              <p:cNvSpPr/>
              <p:nvPr/>
            </p:nvSpPr>
            <p:spPr>
              <a:xfrm>
                <a:off x="5717762" y="2718720"/>
                <a:ext cx="21717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9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9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1" name="Google Shape;3531;p28"/>
              <p:cNvSpPr/>
              <p:nvPr/>
            </p:nvSpPr>
            <p:spPr>
              <a:xfrm>
                <a:off x="5799582" y="263766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2" name="Google Shape;3532;p28"/>
              <p:cNvSpPr/>
              <p:nvPr/>
            </p:nvSpPr>
            <p:spPr>
              <a:xfrm>
                <a:off x="5881401" y="2556604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3" name="Google Shape;3533;p28"/>
              <p:cNvSpPr/>
              <p:nvPr/>
            </p:nvSpPr>
            <p:spPr>
              <a:xfrm>
                <a:off x="5963126" y="2475546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4" name="Google Shape;3534;p28"/>
              <p:cNvSpPr/>
              <p:nvPr/>
            </p:nvSpPr>
            <p:spPr>
              <a:xfrm>
                <a:off x="6045041" y="2394584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5" name="Google Shape;3535;p28"/>
              <p:cNvSpPr/>
              <p:nvPr/>
            </p:nvSpPr>
            <p:spPr>
              <a:xfrm>
                <a:off x="6126861" y="231362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0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6" name="Google Shape;3536;p28"/>
              <p:cNvSpPr/>
              <p:nvPr/>
            </p:nvSpPr>
            <p:spPr>
              <a:xfrm>
                <a:off x="6208680" y="223256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7" name="Google Shape;3537;p28"/>
              <p:cNvSpPr/>
              <p:nvPr/>
            </p:nvSpPr>
            <p:spPr>
              <a:xfrm>
                <a:off x="6290500" y="2151506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19" y="16193"/>
                      <a:pt x="0" y="12573"/>
                      <a:pt x="0" y="8096"/>
                    </a:cubicBezTo>
                    <a:cubicBezTo>
                      <a:pt x="0" y="3620"/>
                      <a:pt x="3619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8" name="Google Shape;3538;p28"/>
              <p:cNvSpPr/>
              <p:nvPr/>
            </p:nvSpPr>
            <p:spPr>
              <a:xfrm>
                <a:off x="6372225" y="2070448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9" name="Google Shape;3539;p28"/>
              <p:cNvSpPr/>
              <p:nvPr/>
            </p:nvSpPr>
            <p:spPr>
              <a:xfrm>
                <a:off x="6454140" y="1989581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0" name="Google Shape;3540;p28"/>
              <p:cNvSpPr/>
              <p:nvPr/>
            </p:nvSpPr>
            <p:spPr>
              <a:xfrm>
                <a:off x="6535959" y="1908428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1" name="Google Shape;3541;p28"/>
              <p:cNvSpPr/>
              <p:nvPr/>
            </p:nvSpPr>
            <p:spPr>
              <a:xfrm>
                <a:off x="6617779" y="1827370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2" name="Google Shape;3542;p28"/>
              <p:cNvSpPr/>
              <p:nvPr/>
            </p:nvSpPr>
            <p:spPr>
              <a:xfrm>
                <a:off x="6699599" y="1746313"/>
                <a:ext cx="12191" cy="12192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2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3" name="Google Shape;3543;p28"/>
              <p:cNvSpPr/>
              <p:nvPr/>
            </p:nvSpPr>
            <p:spPr>
              <a:xfrm>
                <a:off x="6781418" y="1665445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4" name="Google Shape;3544;p28"/>
              <p:cNvSpPr/>
              <p:nvPr/>
            </p:nvSpPr>
            <p:spPr>
              <a:xfrm>
                <a:off x="6863238" y="1584388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5" name="Google Shape;3545;p28"/>
              <p:cNvSpPr/>
              <p:nvPr/>
            </p:nvSpPr>
            <p:spPr>
              <a:xfrm>
                <a:off x="6945058" y="1503330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6" name="Google Shape;3546;p28"/>
              <p:cNvSpPr/>
              <p:nvPr/>
            </p:nvSpPr>
            <p:spPr>
              <a:xfrm>
                <a:off x="7026878" y="1422272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7" name="Google Shape;3547;p28"/>
              <p:cNvSpPr/>
              <p:nvPr/>
            </p:nvSpPr>
            <p:spPr>
              <a:xfrm>
                <a:off x="7108793" y="1341405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8" name="Google Shape;3548;p28"/>
              <p:cNvSpPr/>
              <p:nvPr/>
            </p:nvSpPr>
            <p:spPr>
              <a:xfrm>
                <a:off x="7190517" y="1260347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9" name="Google Shape;3549;p28"/>
              <p:cNvSpPr/>
              <p:nvPr/>
            </p:nvSpPr>
            <p:spPr>
              <a:xfrm>
                <a:off x="7272337" y="1179289"/>
                <a:ext cx="6476" cy="6476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6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50" name="Google Shape;3550;p28"/>
            <p:cNvGrpSpPr/>
            <p:nvPr/>
          </p:nvGrpSpPr>
          <p:grpSpPr>
            <a:xfrm>
              <a:off x="3842480" y="1185195"/>
              <a:ext cx="3280124" cy="3280218"/>
              <a:chOff x="3842480" y="1185195"/>
              <a:chExt cx="3280124" cy="3280218"/>
            </a:xfrm>
          </p:grpSpPr>
          <p:sp>
            <p:nvSpPr>
              <p:cNvPr id="3551" name="Google Shape;3551;p28"/>
              <p:cNvSpPr/>
              <p:nvPr/>
            </p:nvSpPr>
            <p:spPr>
              <a:xfrm>
                <a:off x="3842480" y="4425790"/>
                <a:ext cx="39624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3" extrusionOk="0">
                    <a:moveTo>
                      <a:pt x="39624" y="19812"/>
                    </a:moveTo>
                    <a:cubicBezTo>
                      <a:pt x="39624" y="30754"/>
                      <a:pt x="30754" y="39624"/>
                      <a:pt x="19812" y="39624"/>
                    </a:cubicBezTo>
                    <a:cubicBezTo>
                      <a:pt x="8870" y="39624"/>
                      <a:pt x="0" y="30754"/>
                      <a:pt x="0" y="19812"/>
                    </a:cubicBezTo>
                    <a:cubicBezTo>
                      <a:pt x="0" y="8870"/>
                      <a:pt x="8870" y="0"/>
                      <a:pt x="19812" y="0"/>
                    </a:cubicBezTo>
                    <a:cubicBezTo>
                      <a:pt x="30754" y="0"/>
                      <a:pt x="39624" y="8870"/>
                      <a:pt x="39624" y="198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2" name="Google Shape;3552;p28"/>
              <p:cNvSpPr/>
              <p:nvPr/>
            </p:nvSpPr>
            <p:spPr>
              <a:xfrm>
                <a:off x="3924300" y="4344923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3" name="Google Shape;3553;p28"/>
              <p:cNvSpPr/>
              <p:nvPr/>
            </p:nvSpPr>
            <p:spPr>
              <a:xfrm>
                <a:off x="4006119" y="4263865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4" name="Google Shape;3554;p28"/>
              <p:cNvSpPr/>
              <p:nvPr/>
            </p:nvSpPr>
            <p:spPr>
              <a:xfrm>
                <a:off x="4087939" y="418280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5" name="Google Shape;3555;p28"/>
              <p:cNvSpPr/>
              <p:nvPr/>
            </p:nvSpPr>
            <p:spPr>
              <a:xfrm>
                <a:off x="4169759" y="410175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6" name="Google Shape;3556;p28"/>
              <p:cNvSpPr/>
              <p:nvPr/>
            </p:nvSpPr>
            <p:spPr>
              <a:xfrm>
                <a:off x="4251674" y="4020787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7" name="Google Shape;3557;p28"/>
              <p:cNvSpPr/>
              <p:nvPr/>
            </p:nvSpPr>
            <p:spPr>
              <a:xfrm>
                <a:off x="4333398" y="3939729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8" name="Google Shape;3558;p28"/>
              <p:cNvSpPr/>
              <p:nvPr/>
            </p:nvSpPr>
            <p:spPr>
              <a:xfrm>
                <a:off x="4415218" y="3858672"/>
                <a:ext cx="33908" cy="33909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9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5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5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9" name="Google Shape;3559;p28"/>
              <p:cNvSpPr/>
              <p:nvPr/>
            </p:nvSpPr>
            <p:spPr>
              <a:xfrm>
                <a:off x="4497038" y="3777709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0" name="Google Shape;3560;p28"/>
              <p:cNvSpPr/>
              <p:nvPr/>
            </p:nvSpPr>
            <p:spPr>
              <a:xfrm rot="-5391406">
                <a:off x="4578878" y="3696629"/>
                <a:ext cx="32385" cy="32385"/>
              </a:xfrm>
              <a:custGeom>
                <a:avLst/>
                <a:gdLst/>
                <a:ahLst/>
                <a:cxnLst/>
                <a:rect l="l" t="t" r="r" b="b"/>
                <a:pathLst>
                  <a:path w="32385" h="32385" extrusionOk="0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49"/>
                      <a:pt x="32385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1" name="Google Shape;3561;p28"/>
              <p:cNvSpPr/>
              <p:nvPr/>
            </p:nvSpPr>
            <p:spPr>
              <a:xfrm>
                <a:off x="4660772" y="3615689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2" name="Google Shape;3562;p28"/>
              <p:cNvSpPr/>
              <p:nvPr/>
            </p:nvSpPr>
            <p:spPr>
              <a:xfrm>
                <a:off x="4742497" y="3534631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3" name="Google Shape;3563;p28"/>
              <p:cNvSpPr/>
              <p:nvPr/>
            </p:nvSpPr>
            <p:spPr>
              <a:xfrm>
                <a:off x="4824317" y="3453574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4" name="Google Shape;3564;p28"/>
              <p:cNvSpPr/>
              <p:nvPr/>
            </p:nvSpPr>
            <p:spPr>
              <a:xfrm>
                <a:off x="4906137" y="337261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5" name="Google Shape;3565;p28"/>
              <p:cNvSpPr/>
              <p:nvPr/>
            </p:nvSpPr>
            <p:spPr>
              <a:xfrm>
                <a:off x="4988052" y="3291649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8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6" name="Google Shape;3566;p28"/>
              <p:cNvSpPr/>
              <p:nvPr/>
            </p:nvSpPr>
            <p:spPr>
              <a:xfrm>
                <a:off x="5069871" y="3210591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7" name="Google Shape;3567;p28"/>
              <p:cNvSpPr/>
              <p:nvPr/>
            </p:nvSpPr>
            <p:spPr>
              <a:xfrm>
                <a:off x="5151596" y="3129533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8" name="Google Shape;3568;p28"/>
              <p:cNvSpPr/>
              <p:nvPr/>
            </p:nvSpPr>
            <p:spPr>
              <a:xfrm>
                <a:off x="5233416" y="3048475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9" name="Google Shape;3569;p28"/>
              <p:cNvSpPr/>
              <p:nvPr/>
            </p:nvSpPr>
            <p:spPr>
              <a:xfrm>
                <a:off x="5315330" y="2967608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0" name="Google Shape;3570;p28"/>
              <p:cNvSpPr/>
              <p:nvPr/>
            </p:nvSpPr>
            <p:spPr>
              <a:xfrm>
                <a:off x="5397150" y="2886550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1" name="Google Shape;3571;p28"/>
              <p:cNvSpPr/>
              <p:nvPr/>
            </p:nvSpPr>
            <p:spPr>
              <a:xfrm>
                <a:off x="5478970" y="280549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2" name="Google Shape;3572;p28"/>
              <p:cNvSpPr/>
              <p:nvPr/>
            </p:nvSpPr>
            <p:spPr>
              <a:xfrm>
                <a:off x="5560695" y="2724435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22669" y="11335"/>
                    </a:moveTo>
                    <a:cubicBezTo>
                      <a:pt x="22669" y="17595"/>
                      <a:pt x="17595" y="22670"/>
                      <a:pt x="11335" y="22670"/>
                    </a:cubicBezTo>
                    <a:cubicBezTo>
                      <a:pt x="5075" y="22670"/>
                      <a:pt x="0" y="17595"/>
                      <a:pt x="0" y="11335"/>
                    </a:cubicBezTo>
                    <a:cubicBezTo>
                      <a:pt x="0" y="5075"/>
                      <a:pt x="5075" y="0"/>
                      <a:pt x="11335" y="0"/>
                    </a:cubicBezTo>
                    <a:cubicBezTo>
                      <a:pt x="17595" y="0"/>
                      <a:pt x="22669" y="5075"/>
                      <a:pt x="22669" y="11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3" name="Google Shape;3573;p28"/>
              <p:cNvSpPr/>
              <p:nvPr/>
            </p:nvSpPr>
            <p:spPr>
              <a:xfrm>
                <a:off x="5642609" y="2643567"/>
                <a:ext cx="21716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4" name="Google Shape;3574;p28"/>
              <p:cNvSpPr/>
              <p:nvPr/>
            </p:nvSpPr>
            <p:spPr>
              <a:xfrm>
                <a:off x="5724429" y="256251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20955" y="10478"/>
                    </a:moveTo>
                    <a:cubicBezTo>
                      <a:pt x="20955" y="16264"/>
                      <a:pt x="16264" y="20955"/>
                      <a:pt x="10477" y="20955"/>
                    </a:cubicBezTo>
                    <a:cubicBezTo>
                      <a:pt x="4691" y="20955"/>
                      <a:pt x="0" y="16264"/>
                      <a:pt x="0" y="10478"/>
                    </a:cubicBezTo>
                    <a:cubicBezTo>
                      <a:pt x="0" y="4691"/>
                      <a:pt x="4691" y="0"/>
                      <a:pt x="10477" y="0"/>
                    </a:cubicBezTo>
                    <a:cubicBezTo>
                      <a:pt x="16264" y="0"/>
                      <a:pt x="20955" y="4691"/>
                      <a:pt x="20955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5" name="Google Shape;3575;p28"/>
              <p:cNvSpPr/>
              <p:nvPr/>
            </p:nvSpPr>
            <p:spPr>
              <a:xfrm>
                <a:off x="5806249" y="2481452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6" name="Google Shape;3576;p28"/>
              <p:cNvSpPr/>
              <p:nvPr/>
            </p:nvSpPr>
            <p:spPr>
              <a:xfrm>
                <a:off x="5888069" y="2400394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50"/>
                      <a:pt x="0" y="9716"/>
                    </a:cubicBezTo>
                    <a:cubicBezTo>
                      <a:pt x="0" y="4382"/>
                      <a:pt x="4382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7" name="Google Shape;3577;p28"/>
              <p:cNvSpPr/>
              <p:nvPr/>
            </p:nvSpPr>
            <p:spPr>
              <a:xfrm>
                <a:off x="5969888" y="2319527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8" name="Google Shape;3578;p28"/>
              <p:cNvSpPr/>
              <p:nvPr/>
            </p:nvSpPr>
            <p:spPr>
              <a:xfrm>
                <a:off x="6051708" y="223846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7"/>
                      <a:pt x="8858" y="17717"/>
                    </a:cubicBezTo>
                    <a:cubicBezTo>
                      <a:pt x="3966" y="17717"/>
                      <a:pt x="0" y="13751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9" name="Google Shape;3579;p28"/>
              <p:cNvSpPr/>
              <p:nvPr/>
            </p:nvSpPr>
            <p:spPr>
              <a:xfrm>
                <a:off x="6133528" y="215741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0" name="Google Shape;3580;p28"/>
              <p:cNvSpPr/>
              <p:nvPr/>
            </p:nvSpPr>
            <p:spPr>
              <a:xfrm>
                <a:off x="6215348" y="207635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1" name="Google Shape;3581;p28"/>
              <p:cNvSpPr/>
              <p:nvPr/>
            </p:nvSpPr>
            <p:spPr>
              <a:xfrm>
                <a:off x="6297167" y="1995296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1"/>
                      <a:pt x="12002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2" name="Google Shape;3582;p28"/>
              <p:cNvSpPr/>
              <p:nvPr/>
            </p:nvSpPr>
            <p:spPr>
              <a:xfrm>
                <a:off x="6378987" y="1914334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3" name="Google Shape;3583;p28"/>
              <p:cNvSpPr/>
              <p:nvPr/>
            </p:nvSpPr>
            <p:spPr>
              <a:xfrm>
                <a:off x="6460807" y="1833371"/>
                <a:ext cx="13716" cy="13715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5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4" name="Google Shape;3584;p28"/>
              <p:cNvSpPr/>
              <p:nvPr/>
            </p:nvSpPr>
            <p:spPr>
              <a:xfrm>
                <a:off x="6542627" y="1752313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5" name="Google Shape;3585;p28"/>
              <p:cNvSpPr/>
              <p:nvPr/>
            </p:nvSpPr>
            <p:spPr>
              <a:xfrm>
                <a:off x="6624447" y="1671160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6" name="Google Shape;3586;p28"/>
              <p:cNvSpPr/>
              <p:nvPr/>
            </p:nvSpPr>
            <p:spPr>
              <a:xfrm>
                <a:off x="6706361" y="1590293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7" name="Google Shape;3587;p28"/>
              <p:cNvSpPr/>
              <p:nvPr/>
            </p:nvSpPr>
            <p:spPr>
              <a:xfrm>
                <a:off x="6788086" y="1509235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8" name="Google Shape;3588;p28"/>
              <p:cNvSpPr/>
              <p:nvPr/>
            </p:nvSpPr>
            <p:spPr>
              <a:xfrm>
                <a:off x="6869906" y="1428178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5"/>
                    </a:moveTo>
                    <a:cubicBezTo>
                      <a:pt x="2191" y="9715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5"/>
                      <a:pt x="4858" y="9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9" name="Google Shape;3589;p28"/>
              <p:cNvSpPr/>
              <p:nvPr/>
            </p:nvSpPr>
            <p:spPr>
              <a:xfrm>
                <a:off x="6951725" y="1347120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0" name="Google Shape;3590;p28"/>
              <p:cNvSpPr/>
              <p:nvPr/>
            </p:nvSpPr>
            <p:spPr>
              <a:xfrm>
                <a:off x="7033641" y="126625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1" name="Google Shape;3591;p28"/>
              <p:cNvSpPr/>
              <p:nvPr/>
            </p:nvSpPr>
            <p:spPr>
              <a:xfrm>
                <a:off x="7115365" y="1185195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92" name="Google Shape;3592;p28"/>
            <p:cNvGrpSpPr/>
            <p:nvPr/>
          </p:nvGrpSpPr>
          <p:grpSpPr>
            <a:xfrm>
              <a:off x="3849147" y="1191100"/>
              <a:ext cx="3117342" cy="3117342"/>
              <a:chOff x="3849147" y="1191100"/>
              <a:chExt cx="3117342" cy="3117342"/>
            </a:xfrm>
          </p:grpSpPr>
          <p:sp>
            <p:nvSpPr>
              <p:cNvPr id="3593" name="Google Shape;3593;p28"/>
              <p:cNvSpPr/>
              <p:nvPr/>
            </p:nvSpPr>
            <p:spPr>
              <a:xfrm>
                <a:off x="3849147" y="426977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4" name="Google Shape;3594;p28"/>
              <p:cNvSpPr/>
              <p:nvPr/>
            </p:nvSpPr>
            <p:spPr>
              <a:xfrm>
                <a:off x="3930967" y="4188713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5" name="Google Shape;3595;p28"/>
              <p:cNvSpPr/>
              <p:nvPr/>
            </p:nvSpPr>
            <p:spPr>
              <a:xfrm>
                <a:off x="4012787" y="4107655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37148" y="18574"/>
                    </a:moveTo>
                    <a:cubicBezTo>
                      <a:pt x="37148" y="28832"/>
                      <a:pt x="28832" y="37148"/>
                      <a:pt x="18574" y="37148"/>
                    </a:cubicBezTo>
                    <a:cubicBezTo>
                      <a:pt x="8316" y="37148"/>
                      <a:pt x="0" y="28832"/>
                      <a:pt x="0" y="18574"/>
                    </a:cubicBezTo>
                    <a:cubicBezTo>
                      <a:pt x="0" y="8316"/>
                      <a:pt x="8316" y="0"/>
                      <a:pt x="18574" y="0"/>
                    </a:cubicBezTo>
                    <a:cubicBezTo>
                      <a:pt x="28832" y="0"/>
                      <a:pt x="37148" y="8316"/>
                      <a:pt x="37148" y="18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6" name="Google Shape;3596;p28"/>
              <p:cNvSpPr/>
              <p:nvPr/>
            </p:nvSpPr>
            <p:spPr>
              <a:xfrm>
                <a:off x="4094606" y="402659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7" name="Google Shape;3597;p28"/>
              <p:cNvSpPr/>
              <p:nvPr/>
            </p:nvSpPr>
            <p:spPr>
              <a:xfrm>
                <a:off x="4176521" y="3945730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8" name="Google Shape;3598;p28"/>
              <p:cNvSpPr/>
              <p:nvPr/>
            </p:nvSpPr>
            <p:spPr>
              <a:xfrm>
                <a:off x="4258246" y="3864672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9" name="Google Shape;3599;p28"/>
              <p:cNvSpPr/>
              <p:nvPr/>
            </p:nvSpPr>
            <p:spPr>
              <a:xfrm>
                <a:off x="4340066" y="3783615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0" name="Google Shape;3600;p28"/>
              <p:cNvSpPr/>
              <p:nvPr/>
            </p:nvSpPr>
            <p:spPr>
              <a:xfrm>
                <a:off x="4421886" y="3702557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1" name="Google Shape;3601;p28"/>
              <p:cNvSpPr/>
              <p:nvPr/>
            </p:nvSpPr>
            <p:spPr>
              <a:xfrm>
                <a:off x="4503800" y="3621499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097"/>
                    </a:cubicBezTo>
                    <a:cubicBezTo>
                      <a:pt x="32195" y="24955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2" name="Google Shape;3602;p28"/>
              <p:cNvSpPr/>
              <p:nvPr/>
            </p:nvSpPr>
            <p:spPr>
              <a:xfrm>
                <a:off x="4585620" y="354053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3" name="Google Shape;3603;p28"/>
              <p:cNvSpPr/>
              <p:nvPr/>
            </p:nvSpPr>
            <p:spPr>
              <a:xfrm>
                <a:off x="4667345" y="345947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4" name="Google Shape;3604;p28"/>
              <p:cNvSpPr/>
              <p:nvPr/>
            </p:nvSpPr>
            <p:spPr>
              <a:xfrm>
                <a:off x="4749164" y="3378421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5" name="Google Shape;3605;p28"/>
              <p:cNvSpPr/>
              <p:nvPr/>
            </p:nvSpPr>
            <p:spPr>
              <a:xfrm>
                <a:off x="4830984" y="3297363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7"/>
                    </a:moveTo>
                    <a:cubicBezTo>
                      <a:pt x="6572" y="29147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70"/>
                      <a:pt x="22669" y="29147"/>
                      <a:pt x="14573" y="29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6" name="Google Shape;3606;p28"/>
              <p:cNvSpPr/>
              <p:nvPr/>
            </p:nvSpPr>
            <p:spPr>
              <a:xfrm>
                <a:off x="4912899" y="3216496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7" name="Google Shape;3607;p28"/>
              <p:cNvSpPr/>
              <p:nvPr/>
            </p:nvSpPr>
            <p:spPr>
              <a:xfrm>
                <a:off x="4994719" y="3135438"/>
                <a:ext cx="27432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8" name="Google Shape;3608;p28"/>
              <p:cNvSpPr/>
              <p:nvPr/>
            </p:nvSpPr>
            <p:spPr>
              <a:xfrm>
                <a:off x="5076444" y="3054381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9" name="Google Shape;3609;p28"/>
              <p:cNvSpPr/>
              <p:nvPr/>
            </p:nvSpPr>
            <p:spPr>
              <a:xfrm>
                <a:off x="5158263" y="297332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0" name="Google Shape;3610;p28"/>
              <p:cNvSpPr/>
              <p:nvPr/>
            </p:nvSpPr>
            <p:spPr>
              <a:xfrm>
                <a:off x="5240178" y="289245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1" name="Google Shape;3611;p28"/>
              <p:cNvSpPr/>
              <p:nvPr/>
            </p:nvSpPr>
            <p:spPr>
              <a:xfrm>
                <a:off x="5321998" y="2811398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2" name="Google Shape;3612;p28"/>
              <p:cNvSpPr/>
              <p:nvPr/>
            </p:nvSpPr>
            <p:spPr>
              <a:xfrm>
                <a:off x="5403818" y="2730340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3" name="Google Shape;3613;p28"/>
              <p:cNvSpPr/>
              <p:nvPr/>
            </p:nvSpPr>
            <p:spPr>
              <a:xfrm>
                <a:off x="5485542" y="2649282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69" y="5048"/>
                      <a:pt x="22669" y="11335"/>
                    </a:cubicBezTo>
                    <a:cubicBezTo>
                      <a:pt x="22669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4" name="Google Shape;3614;p28"/>
              <p:cNvSpPr/>
              <p:nvPr/>
            </p:nvSpPr>
            <p:spPr>
              <a:xfrm>
                <a:off x="5567457" y="2568415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21717" y="10858"/>
                    </a:moveTo>
                    <a:cubicBezTo>
                      <a:pt x="21717" y="16855"/>
                      <a:pt x="16855" y="21717"/>
                      <a:pt x="10858" y="21717"/>
                    </a:cubicBezTo>
                    <a:cubicBezTo>
                      <a:pt x="4861" y="21717"/>
                      <a:pt x="0" y="16855"/>
                      <a:pt x="0" y="10858"/>
                    </a:cubicBezTo>
                    <a:cubicBezTo>
                      <a:pt x="0" y="4861"/>
                      <a:pt x="4861" y="0"/>
                      <a:pt x="10858" y="0"/>
                    </a:cubicBezTo>
                    <a:cubicBezTo>
                      <a:pt x="16855" y="0"/>
                      <a:pt x="21717" y="4861"/>
                      <a:pt x="21717" y="10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5" name="Google Shape;3615;p28"/>
              <p:cNvSpPr/>
              <p:nvPr/>
            </p:nvSpPr>
            <p:spPr>
              <a:xfrm>
                <a:off x="5649277" y="2487357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6" name="Google Shape;3616;p28"/>
              <p:cNvSpPr/>
              <p:nvPr/>
            </p:nvSpPr>
            <p:spPr>
              <a:xfrm>
                <a:off x="5731097" y="240630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7" name="Google Shape;3617;p28"/>
              <p:cNvSpPr/>
              <p:nvPr/>
            </p:nvSpPr>
            <p:spPr>
              <a:xfrm>
                <a:off x="5812916" y="232524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8" name="Google Shape;3618;p28"/>
              <p:cNvSpPr/>
              <p:nvPr/>
            </p:nvSpPr>
            <p:spPr>
              <a:xfrm>
                <a:off x="5894736" y="224428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7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9" name="Google Shape;3619;p28"/>
              <p:cNvSpPr/>
              <p:nvPr/>
            </p:nvSpPr>
            <p:spPr>
              <a:xfrm>
                <a:off x="5976556" y="216331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0" name="Google Shape;3620;p28"/>
              <p:cNvSpPr/>
              <p:nvPr/>
            </p:nvSpPr>
            <p:spPr>
              <a:xfrm>
                <a:off x="6058376" y="2082259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4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1" name="Google Shape;3621;p28"/>
              <p:cNvSpPr/>
              <p:nvPr/>
            </p:nvSpPr>
            <p:spPr>
              <a:xfrm>
                <a:off x="6140195" y="2001201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2" name="Google Shape;3622;p28"/>
              <p:cNvSpPr/>
              <p:nvPr/>
            </p:nvSpPr>
            <p:spPr>
              <a:xfrm>
                <a:off x="6222015" y="1920144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1" y="7715"/>
                    </a:moveTo>
                    <a:cubicBezTo>
                      <a:pt x="15431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1" y="3454"/>
                      <a:pt x="15431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3" name="Google Shape;3623;p28"/>
              <p:cNvSpPr/>
              <p:nvPr/>
            </p:nvSpPr>
            <p:spPr>
              <a:xfrm>
                <a:off x="6303835" y="1839276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4" name="Google Shape;3624;p28"/>
              <p:cNvSpPr/>
              <p:nvPr/>
            </p:nvSpPr>
            <p:spPr>
              <a:xfrm>
                <a:off x="6385655" y="1758219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5" name="Google Shape;3625;p28"/>
              <p:cNvSpPr/>
              <p:nvPr/>
            </p:nvSpPr>
            <p:spPr>
              <a:xfrm>
                <a:off x="6467475" y="1677161"/>
                <a:ext cx="1295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6" name="Google Shape;3626;p28"/>
              <p:cNvSpPr/>
              <p:nvPr/>
            </p:nvSpPr>
            <p:spPr>
              <a:xfrm>
                <a:off x="6549294" y="1596103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7" name="Google Shape;3627;p28"/>
              <p:cNvSpPr/>
              <p:nvPr/>
            </p:nvSpPr>
            <p:spPr>
              <a:xfrm>
                <a:off x="6631209" y="151514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8" name="Google Shape;3628;p28"/>
              <p:cNvSpPr/>
              <p:nvPr/>
            </p:nvSpPr>
            <p:spPr>
              <a:xfrm>
                <a:off x="6712934" y="143408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9" name="Google Shape;3629;p28"/>
              <p:cNvSpPr/>
              <p:nvPr/>
            </p:nvSpPr>
            <p:spPr>
              <a:xfrm>
                <a:off x="6794754" y="135312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0" name="Google Shape;3630;p28"/>
              <p:cNvSpPr/>
              <p:nvPr/>
            </p:nvSpPr>
            <p:spPr>
              <a:xfrm>
                <a:off x="6876573" y="1271967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1" name="Google Shape;3631;p28"/>
              <p:cNvSpPr/>
              <p:nvPr/>
            </p:nvSpPr>
            <p:spPr>
              <a:xfrm>
                <a:off x="6958488" y="1191100"/>
                <a:ext cx="8001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0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" name="Google Shape;3136;p28">
            <a:extLst>
              <a:ext uri="{FF2B5EF4-FFF2-40B4-BE49-F238E27FC236}">
                <a16:creationId xmlns:a16="http://schemas.microsoft.com/office/drawing/2014/main" id="{DC6FE2F6-4FE3-B60D-1EAA-2BDC7B296B9A}"/>
              </a:ext>
            </a:extLst>
          </p:cNvPr>
          <p:cNvSpPr txBox="1">
            <a:spLocks/>
          </p:cNvSpPr>
          <p:nvPr/>
        </p:nvSpPr>
        <p:spPr>
          <a:xfrm>
            <a:off x="1412100" y="3186245"/>
            <a:ext cx="6319800" cy="43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fr-FR" dirty="0">
                <a:solidFill>
                  <a:schemeClr val="accent6"/>
                </a:solidFill>
                <a:latin typeface="Montserrat" panose="00000500000000000000" pitchFamily="2" charset="0"/>
              </a:rPr>
              <a:t>US </a:t>
            </a:r>
            <a:r>
              <a:rPr lang="fr-FR" dirty="0" err="1">
                <a:solidFill>
                  <a:schemeClr val="accent6"/>
                </a:solidFill>
                <a:latin typeface="Montserrat" panose="00000500000000000000" pitchFamily="2" charset="0"/>
              </a:rPr>
              <a:t>Equity</a:t>
            </a:r>
            <a:r>
              <a:rPr lang="fr-FR" dirty="0">
                <a:solidFill>
                  <a:schemeClr val="accent6"/>
                </a:solidFill>
                <a:latin typeface="Montserrat" panose="00000500000000000000" pitchFamily="2" charset="0"/>
              </a:rPr>
              <a:t> Portfolio  •  AAPL • JPM • JNJ • XOM • WMT</a:t>
            </a:r>
          </a:p>
        </p:txBody>
      </p:sp>
      <p:pic>
        <p:nvPicPr>
          <p:cNvPr id="4" name="Image 3" descr="The image shows a vibrant bouquet of colorful flowers arranged in a circular pattern.&#10;&#10;Le contenu généré par l’IA peut être incorrect.">
            <a:extLst>
              <a:ext uri="{FF2B5EF4-FFF2-40B4-BE49-F238E27FC236}">
                <a16:creationId xmlns:a16="http://schemas.microsoft.com/office/drawing/2014/main" id="{0D65B12F-C65A-BB50-A669-C3AE3CA82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82" y="192333"/>
            <a:ext cx="2455635" cy="442819"/>
          </a:xfrm>
          <a:prstGeom prst="rect">
            <a:avLst/>
          </a:prstGeom>
        </p:spPr>
      </p:pic>
      <p:sp>
        <p:nvSpPr>
          <p:cNvPr id="7" name="Google Shape;3136;p28">
            <a:extLst>
              <a:ext uri="{FF2B5EF4-FFF2-40B4-BE49-F238E27FC236}">
                <a16:creationId xmlns:a16="http://schemas.microsoft.com/office/drawing/2014/main" id="{09B11AA4-1AF9-6FB8-7B55-6F7FB0B17289}"/>
              </a:ext>
            </a:extLst>
          </p:cNvPr>
          <p:cNvSpPr txBox="1">
            <a:spLocks/>
          </p:cNvSpPr>
          <p:nvPr/>
        </p:nvSpPr>
        <p:spPr>
          <a:xfrm>
            <a:off x="2698395" y="4711256"/>
            <a:ext cx="6582080" cy="43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fr-FR" sz="1200" dirty="0">
                <a:latin typeface="Montserrat" panose="00000500000000000000" pitchFamily="2" charset="0"/>
              </a:rPr>
              <a:t>Noah MARTINS DE PINA, </a:t>
            </a:r>
            <a:r>
              <a:rPr lang="fr-FR" sz="1200" dirty="0" err="1">
                <a:latin typeface="Montserrat" panose="00000500000000000000" pitchFamily="2" charset="0"/>
              </a:rPr>
              <a:t>Evrim</a:t>
            </a:r>
            <a:r>
              <a:rPr lang="fr-FR" sz="1200" dirty="0">
                <a:latin typeface="Montserrat" panose="00000500000000000000" pitchFamily="2" charset="0"/>
              </a:rPr>
              <a:t> ACER, Lenny MOUKAH, Syphax BOUARABA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5">
          <a:extLst>
            <a:ext uri="{FF2B5EF4-FFF2-40B4-BE49-F238E27FC236}">
              <a16:creationId xmlns:a16="http://schemas.microsoft.com/office/drawing/2014/main" id="{13D3B17D-43F4-7186-2257-59AD0E1E7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36" name="Google Shape;3636;p29">
            <a:extLst>
              <a:ext uri="{FF2B5EF4-FFF2-40B4-BE49-F238E27FC236}">
                <a16:creationId xmlns:a16="http://schemas.microsoft.com/office/drawing/2014/main" id="{C9117D6E-910E-7607-642D-212D8C733861}"/>
              </a:ext>
            </a:extLst>
          </p:cNvPr>
          <p:cNvGrpSpPr/>
          <p:nvPr/>
        </p:nvGrpSpPr>
        <p:grpSpPr>
          <a:xfrm>
            <a:off x="-1694564" y="2258717"/>
            <a:ext cx="4552378" cy="4582857"/>
            <a:chOff x="3819525" y="1138237"/>
            <a:chExt cx="4552378" cy="4582857"/>
          </a:xfrm>
        </p:grpSpPr>
        <p:grpSp>
          <p:nvGrpSpPr>
            <p:cNvPr id="3637" name="Google Shape;3637;p29">
              <a:extLst>
                <a:ext uri="{FF2B5EF4-FFF2-40B4-BE49-F238E27FC236}">
                  <a16:creationId xmlns:a16="http://schemas.microsoft.com/office/drawing/2014/main" id="{C7C3BB14-3EB7-ED8F-AB14-5A240B358E26}"/>
                </a:ext>
              </a:extLst>
            </p:cNvPr>
            <p:cNvGrpSpPr/>
            <p:nvPr/>
          </p:nvGrpSpPr>
          <p:grpSpPr>
            <a:xfrm>
              <a:off x="3821144" y="1138237"/>
              <a:ext cx="4550759" cy="4582857"/>
              <a:chOff x="3821144" y="1138237"/>
              <a:chExt cx="4550759" cy="4582857"/>
            </a:xfrm>
          </p:grpSpPr>
          <p:sp>
            <p:nvSpPr>
              <p:cNvPr id="3638" name="Google Shape;3638;p29">
                <a:extLst>
                  <a:ext uri="{FF2B5EF4-FFF2-40B4-BE49-F238E27FC236}">
                    <a16:creationId xmlns:a16="http://schemas.microsoft.com/office/drawing/2014/main" id="{A4CD94BF-8BE9-0D5C-AD90-2E5BC0F7C95A}"/>
                  </a:ext>
                </a:extLst>
              </p:cNvPr>
              <p:cNvSpPr/>
              <p:nvPr/>
            </p:nvSpPr>
            <p:spPr>
              <a:xfrm>
                <a:off x="3821144" y="5675089"/>
                <a:ext cx="23050" cy="46005"/>
              </a:xfrm>
              <a:custGeom>
                <a:avLst/>
                <a:gdLst/>
                <a:ahLst/>
                <a:cxnLst/>
                <a:rect l="l" t="t" r="r" b="b"/>
                <a:pathLst>
                  <a:path w="23050" h="46005" extrusionOk="0">
                    <a:moveTo>
                      <a:pt x="0" y="0"/>
                    </a:moveTo>
                    <a:cubicBezTo>
                      <a:pt x="12668" y="0"/>
                      <a:pt x="23051" y="10287"/>
                      <a:pt x="23051" y="22955"/>
                    </a:cubicBezTo>
                    <a:cubicBezTo>
                      <a:pt x="23051" y="35623"/>
                      <a:pt x="12764" y="46006"/>
                      <a:pt x="0" y="4600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9" name="Google Shape;3639;p29">
                <a:extLst>
                  <a:ext uri="{FF2B5EF4-FFF2-40B4-BE49-F238E27FC236}">
                    <a16:creationId xmlns:a16="http://schemas.microsoft.com/office/drawing/2014/main" id="{24713197-C8A0-647F-576A-9B49FD2B4F16}"/>
                  </a:ext>
                </a:extLst>
              </p:cNvPr>
              <p:cNvSpPr/>
              <p:nvPr/>
            </p:nvSpPr>
            <p:spPr>
              <a:xfrm>
                <a:off x="3870960" y="5594127"/>
                <a:ext cx="45148" cy="45148"/>
              </a:xfrm>
              <a:custGeom>
                <a:avLst/>
                <a:gdLst/>
                <a:ahLst/>
                <a:cxnLst/>
                <a:rect l="l" t="t" r="r" b="b"/>
                <a:pathLst>
                  <a:path w="45148" h="45148" extrusionOk="0">
                    <a:moveTo>
                      <a:pt x="22574" y="45148"/>
                    </a:moveTo>
                    <a:cubicBezTo>
                      <a:pt x="10096" y="45148"/>
                      <a:pt x="0" y="35052"/>
                      <a:pt x="0" y="22574"/>
                    </a:cubicBezTo>
                    <a:cubicBezTo>
                      <a:pt x="0" y="10096"/>
                      <a:pt x="10096" y="0"/>
                      <a:pt x="22574" y="0"/>
                    </a:cubicBezTo>
                    <a:cubicBezTo>
                      <a:pt x="35052" y="0"/>
                      <a:pt x="45149" y="10096"/>
                      <a:pt x="45149" y="22574"/>
                    </a:cubicBezTo>
                    <a:cubicBezTo>
                      <a:pt x="45149" y="35052"/>
                      <a:pt x="35052" y="45148"/>
                      <a:pt x="22574" y="45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0" name="Google Shape;3640;p29">
                <a:extLst>
                  <a:ext uri="{FF2B5EF4-FFF2-40B4-BE49-F238E27FC236}">
                    <a16:creationId xmlns:a16="http://schemas.microsoft.com/office/drawing/2014/main" id="{33D74113-DEF6-ABC2-D696-5C9D710175E5}"/>
                  </a:ext>
                </a:extLst>
              </p:cNvPr>
              <p:cNvSpPr/>
              <p:nvPr/>
            </p:nvSpPr>
            <p:spPr>
              <a:xfrm>
                <a:off x="3952684" y="5513069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7"/>
                    </a:moveTo>
                    <a:cubicBezTo>
                      <a:pt x="9906" y="44387"/>
                      <a:pt x="0" y="34481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1"/>
                      <a:pt x="34481" y="44387"/>
                      <a:pt x="22193" y="443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1" name="Google Shape;3641;p29">
                <a:extLst>
                  <a:ext uri="{FF2B5EF4-FFF2-40B4-BE49-F238E27FC236}">
                    <a16:creationId xmlns:a16="http://schemas.microsoft.com/office/drawing/2014/main" id="{F524B5C5-B372-4836-AC89-8E2EC6379BFC}"/>
                  </a:ext>
                </a:extLst>
              </p:cNvPr>
              <p:cNvSpPr/>
              <p:nvPr/>
            </p:nvSpPr>
            <p:spPr>
              <a:xfrm>
                <a:off x="4034504" y="5432011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811"/>
                      <a:pt x="43625" y="21812"/>
                    </a:cubicBezTo>
                    <a:cubicBezTo>
                      <a:pt x="43625" y="33814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2" name="Google Shape;3642;p29">
                <a:extLst>
                  <a:ext uri="{FF2B5EF4-FFF2-40B4-BE49-F238E27FC236}">
                    <a16:creationId xmlns:a16="http://schemas.microsoft.com/office/drawing/2014/main" id="{694C0E94-FB4B-0488-9F30-9A5C353DCD29}"/>
                  </a:ext>
                </a:extLst>
              </p:cNvPr>
              <p:cNvSpPr/>
              <p:nvPr/>
            </p:nvSpPr>
            <p:spPr>
              <a:xfrm>
                <a:off x="4116323" y="5350953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3" name="Google Shape;3643;p29">
                <a:extLst>
                  <a:ext uri="{FF2B5EF4-FFF2-40B4-BE49-F238E27FC236}">
                    <a16:creationId xmlns:a16="http://schemas.microsoft.com/office/drawing/2014/main" id="{765AE14C-9EFF-990E-048B-03DC82D0B939}"/>
                  </a:ext>
                </a:extLst>
              </p:cNvPr>
              <p:cNvSpPr/>
              <p:nvPr/>
            </p:nvSpPr>
            <p:spPr>
              <a:xfrm>
                <a:off x="4198238" y="5270086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4" name="Google Shape;3644;p29">
                <a:extLst>
                  <a:ext uri="{FF2B5EF4-FFF2-40B4-BE49-F238E27FC236}">
                    <a16:creationId xmlns:a16="http://schemas.microsoft.com/office/drawing/2014/main" id="{2CBD5B93-5F52-472F-BA3D-7B136442CD79}"/>
                  </a:ext>
                </a:extLst>
              </p:cNvPr>
              <p:cNvSpPr/>
              <p:nvPr/>
            </p:nvSpPr>
            <p:spPr>
              <a:xfrm>
                <a:off x="4279963" y="5189028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5" name="Google Shape;3645;p29">
                <a:extLst>
                  <a:ext uri="{FF2B5EF4-FFF2-40B4-BE49-F238E27FC236}">
                    <a16:creationId xmlns:a16="http://schemas.microsoft.com/office/drawing/2014/main" id="{5147841F-F054-AA1F-E233-3EC46E3A1674}"/>
                  </a:ext>
                </a:extLst>
              </p:cNvPr>
              <p:cNvSpPr/>
              <p:nvPr/>
            </p:nvSpPr>
            <p:spPr>
              <a:xfrm>
                <a:off x="4361783" y="5107971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6" name="Google Shape;3646;p29">
                <a:extLst>
                  <a:ext uri="{FF2B5EF4-FFF2-40B4-BE49-F238E27FC236}">
                    <a16:creationId xmlns:a16="http://schemas.microsoft.com/office/drawing/2014/main" id="{A5A5D28E-11AC-5EB6-846C-C02B2F379541}"/>
                  </a:ext>
                </a:extLst>
              </p:cNvPr>
              <p:cNvSpPr/>
              <p:nvPr/>
            </p:nvSpPr>
            <p:spPr>
              <a:xfrm>
                <a:off x="4443602" y="5026913"/>
                <a:ext cx="39624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7" name="Google Shape;3647;p29">
                <a:extLst>
                  <a:ext uri="{FF2B5EF4-FFF2-40B4-BE49-F238E27FC236}">
                    <a16:creationId xmlns:a16="http://schemas.microsoft.com/office/drawing/2014/main" id="{09625A41-71C7-8B55-FC48-21BD529E1D39}"/>
                  </a:ext>
                </a:extLst>
              </p:cNvPr>
              <p:cNvSpPr/>
              <p:nvPr/>
            </p:nvSpPr>
            <p:spPr>
              <a:xfrm>
                <a:off x="4525518" y="4946046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8" name="Google Shape;3648;p29">
                <a:extLst>
                  <a:ext uri="{FF2B5EF4-FFF2-40B4-BE49-F238E27FC236}">
                    <a16:creationId xmlns:a16="http://schemas.microsoft.com/office/drawing/2014/main" id="{100FF8F7-6583-0AB1-CE63-DC1CEB947DF2}"/>
                  </a:ext>
                </a:extLst>
              </p:cNvPr>
              <p:cNvSpPr/>
              <p:nvPr/>
            </p:nvSpPr>
            <p:spPr>
              <a:xfrm>
                <a:off x="4607337" y="486498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9" name="Google Shape;3649;p29">
                <a:extLst>
                  <a:ext uri="{FF2B5EF4-FFF2-40B4-BE49-F238E27FC236}">
                    <a16:creationId xmlns:a16="http://schemas.microsoft.com/office/drawing/2014/main" id="{A9D3D4F7-F7C9-D5A7-9587-43675D6A5060}"/>
                  </a:ext>
                </a:extLst>
              </p:cNvPr>
              <p:cNvSpPr/>
              <p:nvPr/>
            </p:nvSpPr>
            <p:spPr>
              <a:xfrm>
                <a:off x="4689062" y="4783930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0" name="Google Shape;3650;p29">
                <a:extLst>
                  <a:ext uri="{FF2B5EF4-FFF2-40B4-BE49-F238E27FC236}">
                    <a16:creationId xmlns:a16="http://schemas.microsoft.com/office/drawing/2014/main" id="{6337A096-DB7C-B41A-E18D-C3EA8F7059A9}"/>
                  </a:ext>
                </a:extLst>
              </p:cNvPr>
              <p:cNvSpPr/>
              <p:nvPr/>
            </p:nvSpPr>
            <p:spPr>
              <a:xfrm>
                <a:off x="4770881" y="4702872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1" name="Google Shape;3651;p29">
                <a:extLst>
                  <a:ext uri="{FF2B5EF4-FFF2-40B4-BE49-F238E27FC236}">
                    <a16:creationId xmlns:a16="http://schemas.microsoft.com/office/drawing/2014/main" id="{ABABC444-6878-1946-6960-69FEB1EF01C5}"/>
                  </a:ext>
                </a:extLst>
              </p:cNvPr>
              <p:cNvSpPr/>
              <p:nvPr/>
            </p:nvSpPr>
            <p:spPr>
              <a:xfrm>
                <a:off x="4852797" y="4622005"/>
                <a:ext cx="35432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2" h="35433" extrusionOk="0">
                    <a:moveTo>
                      <a:pt x="17716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6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6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2" name="Google Shape;3652;p29">
                <a:extLst>
                  <a:ext uri="{FF2B5EF4-FFF2-40B4-BE49-F238E27FC236}">
                    <a16:creationId xmlns:a16="http://schemas.microsoft.com/office/drawing/2014/main" id="{00F9D6C2-27C5-3D7C-DDB9-FDA40712FBE8}"/>
                  </a:ext>
                </a:extLst>
              </p:cNvPr>
              <p:cNvSpPr/>
              <p:nvPr/>
            </p:nvSpPr>
            <p:spPr>
              <a:xfrm>
                <a:off x="4934616" y="4540947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3" name="Google Shape;3653;p29">
                <a:extLst>
                  <a:ext uri="{FF2B5EF4-FFF2-40B4-BE49-F238E27FC236}">
                    <a16:creationId xmlns:a16="http://schemas.microsoft.com/office/drawing/2014/main" id="{004176F6-36C8-F26C-5446-1268ED35DE35}"/>
                  </a:ext>
                </a:extLst>
              </p:cNvPr>
              <p:cNvSpPr/>
              <p:nvPr/>
            </p:nvSpPr>
            <p:spPr>
              <a:xfrm>
                <a:off x="5016436" y="4459890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4" name="Google Shape;3654;p29">
                <a:extLst>
                  <a:ext uri="{FF2B5EF4-FFF2-40B4-BE49-F238E27FC236}">
                    <a16:creationId xmlns:a16="http://schemas.microsoft.com/office/drawing/2014/main" id="{544D7F0C-8349-5D0A-13CF-A95EC26CFE18}"/>
                  </a:ext>
                </a:extLst>
              </p:cNvPr>
              <p:cNvSpPr/>
              <p:nvPr/>
            </p:nvSpPr>
            <p:spPr>
              <a:xfrm>
                <a:off x="5098161" y="4378832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5" name="Google Shape;3655;p29">
                <a:extLst>
                  <a:ext uri="{FF2B5EF4-FFF2-40B4-BE49-F238E27FC236}">
                    <a16:creationId xmlns:a16="http://schemas.microsoft.com/office/drawing/2014/main" id="{057C50E4-26F9-C5E0-F951-2F0E1E4B480B}"/>
                  </a:ext>
                </a:extLst>
              </p:cNvPr>
              <p:cNvSpPr/>
              <p:nvPr/>
            </p:nvSpPr>
            <p:spPr>
              <a:xfrm>
                <a:off x="5180075" y="4297870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193"/>
                    </a:cubicBezTo>
                    <a:cubicBezTo>
                      <a:pt x="32195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6" name="Google Shape;3656;p29">
                <a:extLst>
                  <a:ext uri="{FF2B5EF4-FFF2-40B4-BE49-F238E27FC236}">
                    <a16:creationId xmlns:a16="http://schemas.microsoft.com/office/drawing/2014/main" id="{F477A67A-990D-3524-465F-43327DD4A241}"/>
                  </a:ext>
                </a:extLst>
              </p:cNvPr>
              <p:cNvSpPr/>
              <p:nvPr/>
            </p:nvSpPr>
            <p:spPr>
              <a:xfrm>
                <a:off x="5261895" y="421690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7" name="Google Shape;3657;p29">
                <a:extLst>
                  <a:ext uri="{FF2B5EF4-FFF2-40B4-BE49-F238E27FC236}">
                    <a16:creationId xmlns:a16="http://schemas.microsoft.com/office/drawing/2014/main" id="{EA72273E-4D2A-3927-943E-B6FEC183F54B}"/>
                  </a:ext>
                </a:extLst>
              </p:cNvPr>
              <p:cNvSpPr/>
              <p:nvPr/>
            </p:nvSpPr>
            <p:spPr>
              <a:xfrm>
                <a:off x="5343715" y="413584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8" name="Google Shape;3658;p29">
                <a:extLst>
                  <a:ext uri="{FF2B5EF4-FFF2-40B4-BE49-F238E27FC236}">
                    <a16:creationId xmlns:a16="http://schemas.microsoft.com/office/drawing/2014/main" id="{9D84C263-56B4-5D47-5071-0976E7CE4251}"/>
                  </a:ext>
                </a:extLst>
              </p:cNvPr>
              <p:cNvSpPr/>
              <p:nvPr/>
            </p:nvSpPr>
            <p:spPr>
              <a:xfrm>
                <a:off x="5425535" y="4054792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9" name="Google Shape;3659;p29">
                <a:extLst>
                  <a:ext uri="{FF2B5EF4-FFF2-40B4-BE49-F238E27FC236}">
                    <a16:creationId xmlns:a16="http://schemas.microsoft.com/office/drawing/2014/main" id="{E3D2CCDE-F4E6-5677-A9A4-BC97CA8F9091}"/>
                  </a:ext>
                </a:extLst>
              </p:cNvPr>
              <p:cNvSpPr/>
              <p:nvPr/>
            </p:nvSpPr>
            <p:spPr>
              <a:xfrm>
                <a:off x="5507259" y="3973734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0" name="Google Shape;3660;p29">
                <a:extLst>
                  <a:ext uri="{FF2B5EF4-FFF2-40B4-BE49-F238E27FC236}">
                    <a16:creationId xmlns:a16="http://schemas.microsoft.com/office/drawing/2014/main" id="{B084B831-9223-76F5-985F-7E8080C70604}"/>
                  </a:ext>
                </a:extLst>
              </p:cNvPr>
              <p:cNvSpPr/>
              <p:nvPr/>
            </p:nvSpPr>
            <p:spPr>
              <a:xfrm>
                <a:off x="5589174" y="3892867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1" name="Google Shape;3661;p29">
                <a:extLst>
                  <a:ext uri="{FF2B5EF4-FFF2-40B4-BE49-F238E27FC236}">
                    <a16:creationId xmlns:a16="http://schemas.microsoft.com/office/drawing/2014/main" id="{C84E8611-36B4-859D-E3BE-2586F0D73B0B}"/>
                  </a:ext>
                </a:extLst>
              </p:cNvPr>
              <p:cNvSpPr/>
              <p:nvPr/>
            </p:nvSpPr>
            <p:spPr>
              <a:xfrm>
                <a:off x="5670994" y="3811809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2" name="Google Shape;3662;p29">
                <a:extLst>
                  <a:ext uri="{FF2B5EF4-FFF2-40B4-BE49-F238E27FC236}">
                    <a16:creationId xmlns:a16="http://schemas.microsoft.com/office/drawing/2014/main" id="{0E716C52-BE0C-AE51-C59F-39E41A230E40}"/>
                  </a:ext>
                </a:extLst>
              </p:cNvPr>
              <p:cNvSpPr/>
              <p:nvPr/>
            </p:nvSpPr>
            <p:spPr>
              <a:xfrm>
                <a:off x="5752814" y="3730751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3" name="Google Shape;3663;p29">
                <a:extLst>
                  <a:ext uri="{FF2B5EF4-FFF2-40B4-BE49-F238E27FC236}">
                    <a16:creationId xmlns:a16="http://schemas.microsoft.com/office/drawing/2014/main" id="{75DEA8A0-4340-2B21-E537-63234300423F}"/>
                  </a:ext>
                </a:extLst>
              </p:cNvPr>
              <p:cNvSpPr/>
              <p:nvPr/>
            </p:nvSpPr>
            <p:spPr>
              <a:xfrm>
                <a:off x="5834633" y="364969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4" name="Google Shape;3664;p29">
                <a:extLst>
                  <a:ext uri="{FF2B5EF4-FFF2-40B4-BE49-F238E27FC236}">
                    <a16:creationId xmlns:a16="http://schemas.microsoft.com/office/drawing/2014/main" id="{A98FEA15-185C-B2D9-C503-7B83C4D52105}"/>
                  </a:ext>
                </a:extLst>
              </p:cNvPr>
              <p:cNvSpPr/>
              <p:nvPr/>
            </p:nvSpPr>
            <p:spPr>
              <a:xfrm>
                <a:off x="5916453" y="35688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5" name="Google Shape;3665;p29">
                <a:extLst>
                  <a:ext uri="{FF2B5EF4-FFF2-40B4-BE49-F238E27FC236}">
                    <a16:creationId xmlns:a16="http://schemas.microsoft.com/office/drawing/2014/main" id="{8952C7DA-92FE-418A-980D-9187571E6FBC}"/>
                  </a:ext>
                </a:extLst>
              </p:cNvPr>
              <p:cNvSpPr/>
              <p:nvPr/>
            </p:nvSpPr>
            <p:spPr>
              <a:xfrm>
                <a:off x="5998273" y="348767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6" name="Google Shape;3666;p29">
                <a:extLst>
                  <a:ext uri="{FF2B5EF4-FFF2-40B4-BE49-F238E27FC236}">
                    <a16:creationId xmlns:a16="http://schemas.microsoft.com/office/drawing/2014/main" id="{7EF1291D-0E4B-5440-E962-AF123AE02097}"/>
                  </a:ext>
                </a:extLst>
              </p:cNvPr>
              <p:cNvSpPr/>
              <p:nvPr/>
            </p:nvSpPr>
            <p:spPr>
              <a:xfrm>
                <a:off x="6080093" y="340661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7" name="Google Shape;3667;p29">
                <a:extLst>
                  <a:ext uri="{FF2B5EF4-FFF2-40B4-BE49-F238E27FC236}">
                    <a16:creationId xmlns:a16="http://schemas.microsoft.com/office/drawing/2014/main" id="{C984F4AB-688B-A401-01A2-CA5A83B005B9}"/>
                  </a:ext>
                </a:extLst>
              </p:cNvPr>
              <p:cNvSpPr/>
              <p:nvPr/>
            </p:nvSpPr>
            <p:spPr>
              <a:xfrm>
                <a:off x="6161912" y="332555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8" name="Google Shape;3668;p29">
                <a:extLst>
                  <a:ext uri="{FF2B5EF4-FFF2-40B4-BE49-F238E27FC236}">
                    <a16:creationId xmlns:a16="http://schemas.microsoft.com/office/drawing/2014/main" id="{F8E655AA-D4B7-DCFC-1231-B75CFEA2EAF0}"/>
                  </a:ext>
                </a:extLst>
              </p:cNvPr>
              <p:cNvSpPr/>
              <p:nvPr/>
            </p:nvSpPr>
            <p:spPr>
              <a:xfrm>
                <a:off x="6243828" y="3244690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9" name="Google Shape;3669;p29">
                <a:extLst>
                  <a:ext uri="{FF2B5EF4-FFF2-40B4-BE49-F238E27FC236}">
                    <a16:creationId xmlns:a16="http://schemas.microsoft.com/office/drawing/2014/main" id="{E501A969-3822-3429-841B-AE565123E64E}"/>
                  </a:ext>
                </a:extLst>
              </p:cNvPr>
              <p:cNvSpPr/>
              <p:nvPr/>
            </p:nvSpPr>
            <p:spPr>
              <a:xfrm>
                <a:off x="6325552" y="316363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8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8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8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0" name="Google Shape;3670;p29">
                <a:extLst>
                  <a:ext uri="{FF2B5EF4-FFF2-40B4-BE49-F238E27FC236}">
                    <a16:creationId xmlns:a16="http://schemas.microsoft.com/office/drawing/2014/main" id="{7E1672CD-95B4-76F2-A8DE-FA4E225BE5CD}"/>
                  </a:ext>
                </a:extLst>
              </p:cNvPr>
              <p:cNvSpPr/>
              <p:nvPr/>
            </p:nvSpPr>
            <p:spPr>
              <a:xfrm>
                <a:off x="6407372" y="3082575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1" name="Google Shape;3671;p29">
                <a:extLst>
                  <a:ext uri="{FF2B5EF4-FFF2-40B4-BE49-F238E27FC236}">
                    <a16:creationId xmlns:a16="http://schemas.microsoft.com/office/drawing/2014/main" id="{9250751E-DABF-F7C5-3E88-759033DF7EFC}"/>
                  </a:ext>
                </a:extLst>
              </p:cNvPr>
              <p:cNvSpPr/>
              <p:nvPr/>
            </p:nvSpPr>
            <p:spPr>
              <a:xfrm>
                <a:off x="6489191" y="3001517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2" name="Google Shape;3672;p29">
                <a:extLst>
                  <a:ext uri="{FF2B5EF4-FFF2-40B4-BE49-F238E27FC236}">
                    <a16:creationId xmlns:a16="http://schemas.microsoft.com/office/drawing/2014/main" id="{C39ED08A-0723-5F45-6D64-749B7C3CC9BF}"/>
                  </a:ext>
                </a:extLst>
              </p:cNvPr>
              <p:cNvSpPr/>
              <p:nvPr/>
            </p:nvSpPr>
            <p:spPr>
              <a:xfrm>
                <a:off x="6571107" y="292065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3" name="Google Shape;3673;p29">
                <a:extLst>
                  <a:ext uri="{FF2B5EF4-FFF2-40B4-BE49-F238E27FC236}">
                    <a16:creationId xmlns:a16="http://schemas.microsoft.com/office/drawing/2014/main" id="{F3D401D4-DB5B-41FC-C448-7B0BA49450C5}"/>
                  </a:ext>
                </a:extLst>
              </p:cNvPr>
              <p:cNvSpPr/>
              <p:nvPr/>
            </p:nvSpPr>
            <p:spPr>
              <a:xfrm>
                <a:off x="6652926" y="283959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4" name="Google Shape;3674;p29">
                <a:extLst>
                  <a:ext uri="{FF2B5EF4-FFF2-40B4-BE49-F238E27FC236}">
                    <a16:creationId xmlns:a16="http://schemas.microsoft.com/office/drawing/2014/main" id="{A21E1DB7-2F0D-AF9C-5CDD-4FD2E8E550B8}"/>
                  </a:ext>
                </a:extLst>
              </p:cNvPr>
              <p:cNvSpPr/>
              <p:nvPr/>
            </p:nvSpPr>
            <p:spPr>
              <a:xfrm>
                <a:off x="6734651" y="275853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5" name="Google Shape;3675;p29">
                <a:extLst>
                  <a:ext uri="{FF2B5EF4-FFF2-40B4-BE49-F238E27FC236}">
                    <a16:creationId xmlns:a16="http://schemas.microsoft.com/office/drawing/2014/main" id="{0568387E-F082-F5DA-C055-8A86C9A4B010}"/>
                  </a:ext>
                </a:extLst>
              </p:cNvPr>
              <p:cNvSpPr/>
              <p:nvPr/>
            </p:nvSpPr>
            <p:spPr>
              <a:xfrm>
                <a:off x="6816471" y="267747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6" name="Google Shape;3676;p29">
                <a:extLst>
                  <a:ext uri="{FF2B5EF4-FFF2-40B4-BE49-F238E27FC236}">
                    <a16:creationId xmlns:a16="http://schemas.microsoft.com/office/drawing/2014/main" id="{39D9C41E-6A7C-E388-0EA8-6C5E6D8E893F}"/>
                  </a:ext>
                </a:extLst>
              </p:cNvPr>
              <p:cNvSpPr/>
              <p:nvPr/>
            </p:nvSpPr>
            <p:spPr>
              <a:xfrm>
                <a:off x="6898385" y="2596419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7" name="Google Shape;3677;p29">
                <a:extLst>
                  <a:ext uri="{FF2B5EF4-FFF2-40B4-BE49-F238E27FC236}">
                    <a16:creationId xmlns:a16="http://schemas.microsoft.com/office/drawing/2014/main" id="{23520959-329A-4CEA-D8C2-03D5D59570ED}"/>
                  </a:ext>
                </a:extLst>
              </p:cNvPr>
              <p:cNvSpPr/>
              <p:nvPr/>
            </p:nvSpPr>
            <p:spPr>
              <a:xfrm>
                <a:off x="6980205" y="2515552"/>
                <a:ext cx="14478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4477" extrusionOk="0">
                    <a:moveTo>
                      <a:pt x="7239" y="14478"/>
                    </a:moveTo>
                    <a:cubicBezTo>
                      <a:pt x="3239" y="14478"/>
                      <a:pt x="0" y="11239"/>
                      <a:pt x="0" y="7239"/>
                    </a:cubicBezTo>
                    <a:cubicBezTo>
                      <a:pt x="0" y="3238"/>
                      <a:pt x="3239" y="0"/>
                      <a:pt x="7239" y="0"/>
                    </a:cubicBezTo>
                    <a:cubicBezTo>
                      <a:pt x="11240" y="0"/>
                      <a:pt x="14478" y="3238"/>
                      <a:pt x="14478" y="7239"/>
                    </a:cubicBezTo>
                    <a:cubicBezTo>
                      <a:pt x="14478" y="11239"/>
                      <a:pt x="11240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8" name="Google Shape;3678;p29">
                <a:extLst>
                  <a:ext uri="{FF2B5EF4-FFF2-40B4-BE49-F238E27FC236}">
                    <a16:creationId xmlns:a16="http://schemas.microsoft.com/office/drawing/2014/main" id="{63054DB0-0C64-8D1A-411C-9EEA4F85C9B2}"/>
                  </a:ext>
                </a:extLst>
              </p:cNvPr>
              <p:cNvSpPr/>
              <p:nvPr/>
            </p:nvSpPr>
            <p:spPr>
              <a:xfrm>
                <a:off x="7062025" y="2434494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9" name="Google Shape;3679;p29">
                <a:extLst>
                  <a:ext uri="{FF2B5EF4-FFF2-40B4-BE49-F238E27FC236}">
                    <a16:creationId xmlns:a16="http://schemas.microsoft.com/office/drawing/2014/main" id="{771E3CAE-428F-2F1E-9A11-CD1719AC1A33}"/>
                  </a:ext>
                </a:extLst>
              </p:cNvPr>
              <p:cNvSpPr/>
              <p:nvPr/>
            </p:nvSpPr>
            <p:spPr>
              <a:xfrm>
                <a:off x="7143750" y="2353436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0" name="Google Shape;3680;p29">
                <a:extLst>
                  <a:ext uri="{FF2B5EF4-FFF2-40B4-BE49-F238E27FC236}">
                    <a16:creationId xmlns:a16="http://schemas.microsoft.com/office/drawing/2014/main" id="{252358C3-1DED-45A9-AFDE-E8D0143BFFA7}"/>
                  </a:ext>
                </a:extLst>
              </p:cNvPr>
              <p:cNvSpPr/>
              <p:nvPr/>
            </p:nvSpPr>
            <p:spPr>
              <a:xfrm>
                <a:off x="7225569" y="2272378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1" name="Google Shape;3681;p29">
                <a:extLst>
                  <a:ext uri="{FF2B5EF4-FFF2-40B4-BE49-F238E27FC236}">
                    <a16:creationId xmlns:a16="http://schemas.microsoft.com/office/drawing/2014/main" id="{A8055B48-E4B6-AC9B-1EA2-F9FB767E2803}"/>
                  </a:ext>
                </a:extLst>
              </p:cNvPr>
              <p:cNvSpPr/>
              <p:nvPr/>
            </p:nvSpPr>
            <p:spPr>
              <a:xfrm>
                <a:off x="7307484" y="219151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2" name="Google Shape;3682;p29">
                <a:extLst>
                  <a:ext uri="{FF2B5EF4-FFF2-40B4-BE49-F238E27FC236}">
                    <a16:creationId xmlns:a16="http://schemas.microsoft.com/office/drawing/2014/main" id="{4FFF80B4-7014-A70D-3F5B-575FD60410E9}"/>
                  </a:ext>
                </a:extLst>
              </p:cNvPr>
              <p:cNvSpPr/>
              <p:nvPr/>
            </p:nvSpPr>
            <p:spPr>
              <a:xfrm>
                <a:off x="7389304" y="211045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3" name="Google Shape;3683;p29">
                <a:extLst>
                  <a:ext uri="{FF2B5EF4-FFF2-40B4-BE49-F238E27FC236}">
                    <a16:creationId xmlns:a16="http://schemas.microsoft.com/office/drawing/2014/main" id="{607A10A8-DB43-84E9-5CB0-9F06CE7670B5}"/>
                  </a:ext>
                </a:extLst>
              </p:cNvPr>
              <p:cNvSpPr/>
              <p:nvPr/>
            </p:nvSpPr>
            <p:spPr>
              <a:xfrm>
                <a:off x="7471124" y="2029395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6" y="2191"/>
                      <a:pt x="9716" y="4858"/>
                    </a:cubicBezTo>
                    <a:cubicBezTo>
                      <a:pt x="9716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4" name="Google Shape;3684;p29">
                <a:extLst>
                  <a:ext uri="{FF2B5EF4-FFF2-40B4-BE49-F238E27FC236}">
                    <a16:creationId xmlns:a16="http://schemas.microsoft.com/office/drawing/2014/main" id="{31DD821F-FA13-D13D-F264-AD1D225D3B09}"/>
                  </a:ext>
                </a:extLst>
              </p:cNvPr>
              <p:cNvSpPr/>
              <p:nvPr/>
            </p:nvSpPr>
            <p:spPr>
              <a:xfrm>
                <a:off x="7552848" y="1948338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5" name="Google Shape;3685;p29">
                <a:extLst>
                  <a:ext uri="{FF2B5EF4-FFF2-40B4-BE49-F238E27FC236}">
                    <a16:creationId xmlns:a16="http://schemas.microsoft.com/office/drawing/2014/main" id="{9AA14618-1D55-FD17-40BD-26FEE8C840FF}"/>
                  </a:ext>
                </a:extLst>
              </p:cNvPr>
              <p:cNvSpPr/>
              <p:nvPr/>
            </p:nvSpPr>
            <p:spPr>
              <a:xfrm>
                <a:off x="7634763" y="1867470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6" name="Google Shape;3686;p29">
                <a:extLst>
                  <a:ext uri="{FF2B5EF4-FFF2-40B4-BE49-F238E27FC236}">
                    <a16:creationId xmlns:a16="http://schemas.microsoft.com/office/drawing/2014/main" id="{4ED216F2-A7D6-B72D-BA04-1CFF9F0CD253}"/>
                  </a:ext>
                </a:extLst>
              </p:cNvPr>
              <p:cNvSpPr/>
              <p:nvPr/>
            </p:nvSpPr>
            <p:spPr>
              <a:xfrm>
                <a:off x="7716583" y="1786413"/>
                <a:ext cx="7238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8" h="7238" extrusionOk="0">
                    <a:moveTo>
                      <a:pt x="3619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19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19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7" name="Google Shape;3687;p29">
                <a:extLst>
                  <a:ext uri="{FF2B5EF4-FFF2-40B4-BE49-F238E27FC236}">
                    <a16:creationId xmlns:a16="http://schemas.microsoft.com/office/drawing/2014/main" id="{E7032667-24E2-F82A-7B5B-E3CB93F35122}"/>
                  </a:ext>
                </a:extLst>
              </p:cNvPr>
              <p:cNvSpPr/>
              <p:nvPr/>
            </p:nvSpPr>
            <p:spPr>
              <a:xfrm>
                <a:off x="7798403" y="1705355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8" name="Google Shape;3688;p29">
                <a:extLst>
                  <a:ext uri="{FF2B5EF4-FFF2-40B4-BE49-F238E27FC236}">
                    <a16:creationId xmlns:a16="http://schemas.microsoft.com/office/drawing/2014/main" id="{201752DB-3A3E-A504-1A78-FBF279FCC77A}"/>
                  </a:ext>
                </a:extLst>
              </p:cNvPr>
              <p:cNvSpPr/>
              <p:nvPr/>
            </p:nvSpPr>
            <p:spPr>
              <a:xfrm>
                <a:off x="7880223" y="1624297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9" name="Google Shape;3689;p29">
                <a:extLst>
                  <a:ext uri="{FF2B5EF4-FFF2-40B4-BE49-F238E27FC236}">
                    <a16:creationId xmlns:a16="http://schemas.microsoft.com/office/drawing/2014/main" id="{40270585-26F4-265A-4B4A-21D83D608C6C}"/>
                  </a:ext>
                </a:extLst>
              </p:cNvPr>
              <p:cNvSpPr/>
              <p:nvPr/>
            </p:nvSpPr>
            <p:spPr>
              <a:xfrm>
                <a:off x="7962042" y="1543430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0" name="Google Shape;3690;p29">
                <a:extLst>
                  <a:ext uri="{FF2B5EF4-FFF2-40B4-BE49-F238E27FC236}">
                    <a16:creationId xmlns:a16="http://schemas.microsoft.com/office/drawing/2014/main" id="{E42C5E02-51A3-F62D-ECE1-3B6FE8E276E0}"/>
                  </a:ext>
                </a:extLst>
              </p:cNvPr>
              <p:cNvSpPr/>
              <p:nvPr/>
            </p:nvSpPr>
            <p:spPr>
              <a:xfrm>
                <a:off x="8043862" y="1462372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048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1" name="Google Shape;3691;p29">
                <a:extLst>
                  <a:ext uri="{FF2B5EF4-FFF2-40B4-BE49-F238E27FC236}">
                    <a16:creationId xmlns:a16="http://schemas.microsoft.com/office/drawing/2014/main" id="{A3A9C3B9-EB09-49DD-9247-3385B541FB1E}"/>
                  </a:ext>
                </a:extLst>
              </p:cNvPr>
              <p:cNvSpPr/>
              <p:nvPr/>
            </p:nvSpPr>
            <p:spPr>
              <a:xfrm>
                <a:off x="8125682" y="1381315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2" name="Google Shape;3692;p29">
                <a:extLst>
                  <a:ext uri="{FF2B5EF4-FFF2-40B4-BE49-F238E27FC236}">
                    <a16:creationId xmlns:a16="http://schemas.microsoft.com/office/drawing/2014/main" id="{221018C0-92D2-B0B7-B3FF-1B22F22C7EE9}"/>
                  </a:ext>
                </a:extLst>
              </p:cNvPr>
              <p:cNvSpPr/>
              <p:nvPr/>
            </p:nvSpPr>
            <p:spPr>
              <a:xfrm>
                <a:off x="8207501" y="1300257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3" name="Google Shape;3693;p29">
                <a:extLst>
                  <a:ext uri="{FF2B5EF4-FFF2-40B4-BE49-F238E27FC236}">
                    <a16:creationId xmlns:a16="http://schemas.microsoft.com/office/drawing/2014/main" id="{66132A1B-326C-A4C1-CED6-7966B746E99A}"/>
                  </a:ext>
                </a:extLst>
              </p:cNvPr>
              <p:cNvSpPr/>
              <p:nvPr/>
            </p:nvSpPr>
            <p:spPr>
              <a:xfrm>
                <a:off x="8289416" y="1219390"/>
                <a:ext cx="1524" cy="152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1523" extrusionOk="0">
                    <a:moveTo>
                      <a:pt x="762" y="1524"/>
                    </a:moveTo>
                    <a:cubicBezTo>
                      <a:pt x="762" y="1524"/>
                      <a:pt x="0" y="1143"/>
                      <a:pt x="0" y="762"/>
                    </a:cubicBezTo>
                    <a:cubicBezTo>
                      <a:pt x="0" y="381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524"/>
                      <a:pt x="762" y="1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4" name="Google Shape;3694;p29">
                <a:extLst>
                  <a:ext uri="{FF2B5EF4-FFF2-40B4-BE49-F238E27FC236}">
                    <a16:creationId xmlns:a16="http://schemas.microsoft.com/office/drawing/2014/main" id="{2575CA97-147A-9287-BFE1-309DBFD0825A}"/>
                  </a:ext>
                </a:extLst>
              </p:cNvPr>
              <p:cNvSpPr/>
              <p:nvPr/>
            </p:nvSpPr>
            <p:spPr>
              <a:xfrm>
                <a:off x="8371141" y="1138237"/>
                <a:ext cx="762" cy="76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761" extrusionOk="0">
                    <a:moveTo>
                      <a:pt x="381" y="762"/>
                    </a:moveTo>
                    <a:cubicBezTo>
                      <a:pt x="381" y="762"/>
                      <a:pt x="0" y="572"/>
                      <a:pt x="0" y="381"/>
                    </a:cubicBezTo>
                    <a:cubicBezTo>
                      <a:pt x="0" y="191"/>
                      <a:pt x="191" y="0"/>
                      <a:pt x="381" y="0"/>
                    </a:cubicBezTo>
                    <a:cubicBezTo>
                      <a:pt x="572" y="0"/>
                      <a:pt x="762" y="191"/>
                      <a:pt x="762" y="381"/>
                    </a:cubicBezTo>
                    <a:cubicBezTo>
                      <a:pt x="762" y="572"/>
                      <a:pt x="572" y="762"/>
                      <a:pt x="381" y="7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95" name="Google Shape;3695;p29">
              <a:extLst>
                <a:ext uri="{FF2B5EF4-FFF2-40B4-BE49-F238E27FC236}">
                  <a16:creationId xmlns:a16="http://schemas.microsoft.com/office/drawing/2014/main" id="{3E8C008D-28AD-3349-0480-AEF935C1CF0F}"/>
                </a:ext>
              </a:extLst>
            </p:cNvPr>
            <p:cNvGrpSpPr/>
            <p:nvPr/>
          </p:nvGrpSpPr>
          <p:grpSpPr>
            <a:xfrm>
              <a:off x="3819525" y="1144142"/>
              <a:ext cx="4396262" cy="4419980"/>
              <a:chOff x="3819525" y="1144142"/>
              <a:chExt cx="4396262" cy="4419980"/>
            </a:xfrm>
          </p:grpSpPr>
          <p:sp>
            <p:nvSpPr>
              <p:cNvPr id="3696" name="Google Shape;3696;p29">
                <a:extLst>
                  <a:ext uri="{FF2B5EF4-FFF2-40B4-BE49-F238E27FC236}">
                    <a16:creationId xmlns:a16="http://schemas.microsoft.com/office/drawing/2014/main" id="{19394D8D-BE11-CBD0-662C-09D0AF0470C9}"/>
                  </a:ext>
                </a:extLst>
              </p:cNvPr>
              <p:cNvSpPr/>
              <p:nvPr/>
            </p:nvSpPr>
            <p:spPr>
              <a:xfrm>
                <a:off x="3819525" y="5518879"/>
                <a:ext cx="22574" cy="45243"/>
              </a:xfrm>
              <a:custGeom>
                <a:avLst/>
                <a:gdLst/>
                <a:ahLst/>
                <a:cxnLst/>
                <a:rect l="l" t="t" r="r" b="b"/>
                <a:pathLst>
                  <a:path w="22574" h="45243" extrusionOk="0">
                    <a:moveTo>
                      <a:pt x="0" y="95"/>
                    </a:moveTo>
                    <a:cubicBezTo>
                      <a:pt x="12478" y="95"/>
                      <a:pt x="22574" y="10192"/>
                      <a:pt x="22574" y="22670"/>
                    </a:cubicBezTo>
                    <a:cubicBezTo>
                      <a:pt x="22574" y="35147"/>
                      <a:pt x="12478" y="45244"/>
                      <a:pt x="0" y="452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7" name="Google Shape;3697;p29">
                <a:extLst>
                  <a:ext uri="{FF2B5EF4-FFF2-40B4-BE49-F238E27FC236}">
                    <a16:creationId xmlns:a16="http://schemas.microsoft.com/office/drawing/2014/main" id="{6AB4F9DB-8844-9DF4-A7EE-437476F3E4C7}"/>
                  </a:ext>
                </a:extLst>
              </p:cNvPr>
              <p:cNvSpPr/>
              <p:nvPr/>
            </p:nvSpPr>
            <p:spPr>
              <a:xfrm>
                <a:off x="3877532" y="5438012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6"/>
                    </a:moveTo>
                    <a:cubicBezTo>
                      <a:pt x="9906" y="44386"/>
                      <a:pt x="0" y="34480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0"/>
                      <a:pt x="34481" y="44386"/>
                      <a:pt x="22193" y="44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8" name="Google Shape;3698;p29">
                <a:extLst>
                  <a:ext uri="{FF2B5EF4-FFF2-40B4-BE49-F238E27FC236}">
                    <a16:creationId xmlns:a16="http://schemas.microsoft.com/office/drawing/2014/main" id="{7C242FCA-BF69-B0CD-78A6-3DD6D7801C91}"/>
                  </a:ext>
                </a:extLst>
              </p:cNvPr>
              <p:cNvSpPr/>
              <p:nvPr/>
            </p:nvSpPr>
            <p:spPr>
              <a:xfrm>
                <a:off x="3959352" y="5356859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5"/>
                    </a:moveTo>
                    <a:cubicBezTo>
                      <a:pt x="9811" y="43625"/>
                      <a:pt x="0" y="33909"/>
                      <a:pt x="0" y="21812"/>
                    </a:cubicBezTo>
                    <a:cubicBezTo>
                      <a:pt x="0" y="9716"/>
                      <a:pt x="9715" y="0"/>
                      <a:pt x="21812" y="0"/>
                    </a:cubicBezTo>
                    <a:cubicBezTo>
                      <a:pt x="33909" y="0"/>
                      <a:pt x="43625" y="9716"/>
                      <a:pt x="43625" y="21812"/>
                    </a:cubicBezTo>
                    <a:cubicBezTo>
                      <a:pt x="43625" y="33909"/>
                      <a:pt x="33909" y="43625"/>
                      <a:pt x="21812" y="436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9" name="Google Shape;3699;p29">
                <a:extLst>
                  <a:ext uri="{FF2B5EF4-FFF2-40B4-BE49-F238E27FC236}">
                    <a16:creationId xmlns:a16="http://schemas.microsoft.com/office/drawing/2014/main" id="{B13E9D63-A8F0-7DD7-3A2A-CB83B19D9D47}"/>
                  </a:ext>
                </a:extLst>
              </p:cNvPr>
              <p:cNvSpPr/>
              <p:nvPr/>
            </p:nvSpPr>
            <p:spPr>
              <a:xfrm>
                <a:off x="4041171" y="5275801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620"/>
                      <a:pt x="42863" y="21431"/>
                    </a:cubicBezTo>
                    <a:cubicBezTo>
                      <a:pt x="42863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0" name="Google Shape;3700;p29">
                <a:extLst>
                  <a:ext uri="{FF2B5EF4-FFF2-40B4-BE49-F238E27FC236}">
                    <a16:creationId xmlns:a16="http://schemas.microsoft.com/office/drawing/2014/main" id="{05F4ABF5-6120-56DC-E8EA-5807F883CEAF}"/>
                  </a:ext>
                </a:extLst>
              </p:cNvPr>
              <p:cNvSpPr/>
              <p:nvPr/>
            </p:nvSpPr>
            <p:spPr>
              <a:xfrm>
                <a:off x="4123086" y="5194934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1" name="Google Shape;3701;p29">
                <a:extLst>
                  <a:ext uri="{FF2B5EF4-FFF2-40B4-BE49-F238E27FC236}">
                    <a16:creationId xmlns:a16="http://schemas.microsoft.com/office/drawing/2014/main" id="{10535228-0B6E-8BF7-94D6-9FD6F17102E7}"/>
                  </a:ext>
                </a:extLst>
              </p:cNvPr>
              <p:cNvSpPr/>
              <p:nvPr/>
            </p:nvSpPr>
            <p:spPr>
              <a:xfrm>
                <a:off x="4204906" y="5113876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2" name="Google Shape;3702;p29">
                <a:extLst>
                  <a:ext uri="{FF2B5EF4-FFF2-40B4-BE49-F238E27FC236}">
                    <a16:creationId xmlns:a16="http://schemas.microsoft.com/office/drawing/2014/main" id="{BFD773CF-AC2D-7809-8330-BF2B356CD335}"/>
                  </a:ext>
                </a:extLst>
              </p:cNvPr>
              <p:cNvSpPr/>
              <p:nvPr/>
            </p:nvSpPr>
            <p:spPr>
              <a:xfrm>
                <a:off x="4286631" y="5032819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3" name="Google Shape;3703;p29">
                <a:extLst>
                  <a:ext uri="{FF2B5EF4-FFF2-40B4-BE49-F238E27FC236}">
                    <a16:creationId xmlns:a16="http://schemas.microsoft.com/office/drawing/2014/main" id="{8D1D9C0F-4C6A-502C-F356-81FECF550E06}"/>
                  </a:ext>
                </a:extLst>
              </p:cNvPr>
              <p:cNvSpPr/>
              <p:nvPr/>
            </p:nvSpPr>
            <p:spPr>
              <a:xfrm>
                <a:off x="4368450" y="4951761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4" name="Google Shape;3704;p29">
                <a:extLst>
                  <a:ext uri="{FF2B5EF4-FFF2-40B4-BE49-F238E27FC236}">
                    <a16:creationId xmlns:a16="http://schemas.microsoft.com/office/drawing/2014/main" id="{2AED555A-B28D-73A2-7542-BFC0B4322ABA}"/>
                  </a:ext>
                </a:extLst>
              </p:cNvPr>
              <p:cNvSpPr/>
              <p:nvPr/>
            </p:nvSpPr>
            <p:spPr>
              <a:xfrm>
                <a:off x="4450365" y="4870894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5" name="Google Shape;3705;p29">
                <a:extLst>
                  <a:ext uri="{FF2B5EF4-FFF2-40B4-BE49-F238E27FC236}">
                    <a16:creationId xmlns:a16="http://schemas.microsoft.com/office/drawing/2014/main" id="{AAC8B6AC-85C9-E4D1-E902-B6CAD2757165}"/>
                  </a:ext>
                </a:extLst>
              </p:cNvPr>
              <p:cNvSpPr/>
              <p:nvPr/>
            </p:nvSpPr>
            <p:spPr>
              <a:xfrm>
                <a:off x="4532185" y="4789836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6" name="Google Shape;3706;p29">
                <a:extLst>
                  <a:ext uri="{FF2B5EF4-FFF2-40B4-BE49-F238E27FC236}">
                    <a16:creationId xmlns:a16="http://schemas.microsoft.com/office/drawing/2014/main" id="{441C8AFC-4B38-506D-45B9-0D5DAA5DDD6C}"/>
                  </a:ext>
                </a:extLst>
              </p:cNvPr>
              <p:cNvSpPr/>
              <p:nvPr/>
            </p:nvSpPr>
            <p:spPr>
              <a:xfrm>
                <a:off x="4614005" y="470877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7" name="Google Shape;3707;p29">
                <a:extLst>
                  <a:ext uri="{FF2B5EF4-FFF2-40B4-BE49-F238E27FC236}">
                    <a16:creationId xmlns:a16="http://schemas.microsoft.com/office/drawing/2014/main" id="{5FCA6E3C-CB81-EA38-B651-815A37E5C3F8}"/>
                  </a:ext>
                </a:extLst>
              </p:cNvPr>
              <p:cNvSpPr/>
              <p:nvPr/>
            </p:nvSpPr>
            <p:spPr>
              <a:xfrm>
                <a:off x="4695729" y="462772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8" name="Google Shape;3708;p29">
                <a:extLst>
                  <a:ext uri="{FF2B5EF4-FFF2-40B4-BE49-F238E27FC236}">
                    <a16:creationId xmlns:a16="http://schemas.microsoft.com/office/drawing/2014/main" id="{F712323D-2BBD-139C-266A-58161DDDD660}"/>
                  </a:ext>
                </a:extLst>
              </p:cNvPr>
              <p:cNvSpPr/>
              <p:nvPr/>
            </p:nvSpPr>
            <p:spPr>
              <a:xfrm>
                <a:off x="4777644" y="4546758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432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9" name="Google Shape;3709;p29">
                <a:extLst>
                  <a:ext uri="{FF2B5EF4-FFF2-40B4-BE49-F238E27FC236}">
                    <a16:creationId xmlns:a16="http://schemas.microsoft.com/office/drawing/2014/main" id="{68E1426A-186E-4F36-E1F7-D2A7549FA42F}"/>
                  </a:ext>
                </a:extLst>
              </p:cNvPr>
              <p:cNvSpPr/>
              <p:nvPr/>
            </p:nvSpPr>
            <p:spPr>
              <a:xfrm>
                <a:off x="4859464" y="4465795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0" name="Google Shape;3710;p29">
                <a:extLst>
                  <a:ext uri="{FF2B5EF4-FFF2-40B4-BE49-F238E27FC236}">
                    <a16:creationId xmlns:a16="http://schemas.microsoft.com/office/drawing/2014/main" id="{D3875C1D-5AA0-BF6A-B06B-59FCB3406D40}"/>
                  </a:ext>
                </a:extLst>
              </p:cNvPr>
              <p:cNvSpPr/>
              <p:nvPr/>
            </p:nvSpPr>
            <p:spPr>
              <a:xfrm>
                <a:off x="4941284" y="4384737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1" name="Google Shape;3711;p29">
                <a:extLst>
                  <a:ext uri="{FF2B5EF4-FFF2-40B4-BE49-F238E27FC236}">
                    <a16:creationId xmlns:a16="http://schemas.microsoft.com/office/drawing/2014/main" id="{CC0181DD-FE95-6B92-1E11-152B33FC82F2}"/>
                  </a:ext>
                </a:extLst>
              </p:cNvPr>
              <p:cNvSpPr/>
              <p:nvPr/>
            </p:nvSpPr>
            <p:spPr>
              <a:xfrm>
                <a:off x="5023104" y="4303680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2" name="Google Shape;3712;p29">
                <a:extLst>
                  <a:ext uri="{FF2B5EF4-FFF2-40B4-BE49-F238E27FC236}">
                    <a16:creationId xmlns:a16="http://schemas.microsoft.com/office/drawing/2014/main" id="{024D5A6D-B193-192E-1D55-02867CB77D52}"/>
                  </a:ext>
                </a:extLst>
              </p:cNvPr>
              <p:cNvSpPr/>
              <p:nvPr/>
            </p:nvSpPr>
            <p:spPr>
              <a:xfrm>
                <a:off x="5104923" y="4222622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097" y="32385"/>
                    </a:moveTo>
                    <a:cubicBezTo>
                      <a:pt x="7144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097" y="0"/>
                    </a:cubicBezTo>
                    <a:cubicBezTo>
                      <a:pt x="2495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097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3" name="Google Shape;3713;p29">
                <a:extLst>
                  <a:ext uri="{FF2B5EF4-FFF2-40B4-BE49-F238E27FC236}">
                    <a16:creationId xmlns:a16="http://schemas.microsoft.com/office/drawing/2014/main" id="{331AB28E-6A36-CC56-8012-E341F2188169}"/>
                  </a:ext>
                </a:extLst>
              </p:cNvPr>
              <p:cNvSpPr/>
              <p:nvPr/>
            </p:nvSpPr>
            <p:spPr>
              <a:xfrm>
                <a:off x="5186743" y="4141755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4" name="Google Shape;3714;p29">
                <a:extLst>
                  <a:ext uri="{FF2B5EF4-FFF2-40B4-BE49-F238E27FC236}">
                    <a16:creationId xmlns:a16="http://schemas.microsoft.com/office/drawing/2014/main" id="{45BFA006-0D59-771C-8F7D-57618C918B9D}"/>
                  </a:ext>
                </a:extLst>
              </p:cNvPr>
              <p:cNvSpPr/>
              <p:nvPr/>
            </p:nvSpPr>
            <p:spPr>
              <a:xfrm>
                <a:off x="5268563" y="4060697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5" name="Google Shape;3715;p29">
                <a:extLst>
                  <a:ext uri="{FF2B5EF4-FFF2-40B4-BE49-F238E27FC236}">
                    <a16:creationId xmlns:a16="http://schemas.microsoft.com/office/drawing/2014/main" id="{BB55CBB3-8966-5508-277E-37833AB8399D}"/>
                  </a:ext>
                </a:extLst>
              </p:cNvPr>
              <p:cNvSpPr/>
              <p:nvPr/>
            </p:nvSpPr>
            <p:spPr>
              <a:xfrm>
                <a:off x="5350383" y="3979639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6" name="Google Shape;3716;p29">
                <a:extLst>
                  <a:ext uri="{FF2B5EF4-FFF2-40B4-BE49-F238E27FC236}">
                    <a16:creationId xmlns:a16="http://schemas.microsoft.com/office/drawing/2014/main" id="{9B24EF5C-BFA3-079E-475A-68F0F0C4FD0C}"/>
                  </a:ext>
                </a:extLst>
              </p:cNvPr>
              <p:cNvSpPr/>
              <p:nvPr/>
            </p:nvSpPr>
            <p:spPr>
              <a:xfrm>
                <a:off x="5432202" y="389858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7" name="Google Shape;3717;p29">
                <a:extLst>
                  <a:ext uri="{FF2B5EF4-FFF2-40B4-BE49-F238E27FC236}">
                    <a16:creationId xmlns:a16="http://schemas.microsoft.com/office/drawing/2014/main" id="{23E137E2-EDE8-3B31-228D-691157ED8120}"/>
                  </a:ext>
                </a:extLst>
              </p:cNvPr>
              <p:cNvSpPr/>
              <p:nvPr/>
            </p:nvSpPr>
            <p:spPr>
              <a:xfrm>
                <a:off x="5514022" y="3817714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8" name="Google Shape;3718;p29">
                <a:extLst>
                  <a:ext uri="{FF2B5EF4-FFF2-40B4-BE49-F238E27FC236}">
                    <a16:creationId xmlns:a16="http://schemas.microsoft.com/office/drawing/2014/main" id="{2A641AF6-B99B-ED79-C661-63EE9F8C44D2}"/>
                  </a:ext>
                </a:extLst>
              </p:cNvPr>
              <p:cNvSpPr/>
              <p:nvPr/>
            </p:nvSpPr>
            <p:spPr>
              <a:xfrm>
                <a:off x="5595842" y="3736657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27432" y="13716"/>
                    </a:moveTo>
                    <a:cubicBezTo>
                      <a:pt x="27432" y="21291"/>
                      <a:pt x="21291" y="27432"/>
                      <a:pt x="13716" y="27432"/>
                    </a:cubicBezTo>
                    <a:cubicBezTo>
                      <a:pt x="6141" y="27432"/>
                      <a:pt x="0" y="21291"/>
                      <a:pt x="0" y="13716"/>
                    </a:cubicBezTo>
                    <a:cubicBezTo>
                      <a:pt x="0" y="6141"/>
                      <a:pt x="6141" y="0"/>
                      <a:pt x="13716" y="0"/>
                    </a:cubicBezTo>
                    <a:cubicBezTo>
                      <a:pt x="21291" y="0"/>
                      <a:pt x="27432" y="6141"/>
                      <a:pt x="27432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9" name="Google Shape;3719;p29">
                <a:extLst>
                  <a:ext uri="{FF2B5EF4-FFF2-40B4-BE49-F238E27FC236}">
                    <a16:creationId xmlns:a16="http://schemas.microsoft.com/office/drawing/2014/main" id="{D94B5474-070E-0BFA-E367-4DF9B39B36A5}"/>
                  </a:ext>
                </a:extLst>
              </p:cNvPr>
              <p:cNvSpPr/>
              <p:nvPr/>
            </p:nvSpPr>
            <p:spPr>
              <a:xfrm>
                <a:off x="5677662" y="3655599"/>
                <a:ext cx="26670" cy="26669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69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0" name="Google Shape;3720;p29">
                <a:extLst>
                  <a:ext uri="{FF2B5EF4-FFF2-40B4-BE49-F238E27FC236}">
                    <a16:creationId xmlns:a16="http://schemas.microsoft.com/office/drawing/2014/main" id="{D852E23A-0983-3506-C2BF-86DF9381131A}"/>
                  </a:ext>
                </a:extLst>
              </p:cNvPr>
              <p:cNvSpPr/>
              <p:nvPr/>
            </p:nvSpPr>
            <p:spPr>
              <a:xfrm>
                <a:off x="5759481" y="3574541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1" name="Google Shape;3721;p29">
                <a:extLst>
                  <a:ext uri="{FF2B5EF4-FFF2-40B4-BE49-F238E27FC236}">
                    <a16:creationId xmlns:a16="http://schemas.microsoft.com/office/drawing/2014/main" id="{B17F1C57-818B-1B6B-D782-5FCA22970761}"/>
                  </a:ext>
                </a:extLst>
              </p:cNvPr>
              <p:cNvSpPr/>
              <p:nvPr/>
            </p:nvSpPr>
            <p:spPr>
              <a:xfrm>
                <a:off x="5841396" y="3493674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2" name="Google Shape;3722;p29">
                <a:extLst>
                  <a:ext uri="{FF2B5EF4-FFF2-40B4-BE49-F238E27FC236}">
                    <a16:creationId xmlns:a16="http://schemas.microsoft.com/office/drawing/2014/main" id="{A1458887-003A-2A62-47EB-A0DE33EAADB0}"/>
                  </a:ext>
                </a:extLst>
              </p:cNvPr>
              <p:cNvSpPr/>
              <p:nvPr/>
            </p:nvSpPr>
            <p:spPr>
              <a:xfrm>
                <a:off x="5923121" y="3412616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4"/>
                    </a:moveTo>
                    <a:cubicBezTo>
                      <a:pt x="5429" y="24194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4"/>
                      <a:pt x="12097" y="24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3" name="Google Shape;3723;p29">
                <a:extLst>
                  <a:ext uri="{FF2B5EF4-FFF2-40B4-BE49-F238E27FC236}">
                    <a16:creationId xmlns:a16="http://schemas.microsoft.com/office/drawing/2014/main" id="{556F2E18-E8C9-6316-4EFF-8BE215DAD44F}"/>
                  </a:ext>
                </a:extLst>
              </p:cNvPr>
              <p:cNvSpPr/>
              <p:nvPr/>
            </p:nvSpPr>
            <p:spPr>
              <a:xfrm>
                <a:off x="6004941" y="3331558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4" name="Google Shape;3724;p29">
                <a:extLst>
                  <a:ext uri="{FF2B5EF4-FFF2-40B4-BE49-F238E27FC236}">
                    <a16:creationId xmlns:a16="http://schemas.microsoft.com/office/drawing/2014/main" id="{E8E5C31E-30B9-8D73-9FC1-3C3312B13AE9}"/>
                  </a:ext>
                </a:extLst>
              </p:cNvPr>
              <p:cNvSpPr/>
              <p:nvPr/>
            </p:nvSpPr>
            <p:spPr>
              <a:xfrm>
                <a:off x="6086760" y="3250500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5" name="Google Shape;3725;p29">
                <a:extLst>
                  <a:ext uri="{FF2B5EF4-FFF2-40B4-BE49-F238E27FC236}">
                    <a16:creationId xmlns:a16="http://schemas.microsoft.com/office/drawing/2014/main" id="{F03E187F-400B-36F6-E99B-28F686EFB259}"/>
                  </a:ext>
                </a:extLst>
              </p:cNvPr>
              <p:cNvSpPr/>
              <p:nvPr/>
            </p:nvSpPr>
            <p:spPr>
              <a:xfrm>
                <a:off x="6168675" y="3169538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6" name="Google Shape;3726;p29">
                <a:extLst>
                  <a:ext uri="{FF2B5EF4-FFF2-40B4-BE49-F238E27FC236}">
                    <a16:creationId xmlns:a16="http://schemas.microsoft.com/office/drawing/2014/main" id="{82CAEC01-A5A6-2D5F-71B6-46C33D783D5F}"/>
                  </a:ext>
                </a:extLst>
              </p:cNvPr>
              <p:cNvSpPr/>
              <p:nvPr/>
            </p:nvSpPr>
            <p:spPr>
              <a:xfrm>
                <a:off x="6250400" y="308848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7" name="Google Shape;3727;p29">
                <a:extLst>
                  <a:ext uri="{FF2B5EF4-FFF2-40B4-BE49-F238E27FC236}">
                    <a16:creationId xmlns:a16="http://schemas.microsoft.com/office/drawing/2014/main" id="{91FB3112-7E97-C6AA-E198-F810C3C38716}"/>
                  </a:ext>
                </a:extLst>
              </p:cNvPr>
              <p:cNvSpPr/>
              <p:nvPr/>
            </p:nvSpPr>
            <p:spPr>
              <a:xfrm>
                <a:off x="6332219" y="3007423"/>
                <a:ext cx="20193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3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8" name="Google Shape;3728;p29">
                <a:extLst>
                  <a:ext uri="{FF2B5EF4-FFF2-40B4-BE49-F238E27FC236}">
                    <a16:creationId xmlns:a16="http://schemas.microsoft.com/office/drawing/2014/main" id="{72B9A1C8-B24B-BB8E-6051-E3C73F5783B8}"/>
                  </a:ext>
                </a:extLst>
              </p:cNvPr>
              <p:cNvSpPr/>
              <p:nvPr/>
            </p:nvSpPr>
            <p:spPr>
              <a:xfrm>
                <a:off x="6414039" y="2926365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9" name="Google Shape;3729;p29">
                <a:extLst>
                  <a:ext uri="{FF2B5EF4-FFF2-40B4-BE49-F238E27FC236}">
                    <a16:creationId xmlns:a16="http://schemas.microsoft.com/office/drawing/2014/main" id="{F9B6E20C-D213-F21D-1DE7-2808542856E0}"/>
                  </a:ext>
                </a:extLst>
              </p:cNvPr>
              <p:cNvSpPr/>
              <p:nvPr/>
            </p:nvSpPr>
            <p:spPr>
              <a:xfrm>
                <a:off x="6495954" y="2845498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8" y="4137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0" name="Google Shape;3730;p29">
                <a:extLst>
                  <a:ext uri="{FF2B5EF4-FFF2-40B4-BE49-F238E27FC236}">
                    <a16:creationId xmlns:a16="http://schemas.microsoft.com/office/drawing/2014/main" id="{D9DB070C-0D0F-7D9B-7723-D19617B4F5C9}"/>
                  </a:ext>
                </a:extLst>
              </p:cNvPr>
              <p:cNvSpPr/>
              <p:nvPr/>
            </p:nvSpPr>
            <p:spPr>
              <a:xfrm>
                <a:off x="6577774" y="2764440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0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0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1" name="Google Shape;3731;p29">
                <a:extLst>
                  <a:ext uri="{FF2B5EF4-FFF2-40B4-BE49-F238E27FC236}">
                    <a16:creationId xmlns:a16="http://schemas.microsoft.com/office/drawing/2014/main" id="{8B42C753-6C9F-BE08-2046-9BBDA9FC976C}"/>
                  </a:ext>
                </a:extLst>
              </p:cNvPr>
              <p:cNvSpPr/>
              <p:nvPr/>
            </p:nvSpPr>
            <p:spPr>
              <a:xfrm>
                <a:off x="6659499" y="268338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2" name="Google Shape;3732;p29">
                <a:extLst>
                  <a:ext uri="{FF2B5EF4-FFF2-40B4-BE49-F238E27FC236}">
                    <a16:creationId xmlns:a16="http://schemas.microsoft.com/office/drawing/2014/main" id="{5512E51D-C57B-C012-F4D6-4E227F1D7975}"/>
                  </a:ext>
                </a:extLst>
              </p:cNvPr>
              <p:cNvSpPr/>
              <p:nvPr/>
            </p:nvSpPr>
            <p:spPr>
              <a:xfrm>
                <a:off x="6741318" y="260232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3" name="Google Shape;3733;p29">
                <a:extLst>
                  <a:ext uri="{FF2B5EF4-FFF2-40B4-BE49-F238E27FC236}">
                    <a16:creationId xmlns:a16="http://schemas.microsoft.com/office/drawing/2014/main" id="{70E3A973-22BA-5569-5EE2-452C583D65AD}"/>
                  </a:ext>
                </a:extLst>
              </p:cNvPr>
              <p:cNvSpPr/>
              <p:nvPr/>
            </p:nvSpPr>
            <p:spPr>
              <a:xfrm>
                <a:off x="6823138" y="2521362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620"/>
                    </a:cubicBezTo>
                    <a:cubicBezTo>
                      <a:pt x="0" y="333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620"/>
                    </a:cubicBezTo>
                    <a:cubicBezTo>
                      <a:pt x="15430" y="11811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4" name="Google Shape;3734;p29">
                <a:extLst>
                  <a:ext uri="{FF2B5EF4-FFF2-40B4-BE49-F238E27FC236}">
                    <a16:creationId xmlns:a16="http://schemas.microsoft.com/office/drawing/2014/main" id="{F7AE4420-4CCB-394A-C772-53AF74ADEA5E}"/>
                  </a:ext>
                </a:extLst>
              </p:cNvPr>
              <p:cNvSpPr/>
              <p:nvPr/>
            </p:nvSpPr>
            <p:spPr>
              <a:xfrm>
                <a:off x="6905053" y="2440399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5" name="Google Shape;3735;p29">
                <a:extLst>
                  <a:ext uri="{FF2B5EF4-FFF2-40B4-BE49-F238E27FC236}">
                    <a16:creationId xmlns:a16="http://schemas.microsoft.com/office/drawing/2014/main" id="{2FBAC5B0-FC33-533A-BC64-8E62CF429CBB}"/>
                  </a:ext>
                </a:extLst>
              </p:cNvPr>
              <p:cNvSpPr/>
              <p:nvPr/>
            </p:nvSpPr>
            <p:spPr>
              <a:xfrm>
                <a:off x="6986873" y="2359341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6" name="Google Shape;3736;p29">
                <a:extLst>
                  <a:ext uri="{FF2B5EF4-FFF2-40B4-BE49-F238E27FC236}">
                    <a16:creationId xmlns:a16="http://schemas.microsoft.com/office/drawing/2014/main" id="{BB1DFFF6-DE26-7DCD-435B-19F38F4619FC}"/>
                  </a:ext>
                </a:extLst>
              </p:cNvPr>
              <p:cNvSpPr/>
              <p:nvPr/>
            </p:nvSpPr>
            <p:spPr>
              <a:xfrm>
                <a:off x="7068597" y="2278284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7" y="0"/>
                      <a:pt x="12954" y="2857"/>
                      <a:pt x="12954" y="6477"/>
                    </a:cubicBezTo>
                    <a:cubicBezTo>
                      <a:pt x="12954" y="10096"/>
                      <a:pt x="10097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7" name="Google Shape;3737;p29">
                <a:extLst>
                  <a:ext uri="{FF2B5EF4-FFF2-40B4-BE49-F238E27FC236}">
                    <a16:creationId xmlns:a16="http://schemas.microsoft.com/office/drawing/2014/main" id="{DEA9C434-23BF-3090-B937-AF5A567E0BB9}"/>
                  </a:ext>
                </a:extLst>
              </p:cNvPr>
              <p:cNvSpPr/>
              <p:nvPr/>
            </p:nvSpPr>
            <p:spPr>
              <a:xfrm>
                <a:off x="7150417" y="2197226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8" name="Google Shape;3738;p29">
                <a:extLst>
                  <a:ext uri="{FF2B5EF4-FFF2-40B4-BE49-F238E27FC236}">
                    <a16:creationId xmlns:a16="http://schemas.microsoft.com/office/drawing/2014/main" id="{909345B2-BD03-4873-8763-BC858419D639}"/>
                  </a:ext>
                </a:extLst>
              </p:cNvPr>
              <p:cNvSpPr/>
              <p:nvPr/>
            </p:nvSpPr>
            <p:spPr>
              <a:xfrm>
                <a:off x="7232332" y="2116359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9" name="Google Shape;3739;p29">
                <a:extLst>
                  <a:ext uri="{FF2B5EF4-FFF2-40B4-BE49-F238E27FC236}">
                    <a16:creationId xmlns:a16="http://schemas.microsoft.com/office/drawing/2014/main" id="{CF638A85-D2BE-9500-5A46-C66F101EFDE2}"/>
                  </a:ext>
                </a:extLst>
              </p:cNvPr>
              <p:cNvSpPr/>
              <p:nvPr/>
            </p:nvSpPr>
            <p:spPr>
              <a:xfrm>
                <a:off x="7314152" y="2035301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7" y="2381"/>
                      <a:pt x="10477" y="5239"/>
                    </a:cubicBezTo>
                    <a:cubicBezTo>
                      <a:pt x="10477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0" name="Google Shape;3740;p29">
                <a:extLst>
                  <a:ext uri="{FF2B5EF4-FFF2-40B4-BE49-F238E27FC236}">
                    <a16:creationId xmlns:a16="http://schemas.microsoft.com/office/drawing/2014/main" id="{F2CFF16B-A319-8349-F281-D23BE361F527}"/>
                  </a:ext>
                </a:extLst>
              </p:cNvPr>
              <p:cNvSpPr/>
              <p:nvPr/>
            </p:nvSpPr>
            <p:spPr>
              <a:xfrm>
                <a:off x="7395972" y="1954243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1" name="Google Shape;3741;p29">
                <a:extLst>
                  <a:ext uri="{FF2B5EF4-FFF2-40B4-BE49-F238E27FC236}">
                    <a16:creationId xmlns:a16="http://schemas.microsoft.com/office/drawing/2014/main" id="{DE59DDC7-8C57-F495-9D57-FBE28CC4BC25}"/>
                  </a:ext>
                </a:extLst>
              </p:cNvPr>
              <p:cNvSpPr/>
              <p:nvPr/>
            </p:nvSpPr>
            <p:spPr>
              <a:xfrm>
                <a:off x="7477696" y="187318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2" name="Google Shape;3742;p29">
                <a:extLst>
                  <a:ext uri="{FF2B5EF4-FFF2-40B4-BE49-F238E27FC236}">
                    <a16:creationId xmlns:a16="http://schemas.microsoft.com/office/drawing/2014/main" id="{28117E75-7845-223F-1E40-DD58DD59DDD0}"/>
                  </a:ext>
                </a:extLst>
              </p:cNvPr>
              <p:cNvSpPr/>
              <p:nvPr/>
            </p:nvSpPr>
            <p:spPr>
              <a:xfrm>
                <a:off x="7559611" y="1792318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3" name="Google Shape;3743;p29">
                <a:extLst>
                  <a:ext uri="{FF2B5EF4-FFF2-40B4-BE49-F238E27FC236}">
                    <a16:creationId xmlns:a16="http://schemas.microsoft.com/office/drawing/2014/main" id="{009FE9BD-70AA-5CD0-9153-626B2BC5E1A2}"/>
                  </a:ext>
                </a:extLst>
              </p:cNvPr>
              <p:cNvSpPr/>
              <p:nvPr/>
            </p:nvSpPr>
            <p:spPr>
              <a:xfrm>
                <a:off x="7641431" y="1711260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4" name="Google Shape;3744;p29">
                <a:extLst>
                  <a:ext uri="{FF2B5EF4-FFF2-40B4-BE49-F238E27FC236}">
                    <a16:creationId xmlns:a16="http://schemas.microsoft.com/office/drawing/2014/main" id="{B85AA82F-E737-B61B-5276-76CCA9B96D33}"/>
                  </a:ext>
                </a:extLst>
              </p:cNvPr>
              <p:cNvSpPr/>
              <p:nvPr/>
            </p:nvSpPr>
            <p:spPr>
              <a:xfrm>
                <a:off x="7723250" y="1630203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5" name="Google Shape;3745;p29">
                <a:extLst>
                  <a:ext uri="{FF2B5EF4-FFF2-40B4-BE49-F238E27FC236}">
                    <a16:creationId xmlns:a16="http://schemas.microsoft.com/office/drawing/2014/main" id="{06DDE7CE-F1F6-EB6B-CE71-9A5AC398E713}"/>
                  </a:ext>
                </a:extLst>
              </p:cNvPr>
              <p:cNvSpPr/>
              <p:nvPr/>
            </p:nvSpPr>
            <p:spPr>
              <a:xfrm>
                <a:off x="7805070" y="1549145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6" name="Google Shape;3746;p29">
                <a:extLst>
                  <a:ext uri="{FF2B5EF4-FFF2-40B4-BE49-F238E27FC236}">
                    <a16:creationId xmlns:a16="http://schemas.microsoft.com/office/drawing/2014/main" id="{C1B53A03-0FAA-BDB7-9B92-C1AAE1C61894}"/>
                  </a:ext>
                </a:extLst>
              </p:cNvPr>
              <p:cNvSpPr/>
              <p:nvPr/>
            </p:nvSpPr>
            <p:spPr>
              <a:xfrm>
                <a:off x="7886890" y="1468278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7" name="Google Shape;3747;p29">
                <a:extLst>
                  <a:ext uri="{FF2B5EF4-FFF2-40B4-BE49-F238E27FC236}">
                    <a16:creationId xmlns:a16="http://schemas.microsoft.com/office/drawing/2014/main" id="{43F981EA-86E0-1293-BECA-ED684191FB85}"/>
                  </a:ext>
                </a:extLst>
              </p:cNvPr>
              <p:cNvSpPr/>
              <p:nvPr/>
            </p:nvSpPr>
            <p:spPr>
              <a:xfrm>
                <a:off x="7968710" y="1387220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4000" y="2000"/>
                    </a:moveTo>
                    <a:cubicBezTo>
                      <a:pt x="4000" y="3105"/>
                      <a:pt x="3105" y="4000"/>
                      <a:pt x="2000" y="4000"/>
                    </a:cubicBezTo>
                    <a:cubicBezTo>
                      <a:pt x="896" y="4000"/>
                      <a:pt x="0" y="3105"/>
                      <a:pt x="0" y="2000"/>
                    </a:cubicBezTo>
                    <a:cubicBezTo>
                      <a:pt x="0" y="896"/>
                      <a:pt x="896" y="0"/>
                      <a:pt x="2000" y="0"/>
                    </a:cubicBezTo>
                    <a:cubicBezTo>
                      <a:pt x="3105" y="0"/>
                      <a:pt x="4000" y="896"/>
                      <a:pt x="4000" y="20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8" name="Google Shape;3748;p29">
                <a:extLst>
                  <a:ext uri="{FF2B5EF4-FFF2-40B4-BE49-F238E27FC236}">
                    <a16:creationId xmlns:a16="http://schemas.microsoft.com/office/drawing/2014/main" id="{6AAC0C1A-AAEC-1EFA-A6EA-9DFAF1C85C8B}"/>
                  </a:ext>
                </a:extLst>
              </p:cNvPr>
              <p:cNvSpPr/>
              <p:nvPr/>
            </p:nvSpPr>
            <p:spPr>
              <a:xfrm>
                <a:off x="8050530" y="1306162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7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9" name="Google Shape;3749;p29">
                <a:extLst>
                  <a:ext uri="{FF2B5EF4-FFF2-40B4-BE49-F238E27FC236}">
                    <a16:creationId xmlns:a16="http://schemas.microsoft.com/office/drawing/2014/main" id="{806C530F-9781-C6A1-B9EE-80B02ADFADBB}"/>
                  </a:ext>
                </a:extLst>
              </p:cNvPr>
              <p:cNvSpPr/>
              <p:nvPr/>
            </p:nvSpPr>
            <p:spPr>
              <a:xfrm>
                <a:off x="8132349" y="1225104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2"/>
                      <a:pt x="571" y="0"/>
                      <a:pt x="1238" y="0"/>
                    </a:cubicBezTo>
                    <a:cubicBezTo>
                      <a:pt x="1905" y="0"/>
                      <a:pt x="2476" y="572"/>
                      <a:pt x="2476" y="1238"/>
                    </a:cubicBezTo>
                    <a:cubicBezTo>
                      <a:pt x="2476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0" name="Google Shape;3750;p29">
                <a:extLst>
                  <a:ext uri="{FF2B5EF4-FFF2-40B4-BE49-F238E27FC236}">
                    <a16:creationId xmlns:a16="http://schemas.microsoft.com/office/drawing/2014/main" id="{4ACBCE85-1B62-B6A5-83EB-B568751C74EE}"/>
                  </a:ext>
                </a:extLst>
              </p:cNvPr>
              <p:cNvSpPr/>
              <p:nvPr/>
            </p:nvSpPr>
            <p:spPr>
              <a:xfrm>
                <a:off x="8214264" y="1144142"/>
                <a:ext cx="1523" cy="1619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1619" extrusionOk="0">
                    <a:moveTo>
                      <a:pt x="762" y="1619"/>
                    </a:moveTo>
                    <a:cubicBezTo>
                      <a:pt x="762" y="1619"/>
                      <a:pt x="0" y="1238"/>
                      <a:pt x="0" y="762"/>
                    </a:cubicBezTo>
                    <a:cubicBezTo>
                      <a:pt x="0" y="286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619"/>
                      <a:pt x="762" y="16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51" name="Google Shape;3751;p29">
              <a:extLst>
                <a:ext uri="{FF2B5EF4-FFF2-40B4-BE49-F238E27FC236}">
                  <a16:creationId xmlns:a16="http://schemas.microsoft.com/office/drawing/2014/main" id="{38400506-E3FD-00FD-0C88-D176056593B9}"/>
                </a:ext>
              </a:extLst>
            </p:cNvPr>
            <p:cNvGrpSpPr/>
            <p:nvPr/>
          </p:nvGrpSpPr>
          <p:grpSpPr>
            <a:xfrm>
              <a:off x="3821525" y="1149952"/>
              <a:ext cx="4238148" cy="4257198"/>
              <a:chOff x="3821525" y="1149952"/>
              <a:chExt cx="4238148" cy="4257198"/>
            </a:xfrm>
          </p:grpSpPr>
          <p:sp>
            <p:nvSpPr>
              <p:cNvPr id="3752" name="Google Shape;3752;p29">
                <a:extLst>
                  <a:ext uri="{FF2B5EF4-FFF2-40B4-BE49-F238E27FC236}">
                    <a16:creationId xmlns:a16="http://schemas.microsoft.com/office/drawing/2014/main" id="{BD2C347C-7977-D942-5973-0726AA7F083A}"/>
                  </a:ext>
                </a:extLst>
              </p:cNvPr>
              <p:cNvSpPr/>
              <p:nvPr/>
            </p:nvSpPr>
            <p:spPr>
              <a:xfrm>
                <a:off x="3821525" y="5362764"/>
                <a:ext cx="22193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22193" h="44386" extrusionOk="0">
                    <a:moveTo>
                      <a:pt x="0" y="0"/>
                    </a:moveTo>
                    <a:cubicBezTo>
                      <a:pt x="12287" y="0"/>
                      <a:pt x="22193" y="9906"/>
                      <a:pt x="22193" y="22193"/>
                    </a:cubicBezTo>
                    <a:cubicBezTo>
                      <a:pt x="22193" y="34481"/>
                      <a:pt x="12287" y="44387"/>
                      <a:pt x="0" y="4438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3" name="Google Shape;3753;p29">
                <a:extLst>
                  <a:ext uri="{FF2B5EF4-FFF2-40B4-BE49-F238E27FC236}">
                    <a16:creationId xmlns:a16="http://schemas.microsoft.com/office/drawing/2014/main" id="{C76AC980-8A15-846B-8AA8-39D21620E46A}"/>
                  </a:ext>
                </a:extLst>
              </p:cNvPr>
              <p:cNvSpPr/>
              <p:nvPr/>
            </p:nvSpPr>
            <p:spPr>
              <a:xfrm>
                <a:off x="3884199" y="5281707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715"/>
                      <a:pt x="43625" y="21812"/>
                    </a:cubicBezTo>
                    <a:cubicBezTo>
                      <a:pt x="43625" y="33909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4" name="Google Shape;3754;p29">
                <a:extLst>
                  <a:ext uri="{FF2B5EF4-FFF2-40B4-BE49-F238E27FC236}">
                    <a16:creationId xmlns:a16="http://schemas.microsoft.com/office/drawing/2014/main" id="{48EBCCF4-5DF7-C198-C8E7-E254EDAE8A80}"/>
                  </a:ext>
                </a:extLst>
              </p:cNvPr>
              <p:cNvSpPr/>
              <p:nvPr/>
            </p:nvSpPr>
            <p:spPr>
              <a:xfrm>
                <a:off x="3966019" y="5200649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2" y="9620"/>
                      <a:pt x="42862" y="21431"/>
                    </a:cubicBezTo>
                    <a:cubicBezTo>
                      <a:pt x="42862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5" name="Google Shape;3755;p29">
                <a:extLst>
                  <a:ext uri="{FF2B5EF4-FFF2-40B4-BE49-F238E27FC236}">
                    <a16:creationId xmlns:a16="http://schemas.microsoft.com/office/drawing/2014/main" id="{91F96B0A-A329-504A-B17B-59AA36ACB25E}"/>
                  </a:ext>
                </a:extLst>
              </p:cNvPr>
              <p:cNvSpPr/>
              <p:nvPr/>
            </p:nvSpPr>
            <p:spPr>
              <a:xfrm>
                <a:off x="4047934" y="5119782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6" name="Google Shape;3756;p29">
                <a:extLst>
                  <a:ext uri="{FF2B5EF4-FFF2-40B4-BE49-F238E27FC236}">
                    <a16:creationId xmlns:a16="http://schemas.microsoft.com/office/drawing/2014/main" id="{5143F8C7-4F42-2DA3-3DC9-40E2AEC30297}"/>
                  </a:ext>
                </a:extLst>
              </p:cNvPr>
              <p:cNvSpPr/>
              <p:nvPr/>
            </p:nvSpPr>
            <p:spPr>
              <a:xfrm>
                <a:off x="4129754" y="5038724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7" name="Google Shape;3757;p29">
                <a:extLst>
                  <a:ext uri="{FF2B5EF4-FFF2-40B4-BE49-F238E27FC236}">
                    <a16:creationId xmlns:a16="http://schemas.microsoft.com/office/drawing/2014/main" id="{C2EE7EF8-D250-6B8E-0A01-3C95C65B2FA2}"/>
                  </a:ext>
                </a:extLst>
              </p:cNvPr>
              <p:cNvSpPr/>
              <p:nvPr/>
            </p:nvSpPr>
            <p:spPr>
              <a:xfrm>
                <a:off x="4211478" y="4957666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8" name="Google Shape;3758;p29">
                <a:extLst>
                  <a:ext uri="{FF2B5EF4-FFF2-40B4-BE49-F238E27FC236}">
                    <a16:creationId xmlns:a16="http://schemas.microsoft.com/office/drawing/2014/main" id="{01F541C1-1DC5-1FC7-86B2-A9BE7E6C2091}"/>
                  </a:ext>
                </a:extLst>
              </p:cNvPr>
              <p:cNvSpPr/>
              <p:nvPr/>
            </p:nvSpPr>
            <p:spPr>
              <a:xfrm>
                <a:off x="4293298" y="4876609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9" name="Google Shape;3759;p29">
                <a:extLst>
                  <a:ext uri="{FF2B5EF4-FFF2-40B4-BE49-F238E27FC236}">
                    <a16:creationId xmlns:a16="http://schemas.microsoft.com/office/drawing/2014/main" id="{644327E9-C045-5CF6-898D-DEA73A24569E}"/>
                  </a:ext>
                </a:extLst>
              </p:cNvPr>
              <p:cNvSpPr/>
              <p:nvPr/>
            </p:nvSpPr>
            <p:spPr>
              <a:xfrm>
                <a:off x="4375213" y="479574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0" name="Google Shape;3760;p29">
                <a:extLst>
                  <a:ext uri="{FF2B5EF4-FFF2-40B4-BE49-F238E27FC236}">
                    <a16:creationId xmlns:a16="http://schemas.microsoft.com/office/drawing/2014/main" id="{DC4F4211-BD33-8293-3960-3AC40E898652}"/>
                  </a:ext>
                </a:extLst>
              </p:cNvPr>
              <p:cNvSpPr/>
              <p:nvPr/>
            </p:nvSpPr>
            <p:spPr>
              <a:xfrm>
                <a:off x="4457033" y="4714684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1" name="Google Shape;3761;p29">
                <a:extLst>
                  <a:ext uri="{FF2B5EF4-FFF2-40B4-BE49-F238E27FC236}">
                    <a16:creationId xmlns:a16="http://schemas.microsoft.com/office/drawing/2014/main" id="{42618A60-8F68-2CE1-4741-5F4DE8836E65}"/>
                  </a:ext>
                </a:extLst>
              </p:cNvPr>
              <p:cNvSpPr/>
              <p:nvPr/>
            </p:nvSpPr>
            <p:spPr>
              <a:xfrm>
                <a:off x="4538852" y="4633626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2" name="Google Shape;3762;p29">
                <a:extLst>
                  <a:ext uri="{FF2B5EF4-FFF2-40B4-BE49-F238E27FC236}">
                    <a16:creationId xmlns:a16="http://schemas.microsoft.com/office/drawing/2014/main" id="{5573530A-D49F-8817-C2E8-3D972DEB5A43}"/>
                  </a:ext>
                </a:extLst>
              </p:cNvPr>
              <p:cNvSpPr/>
              <p:nvPr/>
            </p:nvSpPr>
            <p:spPr>
              <a:xfrm>
                <a:off x="4620577" y="4552568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3" name="Google Shape;3763;p29">
                <a:extLst>
                  <a:ext uri="{FF2B5EF4-FFF2-40B4-BE49-F238E27FC236}">
                    <a16:creationId xmlns:a16="http://schemas.microsoft.com/office/drawing/2014/main" id="{420DA32B-6674-81DA-FF14-8801A58766BF}"/>
                  </a:ext>
                </a:extLst>
              </p:cNvPr>
              <p:cNvSpPr/>
              <p:nvPr/>
            </p:nvSpPr>
            <p:spPr>
              <a:xfrm>
                <a:off x="4702492" y="4471701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4" name="Google Shape;3764;p29">
                <a:extLst>
                  <a:ext uri="{FF2B5EF4-FFF2-40B4-BE49-F238E27FC236}">
                    <a16:creationId xmlns:a16="http://schemas.microsoft.com/office/drawing/2014/main" id="{DAE6FCB5-E5ED-3E9C-0AB4-13D8C9D8E78D}"/>
                  </a:ext>
                </a:extLst>
              </p:cNvPr>
              <p:cNvSpPr/>
              <p:nvPr/>
            </p:nvSpPr>
            <p:spPr>
              <a:xfrm>
                <a:off x="4784312" y="4390643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5" name="Google Shape;3765;p29">
                <a:extLst>
                  <a:ext uri="{FF2B5EF4-FFF2-40B4-BE49-F238E27FC236}">
                    <a16:creationId xmlns:a16="http://schemas.microsoft.com/office/drawing/2014/main" id="{34EE1886-7CFF-8EDF-5F96-E2EC8410F1C0}"/>
                  </a:ext>
                </a:extLst>
              </p:cNvPr>
              <p:cNvSpPr/>
              <p:nvPr/>
            </p:nvSpPr>
            <p:spPr>
              <a:xfrm>
                <a:off x="4866131" y="4309585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6" name="Google Shape;3766;p29">
                <a:extLst>
                  <a:ext uri="{FF2B5EF4-FFF2-40B4-BE49-F238E27FC236}">
                    <a16:creationId xmlns:a16="http://schemas.microsoft.com/office/drawing/2014/main" id="{C1A91991-23A3-3B51-9D4E-4AF2AE998154}"/>
                  </a:ext>
                </a:extLst>
              </p:cNvPr>
              <p:cNvSpPr/>
              <p:nvPr/>
            </p:nvSpPr>
            <p:spPr>
              <a:xfrm>
                <a:off x="4947951" y="4228528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7" name="Google Shape;3767;p29">
                <a:extLst>
                  <a:ext uri="{FF2B5EF4-FFF2-40B4-BE49-F238E27FC236}">
                    <a16:creationId xmlns:a16="http://schemas.microsoft.com/office/drawing/2014/main" id="{25E32194-D6BC-9439-B3DC-6F5C149A2531}"/>
                  </a:ext>
                </a:extLst>
              </p:cNvPr>
              <p:cNvSpPr/>
              <p:nvPr/>
            </p:nvSpPr>
            <p:spPr>
              <a:xfrm>
                <a:off x="5029771" y="4147565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5" y="7239"/>
                      <a:pt x="32195" y="16097"/>
                    </a:cubicBezTo>
                    <a:cubicBezTo>
                      <a:pt x="32195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8" name="Google Shape;3768;p29">
                <a:extLst>
                  <a:ext uri="{FF2B5EF4-FFF2-40B4-BE49-F238E27FC236}">
                    <a16:creationId xmlns:a16="http://schemas.microsoft.com/office/drawing/2014/main" id="{9B3E8D99-E440-DDDE-FA2F-273E3880D2FA}"/>
                  </a:ext>
                </a:extLst>
              </p:cNvPr>
              <p:cNvSpPr/>
              <p:nvPr/>
            </p:nvSpPr>
            <p:spPr>
              <a:xfrm>
                <a:off x="5111591" y="4066603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9" name="Google Shape;3769;p29">
                <a:extLst>
                  <a:ext uri="{FF2B5EF4-FFF2-40B4-BE49-F238E27FC236}">
                    <a16:creationId xmlns:a16="http://schemas.microsoft.com/office/drawing/2014/main" id="{2C7E9A53-A632-78D7-550D-182C3B96744D}"/>
                  </a:ext>
                </a:extLst>
              </p:cNvPr>
              <p:cNvSpPr/>
              <p:nvPr/>
            </p:nvSpPr>
            <p:spPr>
              <a:xfrm>
                <a:off x="5193411" y="3985545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0" name="Google Shape;3770;p29">
                <a:extLst>
                  <a:ext uri="{FF2B5EF4-FFF2-40B4-BE49-F238E27FC236}">
                    <a16:creationId xmlns:a16="http://schemas.microsoft.com/office/drawing/2014/main" id="{36312A6A-7BC6-719B-7515-FE06AE3FFAA0}"/>
                  </a:ext>
                </a:extLst>
              </p:cNvPr>
              <p:cNvSpPr/>
              <p:nvPr/>
            </p:nvSpPr>
            <p:spPr>
              <a:xfrm>
                <a:off x="5275230" y="3904487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1" name="Google Shape;3771;p29">
                <a:extLst>
                  <a:ext uri="{FF2B5EF4-FFF2-40B4-BE49-F238E27FC236}">
                    <a16:creationId xmlns:a16="http://schemas.microsoft.com/office/drawing/2014/main" id="{DB05C646-66B9-3768-07C9-E9F0D26228FC}"/>
                  </a:ext>
                </a:extLst>
              </p:cNvPr>
              <p:cNvSpPr/>
              <p:nvPr/>
            </p:nvSpPr>
            <p:spPr>
              <a:xfrm>
                <a:off x="5357050" y="3823429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2" name="Google Shape;3772;p29">
                <a:extLst>
                  <a:ext uri="{FF2B5EF4-FFF2-40B4-BE49-F238E27FC236}">
                    <a16:creationId xmlns:a16="http://schemas.microsoft.com/office/drawing/2014/main" id="{4F261B13-5C91-1044-6F9B-3872FB7E4C2A}"/>
                  </a:ext>
                </a:extLst>
              </p:cNvPr>
              <p:cNvSpPr/>
              <p:nvPr/>
            </p:nvSpPr>
            <p:spPr>
              <a:xfrm>
                <a:off x="5438870" y="3742562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3" name="Google Shape;3773;p29">
                <a:extLst>
                  <a:ext uri="{FF2B5EF4-FFF2-40B4-BE49-F238E27FC236}">
                    <a16:creationId xmlns:a16="http://schemas.microsoft.com/office/drawing/2014/main" id="{E04BAEBE-F908-4891-6F13-7439681A1B68}"/>
                  </a:ext>
                </a:extLst>
              </p:cNvPr>
              <p:cNvSpPr/>
              <p:nvPr/>
            </p:nvSpPr>
            <p:spPr>
              <a:xfrm>
                <a:off x="5520690" y="3661504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096" y="0"/>
                      <a:pt x="13716" y="0"/>
                    </a:cubicBezTo>
                    <a:cubicBezTo>
                      <a:pt x="21336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4" name="Google Shape;3774;p29">
                <a:extLst>
                  <a:ext uri="{FF2B5EF4-FFF2-40B4-BE49-F238E27FC236}">
                    <a16:creationId xmlns:a16="http://schemas.microsoft.com/office/drawing/2014/main" id="{BCF8A245-CE93-5CAF-94C4-E3D27E22540F}"/>
                  </a:ext>
                </a:extLst>
              </p:cNvPr>
              <p:cNvSpPr/>
              <p:nvPr/>
            </p:nvSpPr>
            <p:spPr>
              <a:xfrm>
                <a:off x="5602509" y="3580446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5" name="Google Shape;3775;p29">
                <a:extLst>
                  <a:ext uri="{FF2B5EF4-FFF2-40B4-BE49-F238E27FC236}">
                    <a16:creationId xmlns:a16="http://schemas.microsoft.com/office/drawing/2014/main" id="{21A97BF4-FCA3-D569-A6DE-68477B8560C0}"/>
                  </a:ext>
                </a:extLst>
              </p:cNvPr>
              <p:cNvSpPr/>
              <p:nvPr/>
            </p:nvSpPr>
            <p:spPr>
              <a:xfrm>
                <a:off x="5684329" y="3499389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6" name="Google Shape;3776;p29">
                <a:extLst>
                  <a:ext uri="{FF2B5EF4-FFF2-40B4-BE49-F238E27FC236}">
                    <a16:creationId xmlns:a16="http://schemas.microsoft.com/office/drawing/2014/main" id="{87796FD7-1DBE-1467-9E98-CE2F58DF994B}"/>
                  </a:ext>
                </a:extLst>
              </p:cNvPr>
              <p:cNvSpPr/>
              <p:nvPr/>
            </p:nvSpPr>
            <p:spPr>
              <a:xfrm>
                <a:off x="5766244" y="34184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7" name="Google Shape;3777;p29">
                <a:extLst>
                  <a:ext uri="{FF2B5EF4-FFF2-40B4-BE49-F238E27FC236}">
                    <a16:creationId xmlns:a16="http://schemas.microsoft.com/office/drawing/2014/main" id="{D5DBF965-0F52-AB64-D648-9FA5D34C5874}"/>
                  </a:ext>
                </a:extLst>
              </p:cNvPr>
              <p:cNvSpPr/>
              <p:nvPr/>
            </p:nvSpPr>
            <p:spPr>
              <a:xfrm>
                <a:off x="5847969" y="3337464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8" name="Google Shape;3778;p29">
                <a:extLst>
                  <a:ext uri="{FF2B5EF4-FFF2-40B4-BE49-F238E27FC236}">
                    <a16:creationId xmlns:a16="http://schemas.microsoft.com/office/drawing/2014/main" id="{23DFF9CD-A9C5-745D-0A67-6D1BFBE8DAE3}"/>
                  </a:ext>
                </a:extLst>
              </p:cNvPr>
              <p:cNvSpPr/>
              <p:nvPr/>
            </p:nvSpPr>
            <p:spPr>
              <a:xfrm>
                <a:off x="5929788" y="3256406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9" name="Google Shape;3779;p29">
                <a:extLst>
                  <a:ext uri="{FF2B5EF4-FFF2-40B4-BE49-F238E27FC236}">
                    <a16:creationId xmlns:a16="http://schemas.microsoft.com/office/drawing/2014/main" id="{969F474F-B03A-0A45-985D-99D01D7C8D12}"/>
                  </a:ext>
                </a:extLst>
              </p:cNvPr>
              <p:cNvSpPr/>
              <p:nvPr/>
            </p:nvSpPr>
            <p:spPr>
              <a:xfrm>
                <a:off x="6011608" y="3175348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0" name="Google Shape;3780;p29">
                <a:extLst>
                  <a:ext uri="{FF2B5EF4-FFF2-40B4-BE49-F238E27FC236}">
                    <a16:creationId xmlns:a16="http://schemas.microsoft.com/office/drawing/2014/main" id="{7F276EC5-8AB1-AA99-BC7F-5D3E2152D6D3}"/>
                  </a:ext>
                </a:extLst>
              </p:cNvPr>
              <p:cNvSpPr/>
              <p:nvPr/>
            </p:nvSpPr>
            <p:spPr>
              <a:xfrm>
                <a:off x="6093523" y="3094481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1" name="Google Shape;3781;p29">
                <a:extLst>
                  <a:ext uri="{FF2B5EF4-FFF2-40B4-BE49-F238E27FC236}">
                    <a16:creationId xmlns:a16="http://schemas.microsoft.com/office/drawing/2014/main" id="{811568B7-B83C-E060-F9EF-381555F3CE21}"/>
                  </a:ext>
                </a:extLst>
              </p:cNvPr>
              <p:cNvSpPr/>
              <p:nvPr/>
            </p:nvSpPr>
            <p:spPr>
              <a:xfrm>
                <a:off x="6175343" y="3013328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2" name="Google Shape;3782;p29">
                <a:extLst>
                  <a:ext uri="{FF2B5EF4-FFF2-40B4-BE49-F238E27FC236}">
                    <a16:creationId xmlns:a16="http://schemas.microsoft.com/office/drawing/2014/main" id="{DEC1393D-586E-7DE8-C403-61736C2C9403}"/>
                  </a:ext>
                </a:extLst>
              </p:cNvPr>
              <p:cNvSpPr/>
              <p:nvPr/>
            </p:nvSpPr>
            <p:spPr>
              <a:xfrm>
                <a:off x="6257067" y="293227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3" name="Google Shape;3783;p29">
                <a:extLst>
                  <a:ext uri="{FF2B5EF4-FFF2-40B4-BE49-F238E27FC236}">
                    <a16:creationId xmlns:a16="http://schemas.microsoft.com/office/drawing/2014/main" id="{EFEAB865-4DD8-4488-26DF-9105B8F85D98}"/>
                  </a:ext>
                </a:extLst>
              </p:cNvPr>
              <p:cNvSpPr/>
              <p:nvPr/>
            </p:nvSpPr>
            <p:spPr>
              <a:xfrm>
                <a:off x="6338887" y="285121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145"/>
                      <a:pt x="0" y="9716"/>
                    </a:cubicBezTo>
                    <a:cubicBezTo>
                      <a:pt x="0" y="4286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4" name="Google Shape;3784;p29">
                <a:extLst>
                  <a:ext uri="{FF2B5EF4-FFF2-40B4-BE49-F238E27FC236}">
                    <a16:creationId xmlns:a16="http://schemas.microsoft.com/office/drawing/2014/main" id="{4B48A01C-124B-44DE-C99B-AB32F3A26D9B}"/>
                  </a:ext>
                </a:extLst>
              </p:cNvPr>
              <p:cNvSpPr/>
              <p:nvPr/>
            </p:nvSpPr>
            <p:spPr>
              <a:xfrm>
                <a:off x="6420802" y="2770345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5" name="Google Shape;3785;p29">
                <a:extLst>
                  <a:ext uri="{FF2B5EF4-FFF2-40B4-BE49-F238E27FC236}">
                    <a16:creationId xmlns:a16="http://schemas.microsoft.com/office/drawing/2014/main" id="{C83CF012-673D-D559-8721-463A3AFF7ECE}"/>
                  </a:ext>
                </a:extLst>
              </p:cNvPr>
              <p:cNvSpPr/>
              <p:nvPr/>
            </p:nvSpPr>
            <p:spPr>
              <a:xfrm>
                <a:off x="6502622" y="268928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6" name="Google Shape;3786;p29">
                <a:extLst>
                  <a:ext uri="{FF2B5EF4-FFF2-40B4-BE49-F238E27FC236}">
                    <a16:creationId xmlns:a16="http://schemas.microsoft.com/office/drawing/2014/main" id="{DCE0302D-57FE-9D19-5722-17B2CF99FCC8}"/>
                  </a:ext>
                </a:extLst>
              </p:cNvPr>
              <p:cNvSpPr/>
              <p:nvPr/>
            </p:nvSpPr>
            <p:spPr>
              <a:xfrm>
                <a:off x="6584441" y="2608230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7" name="Google Shape;3787;p29">
                <a:extLst>
                  <a:ext uri="{FF2B5EF4-FFF2-40B4-BE49-F238E27FC236}">
                    <a16:creationId xmlns:a16="http://schemas.microsoft.com/office/drawing/2014/main" id="{CEFD3A01-D4D9-146A-9316-34922A6E298C}"/>
                  </a:ext>
                </a:extLst>
              </p:cNvPr>
              <p:cNvSpPr/>
              <p:nvPr/>
            </p:nvSpPr>
            <p:spPr>
              <a:xfrm>
                <a:off x="6666166" y="2527172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8" name="Google Shape;3788;p29">
                <a:extLst>
                  <a:ext uri="{FF2B5EF4-FFF2-40B4-BE49-F238E27FC236}">
                    <a16:creationId xmlns:a16="http://schemas.microsoft.com/office/drawing/2014/main" id="{8D0C0ADC-FEB3-7F57-4680-CAA00A50F7B1}"/>
                  </a:ext>
                </a:extLst>
              </p:cNvPr>
              <p:cNvSpPr/>
              <p:nvPr/>
            </p:nvSpPr>
            <p:spPr>
              <a:xfrm>
                <a:off x="6748081" y="2446114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0"/>
                    </a:moveTo>
                    <a:cubicBezTo>
                      <a:pt x="3429" y="15430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0"/>
                      <a:pt x="7620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9" name="Google Shape;3789;p29">
                <a:extLst>
                  <a:ext uri="{FF2B5EF4-FFF2-40B4-BE49-F238E27FC236}">
                    <a16:creationId xmlns:a16="http://schemas.microsoft.com/office/drawing/2014/main" id="{7E134482-8140-ED3E-97FC-2BF9EEC995DE}"/>
                  </a:ext>
                </a:extLst>
              </p:cNvPr>
              <p:cNvSpPr/>
              <p:nvPr/>
            </p:nvSpPr>
            <p:spPr>
              <a:xfrm>
                <a:off x="6829901" y="2365247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0" name="Google Shape;3790;p29">
                <a:extLst>
                  <a:ext uri="{FF2B5EF4-FFF2-40B4-BE49-F238E27FC236}">
                    <a16:creationId xmlns:a16="http://schemas.microsoft.com/office/drawing/2014/main" id="{C790521C-4078-9CBC-9B6E-979B8537FADD}"/>
                  </a:ext>
                </a:extLst>
              </p:cNvPr>
              <p:cNvSpPr/>
              <p:nvPr/>
            </p:nvSpPr>
            <p:spPr>
              <a:xfrm>
                <a:off x="6911721" y="2284189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1" name="Google Shape;3791;p29">
                <a:extLst>
                  <a:ext uri="{FF2B5EF4-FFF2-40B4-BE49-F238E27FC236}">
                    <a16:creationId xmlns:a16="http://schemas.microsoft.com/office/drawing/2014/main" id="{399834A4-5EDA-6815-48B7-AB07CB22ACE0}"/>
                  </a:ext>
                </a:extLst>
              </p:cNvPr>
              <p:cNvSpPr/>
              <p:nvPr/>
            </p:nvSpPr>
            <p:spPr>
              <a:xfrm>
                <a:off x="6993540" y="220313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2" name="Google Shape;3792;p29">
                <a:extLst>
                  <a:ext uri="{FF2B5EF4-FFF2-40B4-BE49-F238E27FC236}">
                    <a16:creationId xmlns:a16="http://schemas.microsoft.com/office/drawing/2014/main" id="{8ABBEC2E-F387-37A0-5D21-7882C5E73FAC}"/>
                  </a:ext>
                </a:extLst>
              </p:cNvPr>
              <p:cNvSpPr/>
              <p:nvPr/>
            </p:nvSpPr>
            <p:spPr>
              <a:xfrm>
                <a:off x="7075265" y="2122074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3" name="Google Shape;3793;p29">
                <a:extLst>
                  <a:ext uri="{FF2B5EF4-FFF2-40B4-BE49-F238E27FC236}">
                    <a16:creationId xmlns:a16="http://schemas.microsoft.com/office/drawing/2014/main" id="{F60BFB13-9A0D-A16E-6A8A-99DF913A848D}"/>
                  </a:ext>
                </a:extLst>
              </p:cNvPr>
              <p:cNvSpPr/>
              <p:nvPr/>
            </p:nvSpPr>
            <p:spPr>
              <a:xfrm>
                <a:off x="7157180" y="2041207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4" name="Google Shape;3794;p29">
                <a:extLst>
                  <a:ext uri="{FF2B5EF4-FFF2-40B4-BE49-F238E27FC236}">
                    <a16:creationId xmlns:a16="http://schemas.microsoft.com/office/drawing/2014/main" id="{CF49B6FA-F339-C0FA-206E-07F8889C45D1}"/>
                  </a:ext>
                </a:extLst>
              </p:cNvPr>
              <p:cNvSpPr/>
              <p:nvPr/>
            </p:nvSpPr>
            <p:spPr>
              <a:xfrm>
                <a:off x="7239000" y="1960149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5" name="Google Shape;3795;p29">
                <a:extLst>
                  <a:ext uri="{FF2B5EF4-FFF2-40B4-BE49-F238E27FC236}">
                    <a16:creationId xmlns:a16="http://schemas.microsoft.com/office/drawing/2014/main" id="{7A3E403E-2E91-5289-D2AC-34C1C9B65E10}"/>
                  </a:ext>
                </a:extLst>
              </p:cNvPr>
              <p:cNvSpPr/>
              <p:nvPr/>
            </p:nvSpPr>
            <p:spPr>
              <a:xfrm>
                <a:off x="7320819" y="187909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6" name="Google Shape;3796;p29">
                <a:extLst>
                  <a:ext uri="{FF2B5EF4-FFF2-40B4-BE49-F238E27FC236}">
                    <a16:creationId xmlns:a16="http://schemas.microsoft.com/office/drawing/2014/main" id="{7A92B8CD-0D93-AED7-010D-16576A727463}"/>
                  </a:ext>
                </a:extLst>
              </p:cNvPr>
              <p:cNvSpPr/>
              <p:nvPr/>
            </p:nvSpPr>
            <p:spPr>
              <a:xfrm>
                <a:off x="7402639" y="1798033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7" name="Google Shape;3797;p29">
                <a:extLst>
                  <a:ext uri="{FF2B5EF4-FFF2-40B4-BE49-F238E27FC236}">
                    <a16:creationId xmlns:a16="http://schemas.microsoft.com/office/drawing/2014/main" id="{84AA01F5-5AF4-96B6-0E04-C96541A57794}"/>
                  </a:ext>
                </a:extLst>
              </p:cNvPr>
              <p:cNvSpPr/>
              <p:nvPr/>
            </p:nvSpPr>
            <p:spPr>
              <a:xfrm>
                <a:off x="7484459" y="1717166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8" name="Google Shape;3798;p29">
                <a:extLst>
                  <a:ext uri="{FF2B5EF4-FFF2-40B4-BE49-F238E27FC236}">
                    <a16:creationId xmlns:a16="http://schemas.microsoft.com/office/drawing/2014/main" id="{CF076A1E-85A0-DAEC-CA7E-DFA2550F5FCB}"/>
                  </a:ext>
                </a:extLst>
              </p:cNvPr>
              <p:cNvSpPr/>
              <p:nvPr/>
            </p:nvSpPr>
            <p:spPr>
              <a:xfrm>
                <a:off x="7566278" y="1636108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9" name="Google Shape;3799;p29">
                <a:extLst>
                  <a:ext uri="{FF2B5EF4-FFF2-40B4-BE49-F238E27FC236}">
                    <a16:creationId xmlns:a16="http://schemas.microsoft.com/office/drawing/2014/main" id="{801833FA-1734-9462-D5D7-8A2C17443E01}"/>
                  </a:ext>
                </a:extLst>
              </p:cNvPr>
              <p:cNvSpPr/>
              <p:nvPr/>
            </p:nvSpPr>
            <p:spPr>
              <a:xfrm>
                <a:off x="7648098" y="1555050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0" name="Google Shape;3800;p29">
                <a:extLst>
                  <a:ext uri="{FF2B5EF4-FFF2-40B4-BE49-F238E27FC236}">
                    <a16:creationId xmlns:a16="http://schemas.microsoft.com/office/drawing/2014/main" id="{3675E643-7229-103C-A41F-6C9A5E4CD98C}"/>
                  </a:ext>
                </a:extLst>
              </p:cNvPr>
              <p:cNvSpPr/>
              <p:nvPr/>
            </p:nvSpPr>
            <p:spPr>
              <a:xfrm>
                <a:off x="7729918" y="1473993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1" name="Google Shape;3801;p29">
                <a:extLst>
                  <a:ext uri="{FF2B5EF4-FFF2-40B4-BE49-F238E27FC236}">
                    <a16:creationId xmlns:a16="http://schemas.microsoft.com/office/drawing/2014/main" id="{E7B78239-1C4F-1D8A-6DB6-E301C8C2C21E}"/>
                  </a:ext>
                </a:extLst>
              </p:cNvPr>
              <p:cNvSpPr/>
              <p:nvPr/>
            </p:nvSpPr>
            <p:spPr>
              <a:xfrm>
                <a:off x="7811833" y="1393126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2" name="Google Shape;3802;p29">
                <a:extLst>
                  <a:ext uri="{FF2B5EF4-FFF2-40B4-BE49-F238E27FC236}">
                    <a16:creationId xmlns:a16="http://schemas.microsoft.com/office/drawing/2014/main" id="{20C97E44-9C92-3179-5208-29B086D3CD51}"/>
                  </a:ext>
                </a:extLst>
              </p:cNvPr>
              <p:cNvSpPr/>
              <p:nvPr/>
            </p:nvSpPr>
            <p:spPr>
              <a:xfrm>
                <a:off x="7893558" y="1312068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3" name="Google Shape;3803;p29">
                <a:extLst>
                  <a:ext uri="{FF2B5EF4-FFF2-40B4-BE49-F238E27FC236}">
                    <a16:creationId xmlns:a16="http://schemas.microsoft.com/office/drawing/2014/main" id="{547AAD39-08B2-7651-9093-D48B90F59CAA}"/>
                  </a:ext>
                </a:extLst>
              </p:cNvPr>
              <p:cNvSpPr/>
              <p:nvPr/>
            </p:nvSpPr>
            <p:spPr>
              <a:xfrm>
                <a:off x="7975377" y="1231010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4" name="Google Shape;3804;p29">
                <a:extLst>
                  <a:ext uri="{FF2B5EF4-FFF2-40B4-BE49-F238E27FC236}">
                    <a16:creationId xmlns:a16="http://schemas.microsoft.com/office/drawing/2014/main" id="{309ED9D6-CE3C-695D-618D-294649530AF2}"/>
                  </a:ext>
                </a:extLst>
              </p:cNvPr>
              <p:cNvSpPr/>
              <p:nvPr/>
            </p:nvSpPr>
            <p:spPr>
              <a:xfrm>
                <a:off x="8057197" y="1149952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05" name="Google Shape;3805;p29">
              <a:extLst>
                <a:ext uri="{FF2B5EF4-FFF2-40B4-BE49-F238E27FC236}">
                  <a16:creationId xmlns:a16="http://schemas.microsoft.com/office/drawing/2014/main" id="{1EC5B972-01C5-EE8D-C66D-56D46F99CB39}"/>
                </a:ext>
              </a:extLst>
            </p:cNvPr>
            <p:cNvGrpSpPr/>
            <p:nvPr/>
          </p:nvGrpSpPr>
          <p:grpSpPr>
            <a:xfrm>
              <a:off x="3825335" y="1155858"/>
              <a:ext cx="4078128" cy="4094320"/>
              <a:chOff x="3825335" y="1155858"/>
              <a:chExt cx="4078128" cy="4094320"/>
            </a:xfrm>
          </p:grpSpPr>
          <p:sp>
            <p:nvSpPr>
              <p:cNvPr id="3806" name="Google Shape;3806;p29">
                <a:extLst>
                  <a:ext uri="{FF2B5EF4-FFF2-40B4-BE49-F238E27FC236}">
                    <a16:creationId xmlns:a16="http://schemas.microsoft.com/office/drawing/2014/main" id="{A8299930-488A-737E-F5FC-7E1BF0049258}"/>
                  </a:ext>
                </a:extLst>
              </p:cNvPr>
              <p:cNvSpPr/>
              <p:nvPr/>
            </p:nvSpPr>
            <p:spPr>
              <a:xfrm>
                <a:off x="3825335" y="5206554"/>
                <a:ext cx="21812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43624" extrusionOk="0">
                    <a:moveTo>
                      <a:pt x="0" y="43625"/>
                    </a:moveTo>
                    <a:cubicBezTo>
                      <a:pt x="12002" y="43625"/>
                      <a:pt x="21812" y="33909"/>
                      <a:pt x="21812" y="21812"/>
                    </a:cubicBezTo>
                    <a:cubicBezTo>
                      <a:pt x="21812" y="9716"/>
                      <a:pt x="12097" y="0"/>
                      <a:pt x="0" y="0"/>
                    </a:cubicBezTo>
                    <a:lnTo>
                      <a:pt x="0" y="4362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7" name="Google Shape;3807;p29">
                <a:extLst>
                  <a:ext uri="{FF2B5EF4-FFF2-40B4-BE49-F238E27FC236}">
                    <a16:creationId xmlns:a16="http://schemas.microsoft.com/office/drawing/2014/main" id="{263E6211-FF0A-065B-6278-71B2CFE2B37D}"/>
                  </a:ext>
                </a:extLst>
              </p:cNvPr>
              <p:cNvSpPr/>
              <p:nvPr/>
            </p:nvSpPr>
            <p:spPr>
              <a:xfrm>
                <a:off x="3890867" y="5125592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8" name="Google Shape;3808;p29">
                <a:extLst>
                  <a:ext uri="{FF2B5EF4-FFF2-40B4-BE49-F238E27FC236}">
                    <a16:creationId xmlns:a16="http://schemas.microsoft.com/office/drawing/2014/main" id="{4E18E20B-22BD-7480-A3A7-BDD5BE7C591E}"/>
                  </a:ext>
                </a:extLst>
              </p:cNvPr>
              <p:cNvSpPr/>
              <p:nvPr/>
            </p:nvSpPr>
            <p:spPr>
              <a:xfrm>
                <a:off x="3972782" y="5044629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9" name="Google Shape;3809;p29">
                <a:extLst>
                  <a:ext uri="{FF2B5EF4-FFF2-40B4-BE49-F238E27FC236}">
                    <a16:creationId xmlns:a16="http://schemas.microsoft.com/office/drawing/2014/main" id="{05BA860E-0A92-AB8E-CC4A-B2B2FDA30EFE}"/>
                  </a:ext>
                </a:extLst>
              </p:cNvPr>
              <p:cNvSpPr/>
              <p:nvPr/>
            </p:nvSpPr>
            <p:spPr>
              <a:xfrm>
                <a:off x="4054602" y="4963572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0" name="Google Shape;3810;p29">
                <a:extLst>
                  <a:ext uri="{FF2B5EF4-FFF2-40B4-BE49-F238E27FC236}">
                    <a16:creationId xmlns:a16="http://schemas.microsoft.com/office/drawing/2014/main" id="{F1427961-E0F4-4775-5470-FA04005EDB76}"/>
                  </a:ext>
                </a:extLst>
              </p:cNvPr>
              <p:cNvSpPr/>
              <p:nvPr/>
            </p:nvSpPr>
            <p:spPr>
              <a:xfrm>
                <a:off x="4136326" y="4882514"/>
                <a:ext cx="40386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1" name="Google Shape;3811;p29">
                <a:extLst>
                  <a:ext uri="{FF2B5EF4-FFF2-40B4-BE49-F238E27FC236}">
                    <a16:creationId xmlns:a16="http://schemas.microsoft.com/office/drawing/2014/main" id="{CAFDE345-DBF5-2BC1-FFCC-480F470457B7}"/>
                  </a:ext>
                </a:extLst>
              </p:cNvPr>
              <p:cNvSpPr/>
              <p:nvPr/>
            </p:nvSpPr>
            <p:spPr>
              <a:xfrm>
                <a:off x="4218146" y="4801456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2" name="Google Shape;3812;p29">
                <a:extLst>
                  <a:ext uri="{FF2B5EF4-FFF2-40B4-BE49-F238E27FC236}">
                    <a16:creationId xmlns:a16="http://schemas.microsoft.com/office/drawing/2014/main" id="{9D32BF4D-D530-0096-0A2E-E7C004DD965A}"/>
                  </a:ext>
                </a:extLst>
              </p:cNvPr>
              <p:cNvSpPr/>
              <p:nvPr/>
            </p:nvSpPr>
            <p:spPr>
              <a:xfrm>
                <a:off x="4300061" y="4720589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3" name="Google Shape;3813;p29">
                <a:extLst>
                  <a:ext uri="{FF2B5EF4-FFF2-40B4-BE49-F238E27FC236}">
                    <a16:creationId xmlns:a16="http://schemas.microsoft.com/office/drawing/2014/main" id="{F2592EF7-9627-CC26-72E8-CB3E5BD03DA5}"/>
                  </a:ext>
                </a:extLst>
              </p:cNvPr>
              <p:cNvSpPr/>
              <p:nvPr/>
            </p:nvSpPr>
            <p:spPr>
              <a:xfrm>
                <a:off x="4381881" y="4639531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4" name="Google Shape;3814;p29">
                <a:extLst>
                  <a:ext uri="{FF2B5EF4-FFF2-40B4-BE49-F238E27FC236}">
                    <a16:creationId xmlns:a16="http://schemas.microsoft.com/office/drawing/2014/main" id="{692C8A73-DEC4-B4C9-9594-E9440167B851}"/>
                  </a:ext>
                </a:extLst>
              </p:cNvPr>
              <p:cNvSpPr/>
              <p:nvPr/>
            </p:nvSpPr>
            <p:spPr>
              <a:xfrm>
                <a:off x="4463700" y="4558473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5" name="Google Shape;3815;p29">
                <a:extLst>
                  <a:ext uri="{FF2B5EF4-FFF2-40B4-BE49-F238E27FC236}">
                    <a16:creationId xmlns:a16="http://schemas.microsoft.com/office/drawing/2014/main" id="{8E2708B3-C9D2-B0DC-85F8-38765A306120}"/>
                  </a:ext>
                </a:extLst>
              </p:cNvPr>
              <p:cNvSpPr/>
              <p:nvPr/>
            </p:nvSpPr>
            <p:spPr>
              <a:xfrm>
                <a:off x="4545425" y="4477416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6" name="Google Shape;3816;p29">
                <a:extLst>
                  <a:ext uri="{FF2B5EF4-FFF2-40B4-BE49-F238E27FC236}">
                    <a16:creationId xmlns:a16="http://schemas.microsoft.com/office/drawing/2014/main" id="{F8C18964-2DED-A0F7-25A7-FEB91C351762}"/>
                  </a:ext>
                </a:extLst>
              </p:cNvPr>
              <p:cNvSpPr/>
              <p:nvPr/>
            </p:nvSpPr>
            <p:spPr>
              <a:xfrm>
                <a:off x="4627340" y="4396548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7"/>
                    </a:cubicBezTo>
                    <a:cubicBezTo>
                      <a:pt x="35433" y="27527"/>
                      <a:pt x="27432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7" name="Google Shape;3817;p29">
                <a:extLst>
                  <a:ext uri="{FF2B5EF4-FFF2-40B4-BE49-F238E27FC236}">
                    <a16:creationId xmlns:a16="http://schemas.microsoft.com/office/drawing/2014/main" id="{D96CB7BA-755F-7BA0-A537-E67BD7124391}"/>
                  </a:ext>
                </a:extLst>
              </p:cNvPr>
              <p:cNvSpPr/>
              <p:nvPr/>
            </p:nvSpPr>
            <p:spPr>
              <a:xfrm>
                <a:off x="4709160" y="4315491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8" name="Google Shape;3818;p29">
                <a:extLst>
                  <a:ext uri="{FF2B5EF4-FFF2-40B4-BE49-F238E27FC236}">
                    <a16:creationId xmlns:a16="http://schemas.microsoft.com/office/drawing/2014/main" id="{0D12547F-4901-267E-9F44-EF3A7342BE31}"/>
                  </a:ext>
                </a:extLst>
              </p:cNvPr>
              <p:cNvSpPr/>
              <p:nvPr/>
            </p:nvSpPr>
            <p:spPr>
              <a:xfrm>
                <a:off x="4790979" y="4234433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9" name="Google Shape;3819;p29">
                <a:extLst>
                  <a:ext uri="{FF2B5EF4-FFF2-40B4-BE49-F238E27FC236}">
                    <a16:creationId xmlns:a16="http://schemas.microsoft.com/office/drawing/2014/main" id="{D866B649-7E9D-C507-015B-39EEC8A6932B}"/>
                  </a:ext>
                </a:extLst>
              </p:cNvPr>
              <p:cNvSpPr/>
              <p:nvPr/>
            </p:nvSpPr>
            <p:spPr>
              <a:xfrm>
                <a:off x="4872799" y="4153375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8"/>
                      <a:pt x="0" y="16574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4"/>
                    </a:cubicBezTo>
                    <a:cubicBezTo>
                      <a:pt x="33147" y="25718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0" name="Google Shape;3820;p29">
                <a:extLst>
                  <a:ext uri="{FF2B5EF4-FFF2-40B4-BE49-F238E27FC236}">
                    <a16:creationId xmlns:a16="http://schemas.microsoft.com/office/drawing/2014/main" id="{F46240AB-FB8D-301C-BD2F-336F3EFD3196}"/>
                  </a:ext>
                </a:extLst>
              </p:cNvPr>
              <p:cNvSpPr/>
              <p:nvPr/>
            </p:nvSpPr>
            <p:spPr>
              <a:xfrm>
                <a:off x="4954524" y="4072413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1" name="Google Shape;3821;p29">
                <a:extLst>
                  <a:ext uri="{FF2B5EF4-FFF2-40B4-BE49-F238E27FC236}">
                    <a16:creationId xmlns:a16="http://schemas.microsoft.com/office/drawing/2014/main" id="{590AA8D3-04EE-F014-7578-9FD1E598F7FD}"/>
                  </a:ext>
                </a:extLst>
              </p:cNvPr>
              <p:cNvSpPr/>
              <p:nvPr/>
            </p:nvSpPr>
            <p:spPr>
              <a:xfrm>
                <a:off x="5036439" y="3991450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2" name="Google Shape;3822;p29">
                <a:extLst>
                  <a:ext uri="{FF2B5EF4-FFF2-40B4-BE49-F238E27FC236}">
                    <a16:creationId xmlns:a16="http://schemas.microsoft.com/office/drawing/2014/main" id="{56D8C6DB-7BCE-A6D8-10F7-6F7973078F62}"/>
                  </a:ext>
                </a:extLst>
              </p:cNvPr>
              <p:cNvSpPr/>
              <p:nvPr/>
            </p:nvSpPr>
            <p:spPr>
              <a:xfrm>
                <a:off x="5118258" y="3910393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3" name="Google Shape;3823;p29">
                <a:extLst>
                  <a:ext uri="{FF2B5EF4-FFF2-40B4-BE49-F238E27FC236}">
                    <a16:creationId xmlns:a16="http://schemas.microsoft.com/office/drawing/2014/main" id="{80B7A4B4-530C-F1D1-6FDB-F450EF9A2792}"/>
                  </a:ext>
                </a:extLst>
              </p:cNvPr>
              <p:cNvSpPr/>
              <p:nvPr/>
            </p:nvSpPr>
            <p:spPr>
              <a:xfrm>
                <a:off x="5200078" y="3829335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4" name="Google Shape;3824;p29">
                <a:extLst>
                  <a:ext uri="{FF2B5EF4-FFF2-40B4-BE49-F238E27FC236}">
                    <a16:creationId xmlns:a16="http://schemas.microsoft.com/office/drawing/2014/main" id="{01038BF4-5929-0279-203F-400B24A353DF}"/>
                  </a:ext>
                </a:extLst>
              </p:cNvPr>
              <p:cNvSpPr/>
              <p:nvPr/>
            </p:nvSpPr>
            <p:spPr>
              <a:xfrm>
                <a:off x="5281898" y="3748277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4"/>
                      <a:pt x="6525" y="0"/>
                      <a:pt x="14573" y="0"/>
                    </a:cubicBezTo>
                    <a:cubicBezTo>
                      <a:pt x="22622" y="0"/>
                      <a:pt x="29146" y="6524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5" name="Google Shape;3825;p29">
                <a:extLst>
                  <a:ext uri="{FF2B5EF4-FFF2-40B4-BE49-F238E27FC236}">
                    <a16:creationId xmlns:a16="http://schemas.microsoft.com/office/drawing/2014/main" id="{3FDC1598-0016-C178-ADAB-897D91A58BC9}"/>
                  </a:ext>
                </a:extLst>
              </p:cNvPr>
              <p:cNvSpPr/>
              <p:nvPr/>
            </p:nvSpPr>
            <p:spPr>
              <a:xfrm>
                <a:off x="5363717" y="3667410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6" name="Google Shape;3826;p29">
                <a:extLst>
                  <a:ext uri="{FF2B5EF4-FFF2-40B4-BE49-F238E27FC236}">
                    <a16:creationId xmlns:a16="http://schemas.microsoft.com/office/drawing/2014/main" id="{21A047AB-DDE6-4CC1-FBE2-A8FF151601CD}"/>
                  </a:ext>
                </a:extLst>
              </p:cNvPr>
              <p:cNvSpPr/>
              <p:nvPr/>
            </p:nvSpPr>
            <p:spPr>
              <a:xfrm>
                <a:off x="5445537" y="3586352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7" name="Google Shape;3827;p29">
                <a:extLst>
                  <a:ext uri="{FF2B5EF4-FFF2-40B4-BE49-F238E27FC236}">
                    <a16:creationId xmlns:a16="http://schemas.microsoft.com/office/drawing/2014/main" id="{3CE916CC-9C63-D659-2CD9-81973B4B73CB}"/>
                  </a:ext>
                </a:extLst>
              </p:cNvPr>
              <p:cNvSpPr/>
              <p:nvPr/>
            </p:nvSpPr>
            <p:spPr>
              <a:xfrm>
                <a:off x="5527357" y="3505294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8" name="Google Shape;3828;p29">
                <a:extLst>
                  <a:ext uri="{FF2B5EF4-FFF2-40B4-BE49-F238E27FC236}">
                    <a16:creationId xmlns:a16="http://schemas.microsoft.com/office/drawing/2014/main" id="{5A31F6AE-6110-C212-4A73-D929B40590E1}"/>
                  </a:ext>
                </a:extLst>
              </p:cNvPr>
              <p:cNvSpPr/>
              <p:nvPr/>
            </p:nvSpPr>
            <p:spPr>
              <a:xfrm>
                <a:off x="5609177" y="3424237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9" name="Google Shape;3829;p29">
                <a:extLst>
                  <a:ext uri="{FF2B5EF4-FFF2-40B4-BE49-F238E27FC236}">
                    <a16:creationId xmlns:a16="http://schemas.microsoft.com/office/drawing/2014/main" id="{3F220399-A2D4-BDE0-0C71-ECA180C58004}"/>
                  </a:ext>
                </a:extLst>
              </p:cNvPr>
              <p:cNvSpPr/>
              <p:nvPr/>
            </p:nvSpPr>
            <p:spPr>
              <a:xfrm>
                <a:off x="5691092" y="3343369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0" name="Google Shape;3830;p29">
                <a:extLst>
                  <a:ext uri="{FF2B5EF4-FFF2-40B4-BE49-F238E27FC236}">
                    <a16:creationId xmlns:a16="http://schemas.microsoft.com/office/drawing/2014/main" id="{671B7DB2-8D25-C178-28BB-BD2ED9126A9F}"/>
                  </a:ext>
                </a:extLst>
              </p:cNvPr>
              <p:cNvSpPr/>
              <p:nvPr/>
            </p:nvSpPr>
            <p:spPr>
              <a:xfrm>
                <a:off x="5772816" y="3262312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1" name="Google Shape;3831;p29">
                <a:extLst>
                  <a:ext uri="{FF2B5EF4-FFF2-40B4-BE49-F238E27FC236}">
                    <a16:creationId xmlns:a16="http://schemas.microsoft.com/office/drawing/2014/main" id="{8A268C99-0FDD-1AA9-A4CD-DEACC70482A8}"/>
                  </a:ext>
                </a:extLst>
              </p:cNvPr>
              <p:cNvSpPr/>
              <p:nvPr/>
            </p:nvSpPr>
            <p:spPr>
              <a:xfrm>
                <a:off x="5854636" y="3181254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2" name="Google Shape;3832;p29">
                <a:extLst>
                  <a:ext uri="{FF2B5EF4-FFF2-40B4-BE49-F238E27FC236}">
                    <a16:creationId xmlns:a16="http://schemas.microsoft.com/office/drawing/2014/main" id="{D4D83682-4883-AA37-7D3D-4DBBBED28CA0}"/>
                  </a:ext>
                </a:extLst>
              </p:cNvPr>
              <p:cNvSpPr/>
              <p:nvPr/>
            </p:nvSpPr>
            <p:spPr>
              <a:xfrm>
                <a:off x="5936456" y="3100196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3" name="Google Shape;3833;p29">
                <a:extLst>
                  <a:ext uri="{FF2B5EF4-FFF2-40B4-BE49-F238E27FC236}">
                    <a16:creationId xmlns:a16="http://schemas.microsoft.com/office/drawing/2014/main" id="{32345590-F313-7193-D025-143D5DC1A995}"/>
                  </a:ext>
                </a:extLst>
              </p:cNvPr>
              <p:cNvSpPr/>
              <p:nvPr/>
            </p:nvSpPr>
            <p:spPr>
              <a:xfrm>
                <a:off x="6018371" y="3019329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4" name="Google Shape;3834;p29">
                <a:extLst>
                  <a:ext uri="{FF2B5EF4-FFF2-40B4-BE49-F238E27FC236}">
                    <a16:creationId xmlns:a16="http://schemas.microsoft.com/office/drawing/2014/main" id="{9FFC7116-0EE5-43D5-0538-1EDD18E70490}"/>
                  </a:ext>
                </a:extLst>
              </p:cNvPr>
              <p:cNvSpPr/>
              <p:nvPr/>
            </p:nvSpPr>
            <p:spPr>
              <a:xfrm>
                <a:off x="6100191" y="2938271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5" name="Google Shape;3835;p29">
                <a:extLst>
                  <a:ext uri="{FF2B5EF4-FFF2-40B4-BE49-F238E27FC236}">
                    <a16:creationId xmlns:a16="http://schemas.microsoft.com/office/drawing/2014/main" id="{D04DB905-A227-F3E4-C4A3-7F1BC2C381A6}"/>
                  </a:ext>
                </a:extLst>
              </p:cNvPr>
              <p:cNvSpPr/>
              <p:nvPr/>
            </p:nvSpPr>
            <p:spPr>
              <a:xfrm>
                <a:off x="6181915" y="2857213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6" name="Google Shape;3836;p29">
                <a:extLst>
                  <a:ext uri="{FF2B5EF4-FFF2-40B4-BE49-F238E27FC236}">
                    <a16:creationId xmlns:a16="http://schemas.microsoft.com/office/drawing/2014/main" id="{D1F4D525-87A8-BEB7-5FE2-E2620D3C3ED0}"/>
                  </a:ext>
                </a:extLst>
              </p:cNvPr>
              <p:cNvSpPr/>
              <p:nvPr/>
            </p:nvSpPr>
            <p:spPr>
              <a:xfrm>
                <a:off x="6263735" y="2776156"/>
                <a:ext cx="19431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0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7" name="Google Shape;3837;p29">
                <a:extLst>
                  <a:ext uri="{FF2B5EF4-FFF2-40B4-BE49-F238E27FC236}">
                    <a16:creationId xmlns:a16="http://schemas.microsoft.com/office/drawing/2014/main" id="{B002A64D-184D-890B-003C-44C987E314CF}"/>
                  </a:ext>
                </a:extLst>
              </p:cNvPr>
              <p:cNvSpPr/>
              <p:nvPr/>
            </p:nvSpPr>
            <p:spPr>
              <a:xfrm>
                <a:off x="6345650" y="2695193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8"/>
                    </a:moveTo>
                    <a:cubicBezTo>
                      <a:pt x="4096" y="18478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8"/>
                      <a:pt x="9239" y="18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8" name="Google Shape;3838;p29">
                <a:extLst>
                  <a:ext uri="{FF2B5EF4-FFF2-40B4-BE49-F238E27FC236}">
                    <a16:creationId xmlns:a16="http://schemas.microsoft.com/office/drawing/2014/main" id="{DE53C4DC-011F-93C0-EFC7-AE6875490370}"/>
                  </a:ext>
                </a:extLst>
              </p:cNvPr>
              <p:cNvSpPr/>
              <p:nvPr/>
            </p:nvSpPr>
            <p:spPr>
              <a:xfrm>
                <a:off x="6427469" y="2614135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9" name="Google Shape;3839;p29">
                <a:extLst>
                  <a:ext uri="{FF2B5EF4-FFF2-40B4-BE49-F238E27FC236}">
                    <a16:creationId xmlns:a16="http://schemas.microsoft.com/office/drawing/2014/main" id="{EAC25E24-C4B5-B5F1-6F70-58D8941D0D6C}"/>
                  </a:ext>
                </a:extLst>
              </p:cNvPr>
              <p:cNvSpPr/>
              <p:nvPr/>
            </p:nvSpPr>
            <p:spPr>
              <a:xfrm>
                <a:off x="6509289" y="2533078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5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0" name="Google Shape;3840;p29">
                <a:extLst>
                  <a:ext uri="{FF2B5EF4-FFF2-40B4-BE49-F238E27FC236}">
                    <a16:creationId xmlns:a16="http://schemas.microsoft.com/office/drawing/2014/main" id="{A20E9AC3-5B19-DBC8-135E-50720185F612}"/>
                  </a:ext>
                </a:extLst>
              </p:cNvPr>
              <p:cNvSpPr/>
              <p:nvPr/>
            </p:nvSpPr>
            <p:spPr>
              <a:xfrm>
                <a:off x="6591014" y="2452020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1" name="Google Shape;3841;p29">
                <a:extLst>
                  <a:ext uri="{FF2B5EF4-FFF2-40B4-BE49-F238E27FC236}">
                    <a16:creationId xmlns:a16="http://schemas.microsoft.com/office/drawing/2014/main" id="{A92DC748-0EE9-CD76-D1DF-F8C25D595C83}"/>
                  </a:ext>
                </a:extLst>
              </p:cNvPr>
              <p:cNvSpPr/>
              <p:nvPr/>
            </p:nvSpPr>
            <p:spPr>
              <a:xfrm>
                <a:off x="6672833" y="2371057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715"/>
                    </a:cubicBezTo>
                    <a:cubicBezTo>
                      <a:pt x="0" y="352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2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2" name="Google Shape;3842;p29">
                <a:extLst>
                  <a:ext uri="{FF2B5EF4-FFF2-40B4-BE49-F238E27FC236}">
                    <a16:creationId xmlns:a16="http://schemas.microsoft.com/office/drawing/2014/main" id="{A4DF46F6-32CD-ED21-FBE5-7A752CB5A278}"/>
                  </a:ext>
                </a:extLst>
              </p:cNvPr>
              <p:cNvSpPr/>
              <p:nvPr/>
            </p:nvSpPr>
            <p:spPr>
              <a:xfrm>
                <a:off x="6754749" y="2290095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3" name="Google Shape;3843;p29">
                <a:extLst>
                  <a:ext uri="{FF2B5EF4-FFF2-40B4-BE49-F238E27FC236}">
                    <a16:creationId xmlns:a16="http://schemas.microsoft.com/office/drawing/2014/main" id="{9D4A43A8-BE2C-0A5F-3F6B-A402A99E1CE1}"/>
                  </a:ext>
                </a:extLst>
              </p:cNvPr>
              <p:cNvSpPr/>
              <p:nvPr/>
            </p:nvSpPr>
            <p:spPr>
              <a:xfrm>
                <a:off x="6836568" y="2209037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4" name="Google Shape;3844;p29">
                <a:extLst>
                  <a:ext uri="{FF2B5EF4-FFF2-40B4-BE49-F238E27FC236}">
                    <a16:creationId xmlns:a16="http://schemas.microsoft.com/office/drawing/2014/main" id="{CCF702BB-308A-CEA9-FA75-F363B9926C61}"/>
                  </a:ext>
                </a:extLst>
              </p:cNvPr>
              <p:cNvSpPr/>
              <p:nvPr/>
            </p:nvSpPr>
            <p:spPr>
              <a:xfrm>
                <a:off x="6918388" y="2127979"/>
                <a:ext cx="12954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5" name="Google Shape;3845;p29">
                <a:extLst>
                  <a:ext uri="{FF2B5EF4-FFF2-40B4-BE49-F238E27FC236}">
                    <a16:creationId xmlns:a16="http://schemas.microsoft.com/office/drawing/2014/main" id="{704D6EDC-6844-5407-16B5-92B2E29419B8}"/>
                  </a:ext>
                </a:extLst>
              </p:cNvPr>
              <p:cNvSpPr/>
              <p:nvPr/>
            </p:nvSpPr>
            <p:spPr>
              <a:xfrm>
                <a:off x="7000113" y="2046922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6" name="Google Shape;3846;p29">
                <a:extLst>
                  <a:ext uri="{FF2B5EF4-FFF2-40B4-BE49-F238E27FC236}">
                    <a16:creationId xmlns:a16="http://schemas.microsoft.com/office/drawing/2014/main" id="{CC1D175F-9D18-CBD9-86DA-5A6CA75091FC}"/>
                  </a:ext>
                </a:extLst>
              </p:cNvPr>
              <p:cNvSpPr/>
              <p:nvPr/>
            </p:nvSpPr>
            <p:spPr>
              <a:xfrm>
                <a:off x="7082027" y="1966054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7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7" name="Google Shape;3847;p29">
                <a:extLst>
                  <a:ext uri="{FF2B5EF4-FFF2-40B4-BE49-F238E27FC236}">
                    <a16:creationId xmlns:a16="http://schemas.microsoft.com/office/drawing/2014/main" id="{8667A2EC-A85C-BE57-B3AF-3336F832D75D}"/>
                  </a:ext>
                </a:extLst>
              </p:cNvPr>
              <p:cNvSpPr/>
              <p:nvPr/>
            </p:nvSpPr>
            <p:spPr>
              <a:xfrm>
                <a:off x="7163847" y="1884997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8" name="Google Shape;3848;p29">
                <a:extLst>
                  <a:ext uri="{FF2B5EF4-FFF2-40B4-BE49-F238E27FC236}">
                    <a16:creationId xmlns:a16="http://schemas.microsoft.com/office/drawing/2014/main" id="{E8BD3C3B-B93D-607F-73C5-8BB1250E1550}"/>
                  </a:ext>
                </a:extLst>
              </p:cNvPr>
              <p:cNvSpPr/>
              <p:nvPr/>
            </p:nvSpPr>
            <p:spPr>
              <a:xfrm>
                <a:off x="7245667" y="1803939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9" name="Google Shape;3849;p29">
                <a:extLst>
                  <a:ext uri="{FF2B5EF4-FFF2-40B4-BE49-F238E27FC236}">
                    <a16:creationId xmlns:a16="http://schemas.microsoft.com/office/drawing/2014/main" id="{E473B935-E8DD-A806-CF14-5C1372CAB351}"/>
                  </a:ext>
                </a:extLst>
              </p:cNvPr>
              <p:cNvSpPr/>
              <p:nvPr/>
            </p:nvSpPr>
            <p:spPr>
              <a:xfrm>
                <a:off x="7327487" y="1722881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0" name="Google Shape;3850;p29">
                <a:extLst>
                  <a:ext uri="{FF2B5EF4-FFF2-40B4-BE49-F238E27FC236}">
                    <a16:creationId xmlns:a16="http://schemas.microsoft.com/office/drawing/2014/main" id="{150997D6-E181-6BB4-12F7-DE033F9F3060}"/>
                  </a:ext>
                </a:extLst>
              </p:cNvPr>
              <p:cNvSpPr/>
              <p:nvPr/>
            </p:nvSpPr>
            <p:spPr>
              <a:xfrm>
                <a:off x="7409307" y="1642014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1" name="Google Shape;3851;p29">
                <a:extLst>
                  <a:ext uri="{FF2B5EF4-FFF2-40B4-BE49-F238E27FC236}">
                    <a16:creationId xmlns:a16="http://schemas.microsoft.com/office/drawing/2014/main" id="{83E29676-D02B-2516-F974-60A51D2E8D87}"/>
                  </a:ext>
                </a:extLst>
              </p:cNvPr>
              <p:cNvSpPr/>
              <p:nvPr/>
            </p:nvSpPr>
            <p:spPr>
              <a:xfrm>
                <a:off x="7491126" y="1560956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2" name="Google Shape;3852;p29">
                <a:extLst>
                  <a:ext uri="{FF2B5EF4-FFF2-40B4-BE49-F238E27FC236}">
                    <a16:creationId xmlns:a16="http://schemas.microsoft.com/office/drawing/2014/main" id="{CE007B57-46A5-3185-B94E-59E7B54CEEDE}"/>
                  </a:ext>
                </a:extLst>
              </p:cNvPr>
              <p:cNvSpPr/>
              <p:nvPr/>
            </p:nvSpPr>
            <p:spPr>
              <a:xfrm>
                <a:off x="7572946" y="1479898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3" name="Google Shape;3853;p29">
                <a:extLst>
                  <a:ext uri="{FF2B5EF4-FFF2-40B4-BE49-F238E27FC236}">
                    <a16:creationId xmlns:a16="http://schemas.microsoft.com/office/drawing/2014/main" id="{04DEEE43-73C7-0569-C620-AA2AAA926377}"/>
                  </a:ext>
                </a:extLst>
              </p:cNvPr>
              <p:cNvSpPr/>
              <p:nvPr/>
            </p:nvSpPr>
            <p:spPr>
              <a:xfrm>
                <a:off x="7654766" y="1398841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4" name="Google Shape;3854;p29">
                <a:extLst>
                  <a:ext uri="{FF2B5EF4-FFF2-40B4-BE49-F238E27FC236}">
                    <a16:creationId xmlns:a16="http://schemas.microsoft.com/office/drawing/2014/main" id="{C8A55525-45C4-9800-2C5A-07E858B189A0}"/>
                  </a:ext>
                </a:extLst>
              </p:cNvPr>
              <p:cNvSpPr/>
              <p:nvPr/>
            </p:nvSpPr>
            <p:spPr>
              <a:xfrm>
                <a:off x="7736681" y="1317973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5" name="Google Shape;3855;p29">
                <a:extLst>
                  <a:ext uri="{FF2B5EF4-FFF2-40B4-BE49-F238E27FC236}">
                    <a16:creationId xmlns:a16="http://schemas.microsoft.com/office/drawing/2014/main" id="{A5F370DE-3F14-EB74-CE82-8A1FA53025ED}"/>
                  </a:ext>
                </a:extLst>
              </p:cNvPr>
              <p:cNvSpPr/>
              <p:nvPr/>
            </p:nvSpPr>
            <p:spPr>
              <a:xfrm>
                <a:off x="7818405" y="1236915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8" y="4001"/>
                      <a:pt x="0" y="3143"/>
                      <a:pt x="0" y="2000"/>
                    </a:cubicBezTo>
                    <a:cubicBezTo>
                      <a:pt x="0" y="857"/>
                      <a:pt x="858" y="0"/>
                      <a:pt x="2000" y="0"/>
                    </a:cubicBezTo>
                    <a:cubicBezTo>
                      <a:pt x="3143" y="0"/>
                      <a:pt x="4001" y="857"/>
                      <a:pt x="4001" y="2000"/>
                    </a:cubicBezTo>
                    <a:cubicBezTo>
                      <a:pt x="4001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6" name="Google Shape;3856;p29">
                <a:extLst>
                  <a:ext uri="{FF2B5EF4-FFF2-40B4-BE49-F238E27FC236}">
                    <a16:creationId xmlns:a16="http://schemas.microsoft.com/office/drawing/2014/main" id="{4E848064-AE2F-069E-E9DA-773C966A3E6C}"/>
                  </a:ext>
                </a:extLst>
              </p:cNvPr>
              <p:cNvSpPr/>
              <p:nvPr/>
            </p:nvSpPr>
            <p:spPr>
              <a:xfrm>
                <a:off x="7900225" y="1155858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6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6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57" name="Google Shape;3857;p29">
              <a:extLst>
                <a:ext uri="{FF2B5EF4-FFF2-40B4-BE49-F238E27FC236}">
                  <a16:creationId xmlns:a16="http://schemas.microsoft.com/office/drawing/2014/main" id="{14E9071F-3DAA-01C1-1234-B068C84505CF}"/>
                </a:ext>
              </a:extLst>
            </p:cNvPr>
            <p:cNvGrpSpPr/>
            <p:nvPr/>
          </p:nvGrpSpPr>
          <p:grpSpPr>
            <a:xfrm>
              <a:off x="3826954" y="1161763"/>
              <a:ext cx="3920299" cy="3931539"/>
              <a:chOff x="3826954" y="1161763"/>
              <a:chExt cx="3920299" cy="3931539"/>
            </a:xfrm>
          </p:grpSpPr>
          <p:sp>
            <p:nvSpPr>
              <p:cNvPr id="3858" name="Google Shape;3858;p29">
                <a:extLst>
                  <a:ext uri="{FF2B5EF4-FFF2-40B4-BE49-F238E27FC236}">
                    <a16:creationId xmlns:a16="http://schemas.microsoft.com/office/drawing/2014/main" id="{5A2BBB95-4DD8-650D-9718-94A50598F446}"/>
                  </a:ext>
                </a:extLst>
              </p:cNvPr>
              <p:cNvSpPr/>
              <p:nvPr/>
            </p:nvSpPr>
            <p:spPr>
              <a:xfrm>
                <a:off x="3826954" y="5050440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9" name="Google Shape;3859;p29">
                <a:extLst>
                  <a:ext uri="{FF2B5EF4-FFF2-40B4-BE49-F238E27FC236}">
                    <a16:creationId xmlns:a16="http://schemas.microsoft.com/office/drawing/2014/main" id="{38FC019C-AD3E-93C8-DE1D-181BF213ED7A}"/>
                  </a:ext>
                </a:extLst>
              </p:cNvPr>
              <p:cNvSpPr/>
              <p:nvPr/>
            </p:nvSpPr>
            <p:spPr>
              <a:xfrm>
                <a:off x="3897629" y="4969572"/>
                <a:ext cx="41910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10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0" name="Google Shape;3860;p29">
                <a:extLst>
                  <a:ext uri="{FF2B5EF4-FFF2-40B4-BE49-F238E27FC236}">
                    <a16:creationId xmlns:a16="http://schemas.microsoft.com/office/drawing/2014/main" id="{C09B349F-A119-25B9-1337-171E3CE8A4FF}"/>
                  </a:ext>
                </a:extLst>
              </p:cNvPr>
              <p:cNvSpPr/>
              <p:nvPr/>
            </p:nvSpPr>
            <p:spPr>
              <a:xfrm>
                <a:off x="3979449" y="4888420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1" name="Google Shape;3861;p29">
                <a:extLst>
                  <a:ext uri="{FF2B5EF4-FFF2-40B4-BE49-F238E27FC236}">
                    <a16:creationId xmlns:a16="http://schemas.microsoft.com/office/drawing/2014/main" id="{494587C9-4939-C61C-3C72-8C5E0A39D27A}"/>
                  </a:ext>
                </a:extLst>
              </p:cNvPr>
              <p:cNvSpPr/>
              <p:nvPr/>
            </p:nvSpPr>
            <p:spPr>
              <a:xfrm>
                <a:off x="4061269" y="4807362"/>
                <a:ext cx="40386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2" name="Google Shape;3862;p29">
                <a:extLst>
                  <a:ext uri="{FF2B5EF4-FFF2-40B4-BE49-F238E27FC236}">
                    <a16:creationId xmlns:a16="http://schemas.microsoft.com/office/drawing/2014/main" id="{0E2BCA4D-72C9-5019-E422-5BBBE378B202}"/>
                  </a:ext>
                </a:extLst>
              </p:cNvPr>
              <p:cNvSpPr/>
              <p:nvPr/>
            </p:nvSpPr>
            <p:spPr>
              <a:xfrm>
                <a:off x="4142993" y="4726304"/>
                <a:ext cx="39623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3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3" name="Google Shape;3863;p29">
                <a:extLst>
                  <a:ext uri="{FF2B5EF4-FFF2-40B4-BE49-F238E27FC236}">
                    <a16:creationId xmlns:a16="http://schemas.microsoft.com/office/drawing/2014/main" id="{9FB66C79-385D-9733-32DA-771427A5F84A}"/>
                  </a:ext>
                </a:extLst>
              </p:cNvPr>
              <p:cNvSpPr/>
              <p:nvPr/>
            </p:nvSpPr>
            <p:spPr>
              <a:xfrm>
                <a:off x="4224909" y="4645437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4" name="Google Shape;3864;p29">
                <a:extLst>
                  <a:ext uri="{FF2B5EF4-FFF2-40B4-BE49-F238E27FC236}">
                    <a16:creationId xmlns:a16="http://schemas.microsoft.com/office/drawing/2014/main" id="{FFE3E7BC-328E-BD86-4596-8F22A5A05CA1}"/>
                  </a:ext>
                </a:extLst>
              </p:cNvPr>
              <p:cNvSpPr/>
              <p:nvPr/>
            </p:nvSpPr>
            <p:spPr>
              <a:xfrm>
                <a:off x="4306728" y="4564379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5" name="Google Shape;3865;p29">
                <a:extLst>
                  <a:ext uri="{FF2B5EF4-FFF2-40B4-BE49-F238E27FC236}">
                    <a16:creationId xmlns:a16="http://schemas.microsoft.com/office/drawing/2014/main" id="{347BFC31-E6AC-A134-B76A-9E5BCEAD4A04}"/>
                  </a:ext>
                </a:extLst>
              </p:cNvPr>
              <p:cNvSpPr/>
              <p:nvPr/>
            </p:nvSpPr>
            <p:spPr>
              <a:xfrm>
                <a:off x="4388548" y="4483321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6" name="Google Shape;3866;p29">
                <a:extLst>
                  <a:ext uri="{FF2B5EF4-FFF2-40B4-BE49-F238E27FC236}">
                    <a16:creationId xmlns:a16="http://schemas.microsoft.com/office/drawing/2014/main" id="{9E3EA288-391E-CEDD-2585-F57FA6D290E2}"/>
                  </a:ext>
                </a:extLst>
              </p:cNvPr>
              <p:cNvSpPr/>
              <p:nvPr/>
            </p:nvSpPr>
            <p:spPr>
              <a:xfrm>
                <a:off x="4470368" y="4402263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7" name="Google Shape;3867;p29">
                <a:extLst>
                  <a:ext uri="{FF2B5EF4-FFF2-40B4-BE49-F238E27FC236}">
                    <a16:creationId xmlns:a16="http://schemas.microsoft.com/office/drawing/2014/main" id="{4574D6EA-5C98-BBF2-9636-98DA457DD736}"/>
                  </a:ext>
                </a:extLst>
              </p:cNvPr>
              <p:cNvSpPr/>
              <p:nvPr/>
            </p:nvSpPr>
            <p:spPr>
              <a:xfrm rot="-128855">
                <a:off x="4552045" y="4321410"/>
                <a:ext cx="35458" cy="3545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35433" y="17716"/>
                    </a:moveTo>
                    <a:cubicBezTo>
                      <a:pt x="35433" y="27501"/>
                      <a:pt x="27501" y="35433"/>
                      <a:pt x="17716" y="35433"/>
                    </a:cubicBezTo>
                    <a:cubicBezTo>
                      <a:pt x="7932" y="35433"/>
                      <a:pt x="0" y="27501"/>
                      <a:pt x="0" y="17716"/>
                    </a:cubicBezTo>
                    <a:cubicBezTo>
                      <a:pt x="0" y="7932"/>
                      <a:pt x="7932" y="0"/>
                      <a:pt x="17716" y="0"/>
                    </a:cubicBezTo>
                    <a:cubicBezTo>
                      <a:pt x="27501" y="0"/>
                      <a:pt x="35433" y="7932"/>
                      <a:pt x="35433" y="17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8" name="Google Shape;3868;p29">
                <a:extLst>
                  <a:ext uri="{FF2B5EF4-FFF2-40B4-BE49-F238E27FC236}">
                    <a16:creationId xmlns:a16="http://schemas.microsoft.com/office/drawing/2014/main" id="{7F5DE5EA-8921-4940-1D7D-8613F5FE9D84}"/>
                  </a:ext>
                </a:extLst>
              </p:cNvPr>
              <p:cNvSpPr/>
              <p:nvPr/>
            </p:nvSpPr>
            <p:spPr>
              <a:xfrm>
                <a:off x="4634007" y="4240338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9" name="Google Shape;3869;p29">
                <a:extLst>
                  <a:ext uri="{FF2B5EF4-FFF2-40B4-BE49-F238E27FC236}">
                    <a16:creationId xmlns:a16="http://schemas.microsoft.com/office/drawing/2014/main" id="{9441AE18-F788-B652-02F0-6F19D0E24ABE}"/>
                  </a:ext>
                </a:extLst>
              </p:cNvPr>
              <p:cNvSpPr/>
              <p:nvPr/>
            </p:nvSpPr>
            <p:spPr>
              <a:xfrm>
                <a:off x="4715827" y="4159281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0" name="Google Shape;3870;p29">
                <a:extLst>
                  <a:ext uri="{FF2B5EF4-FFF2-40B4-BE49-F238E27FC236}">
                    <a16:creationId xmlns:a16="http://schemas.microsoft.com/office/drawing/2014/main" id="{1D488982-29DB-A389-2378-2EF9D4D5ECAF}"/>
                  </a:ext>
                </a:extLst>
              </p:cNvPr>
              <p:cNvSpPr/>
              <p:nvPr/>
            </p:nvSpPr>
            <p:spPr>
              <a:xfrm>
                <a:off x="4797647" y="4078223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1" name="Google Shape;3871;p29">
                <a:extLst>
                  <a:ext uri="{FF2B5EF4-FFF2-40B4-BE49-F238E27FC236}">
                    <a16:creationId xmlns:a16="http://schemas.microsoft.com/office/drawing/2014/main" id="{8F1D47F0-DBCA-EE7B-AD1C-07D7E4ADB4BF}"/>
                  </a:ext>
                </a:extLst>
              </p:cNvPr>
              <p:cNvSpPr/>
              <p:nvPr/>
            </p:nvSpPr>
            <p:spPr>
              <a:xfrm>
                <a:off x="4879562" y="3997261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2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4" y="7239"/>
                      <a:pt x="32194" y="16192"/>
                    </a:cubicBezTo>
                    <a:cubicBezTo>
                      <a:pt x="32194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2" name="Google Shape;3872;p29">
                <a:extLst>
                  <a:ext uri="{FF2B5EF4-FFF2-40B4-BE49-F238E27FC236}">
                    <a16:creationId xmlns:a16="http://schemas.microsoft.com/office/drawing/2014/main" id="{F82F2584-913B-5BDB-677D-EA83D7619D77}"/>
                  </a:ext>
                </a:extLst>
              </p:cNvPr>
              <p:cNvSpPr/>
              <p:nvPr/>
            </p:nvSpPr>
            <p:spPr>
              <a:xfrm>
                <a:off x="4961286" y="3916298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2" y="7048"/>
                      <a:pt x="31432" y="15716"/>
                    </a:cubicBezTo>
                    <a:cubicBezTo>
                      <a:pt x="31432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3" name="Google Shape;3873;p29">
                <a:extLst>
                  <a:ext uri="{FF2B5EF4-FFF2-40B4-BE49-F238E27FC236}">
                    <a16:creationId xmlns:a16="http://schemas.microsoft.com/office/drawing/2014/main" id="{A58A1469-FBA0-31DB-B241-551E8EB78D38}"/>
                  </a:ext>
                </a:extLst>
              </p:cNvPr>
              <p:cNvSpPr/>
              <p:nvPr/>
            </p:nvSpPr>
            <p:spPr>
              <a:xfrm>
                <a:off x="5043106" y="3835240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0" y="6858"/>
                      <a:pt x="30670" y="15335"/>
                    </a:cubicBezTo>
                    <a:cubicBezTo>
                      <a:pt x="30670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4" name="Google Shape;3874;p29">
                <a:extLst>
                  <a:ext uri="{FF2B5EF4-FFF2-40B4-BE49-F238E27FC236}">
                    <a16:creationId xmlns:a16="http://schemas.microsoft.com/office/drawing/2014/main" id="{3BE018DA-F9D8-B4E1-3948-FE75ED0E99D9}"/>
                  </a:ext>
                </a:extLst>
              </p:cNvPr>
              <p:cNvSpPr/>
              <p:nvPr/>
            </p:nvSpPr>
            <p:spPr>
              <a:xfrm>
                <a:off x="5124926" y="3754183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5" name="Google Shape;3875;p29">
                <a:extLst>
                  <a:ext uri="{FF2B5EF4-FFF2-40B4-BE49-F238E27FC236}">
                    <a16:creationId xmlns:a16="http://schemas.microsoft.com/office/drawing/2014/main" id="{92DCD046-9670-D744-E91C-29256D0ED4FF}"/>
                  </a:ext>
                </a:extLst>
              </p:cNvPr>
              <p:cNvSpPr/>
              <p:nvPr/>
            </p:nvSpPr>
            <p:spPr>
              <a:xfrm>
                <a:off x="5206746" y="3673125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7"/>
                      <a:pt x="14573" y="29147"/>
                    </a:cubicBezTo>
                    <a:cubicBezTo>
                      <a:pt x="6525" y="29147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6" name="Google Shape;3876;p29">
                <a:extLst>
                  <a:ext uri="{FF2B5EF4-FFF2-40B4-BE49-F238E27FC236}">
                    <a16:creationId xmlns:a16="http://schemas.microsoft.com/office/drawing/2014/main" id="{DAD9BE1A-0DD4-147F-BD67-78A768FC0D63}"/>
                  </a:ext>
                </a:extLst>
              </p:cNvPr>
              <p:cNvSpPr/>
              <p:nvPr/>
            </p:nvSpPr>
            <p:spPr>
              <a:xfrm>
                <a:off x="5288565" y="3592258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7" name="Google Shape;3877;p29">
                <a:extLst>
                  <a:ext uri="{FF2B5EF4-FFF2-40B4-BE49-F238E27FC236}">
                    <a16:creationId xmlns:a16="http://schemas.microsoft.com/office/drawing/2014/main" id="{0DF43A48-4F68-A89E-8E70-305F54A0FD0E}"/>
                  </a:ext>
                </a:extLst>
              </p:cNvPr>
              <p:cNvSpPr/>
              <p:nvPr/>
            </p:nvSpPr>
            <p:spPr>
              <a:xfrm>
                <a:off x="5370385" y="3511200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8" name="Google Shape;3878;p29">
                <a:extLst>
                  <a:ext uri="{FF2B5EF4-FFF2-40B4-BE49-F238E27FC236}">
                    <a16:creationId xmlns:a16="http://schemas.microsoft.com/office/drawing/2014/main" id="{7878257E-0D7A-9E44-3974-BD22B472C7BA}"/>
                  </a:ext>
                </a:extLst>
              </p:cNvPr>
              <p:cNvSpPr/>
              <p:nvPr/>
            </p:nvSpPr>
            <p:spPr>
              <a:xfrm>
                <a:off x="5452205" y="3430142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9" name="Google Shape;3879;p29">
                <a:extLst>
                  <a:ext uri="{FF2B5EF4-FFF2-40B4-BE49-F238E27FC236}">
                    <a16:creationId xmlns:a16="http://schemas.microsoft.com/office/drawing/2014/main" id="{38E66FC8-661E-15A7-2DEE-74A68786C85E}"/>
                  </a:ext>
                </a:extLst>
              </p:cNvPr>
              <p:cNvSpPr/>
              <p:nvPr/>
            </p:nvSpPr>
            <p:spPr>
              <a:xfrm>
                <a:off x="5534025" y="3349084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0" name="Google Shape;3880;p29">
                <a:extLst>
                  <a:ext uri="{FF2B5EF4-FFF2-40B4-BE49-F238E27FC236}">
                    <a16:creationId xmlns:a16="http://schemas.microsoft.com/office/drawing/2014/main" id="{6B2A0A06-001A-1541-ABC8-EC30FDAF33F7}"/>
                  </a:ext>
                </a:extLst>
              </p:cNvPr>
              <p:cNvSpPr/>
              <p:nvPr/>
            </p:nvSpPr>
            <p:spPr>
              <a:xfrm>
                <a:off x="5615940" y="3268217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1" name="Google Shape;3881;p29">
                <a:extLst>
                  <a:ext uri="{FF2B5EF4-FFF2-40B4-BE49-F238E27FC236}">
                    <a16:creationId xmlns:a16="http://schemas.microsoft.com/office/drawing/2014/main" id="{4B8761F2-C875-CFDE-5FFF-33E65611D298}"/>
                  </a:ext>
                </a:extLst>
              </p:cNvPr>
              <p:cNvSpPr/>
              <p:nvPr/>
            </p:nvSpPr>
            <p:spPr>
              <a:xfrm>
                <a:off x="5697759" y="3187159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2" name="Google Shape;3882;p29">
                <a:extLst>
                  <a:ext uri="{FF2B5EF4-FFF2-40B4-BE49-F238E27FC236}">
                    <a16:creationId xmlns:a16="http://schemas.microsoft.com/office/drawing/2014/main" id="{38BE79DB-73E5-2625-2B64-6BEFF9E0AF00}"/>
                  </a:ext>
                </a:extLst>
              </p:cNvPr>
              <p:cNvSpPr/>
              <p:nvPr/>
            </p:nvSpPr>
            <p:spPr>
              <a:xfrm>
                <a:off x="5779484" y="310610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3" name="Google Shape;3883;p29">
                <a:extLst>
                  <a:ext uri="{FF2B5EF4-FFF2-40B4-BE49-F238E27FC236}">
                    <a16:creationId xmlns:a16="http://schemas.microsoft.com/office/drawing/2014/main" id="{51ED8E61-B7F8-743B-3103-A06AB670F01B}"/>
                  </a:ext>
                </a:extLst>
              </p:cNvPr>
              <p:cNvSpPr/>
              <p:nvPr/>
            </p:nvSpPr>
            <p:spPr>
              <a:xfrm>
                <a:off x="5861304" y="3025044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4" name="Google Shape;3884;p29">
                <a:extLst>
                  <a:ext uri="{FF2B5EF4-FFF2-40B4-BE49-F238E27FC236}">
                    <a16:creationId xmlns:a16="http://schemas.microsoft.com/office/drawing/2014/main" id="{CD1E9AF1-FEE5-5051-3816-87EFE15A3573}"/>
                  </a:ext>
                </a:extLst>
              </p:cNvPr>
              <p:cNvSpPr/>
              <p:nvPr/>
            </p:nvSpPr>
            <p:spPr>
              <a:xfrm>
                <a:off x="5943219" y="2944177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5" name="Google Shape;3885;p29">
                <a:extLst>
                  <a:ext uri="{FF2B5EF4-FFF2-40B4-BE49-F238E27FC236}">
                    <a16:creationId xmlns:a16="http://schemas.microsoft.com/office/drawing/2014/main" id="{896370BA-D9CF-C28F-635A-53FF5A81EB7F}"/>
                  </a:ext>
                </a:extLst>
              </p:cNvPr>
              <p:cNvSpPr/>
              <p:nvPr/>
            </p:nvSpPr>
            <p:spPr>
              <a:xfrm>
                <a:off x="6025038" y="2863119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6" name="Google Shape;3886;p29">
                <a:extLst>
                  <a:ext uri="{FF2B5EF4-FFF2-40B4-BE49-F238E27FC236}">
                    <a16:creationId xmlns:a16="http://schemas.microsoft.com/office/drawing/2014/main" id="{9137D5DA-D757-B4AB-37FD-BC4D0F21BC6E}"/>
                  </a:ext>
                </a:extLst>
              </p:cNvPr>
              <p:cNvSpPr/>
              <p:nvPr/>
            </p:nvSpPr>
            <p:spPr>
              <a:xfrm>
                <a:off x="6106763" y="2782061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7" name="Google Shape;3887;p29">
                <a:extLst>
                  <a:ext uri="{FF2B5EF4-FFF2-40B4-BE49-F238E27FC236}">
                    <a16:creationId xmlns:a16="http://schemas.microsoft.com/office/drawing/2014/main" id="{5242C173-C62B-0131-F5A5-B2F65786E259}"/>
                  </a:ext>
                </a:extLst>
              </p:cNvPr>
              <p:cNvSpPr/>
              <p:nvPr/>
            </p:nvSpPr>
            <p:spPr>
              <a:xfrm>
                <a:off x="6188583" y="2701003"/>
                <a:ext cx="1943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0" extrusionOk="0">
                    <a:moveTo>
                      <a:pt x="9716" y="19431"/>
                    </a:moveTo>
                    <a:cubicBezTo>
                      <a:pt x="4381" y="19431"/>
                      <a:pt x="0" y="15049"/>
                      <a:pt x="0" y="9715"/>
                    </a:cubicBezTo>
                    <a:cubicBezTo>
                      <a:pt x="0" y="4381"/>
                      <a:pt x="4381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8" name="Google Shape;3888;p29">
                <a:extLst>
                  <a:ext uri="{FF2B5EF4-FFF2-40B4-BE49-F238E27FC236}">
                    <a16:creationId xmlns:a16="http://schemas.microsoft.com/office/drawing/2014/main" id="{1065C6C0-7E06-8527-B105-3E0C4D0D217A}"/>
                  </a:ext>
                </a:extLst>
              </p:cNvPr>
              <p:cNvSpPr/>
              <p:nvPr/>
            </p:nvSpPr>
            <p:spPr>
              <a:xfrm>
                <a:off x="6270498" y="2620041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8"/>
                      <a:pt x="9239" y="18478"/>
                    </a:cubicBezTo>
                    <a:cubicBezTo>
                      <a:pt x="4137" y="18478"/>
                      <a:pt x="0" y="14342"/>
                      <a:pt x="0" y="9239"/>
                    </a:cubicBezTo>
                    <a:cubicBezTo>
                      <a:pt x="0" y="4136"/>
                      <a:pt x="4137" y="0"/>
                      <a:pt x="9239" y="0"/>
                    </a:cubicBezTo>
                    <a:cubicBezTo>
                      <a:pt x="14342" y="0"/>
                      <a:pt x="18479" y="4136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9" name="Google Shape;3889;p29">
                <a:extLst>
                  <a:ext uri="{FF2B5EF4-FFF2-40B4-BE49-F238E27FC236}">
                    <a16:creationId xmlns:a16="http://schemas.microsoft.com/office/drawing/2014/main" id="{178D827A-F1C8-7853-8953-494DB8FCB2A1}"/>
                  </a:ext>
                </a:extLst>
              </p:cNvPr>
              <p:cNvSpPr/>
              <p:nvPr/>
            </p:nvSpPr>
            <p:spPr>
              <a:xfrm>
                <a:off x="6352317" y="2538983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0" name="Google Shape;3890;p29">
                <a:extLst>
                  <a:ext uri="{FF2B5EF4-FFF2-40B4-BE49-F238E27FC236}">
                    <a16:creationId xmlns:a16="http://schemas.microsoft.com/office/drawing/2014/main" id="{AA05D659-CB7B-F441-6305-292CE470482A}"/>
                  </a:ext>
                </a:extLst>
              </p:cNvPr>
              <p:cNvSpPr/>
              <p:nvPr/>
            </p:nvSpPr>
            <p:spPr>
              <a:xfrm>
                <a:off x="6434137" y="2457925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1" name="Google Shape;3891;p29">
                <a:extLst>
                  <a:ext uri="{FF2B5EF4-FFF2-40B4-BE49-F238E27FC236}">
                    <a16:creationId xmlns:a16="http://schemas.microsoft.com/office/drawing/2014/main" id="{85172E96-D973-9BF2-1561-6F5765B64A60}"/>
                  </a:ext>
                </a:extLst>
              </p:cNvPr>
              <p:cNvSpPr/>
              <p:nvPr/>
            </p:nvSpPr>
            <p:spPr>
              <a:xfrm>
                <a:off x="6515861" y="237686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2" name="Google Shape;3892;p29">
                <a:extLst>
                  <a:ext uri="{FF2B5EF4-FFF2-40B4-BE49-F238E27FC236}">
                    <a16:creationId xmlns:a16="http://schemas.microsoft.com/office/drawing/2014/main" id="{36F79A16-3EBF-4B30-A053-4F2D0367DBCD}"/>
                  </a:ext>
                </a:extLst>
              </p:cNvPr>
              <p:cNvSpPr/>
              <p:nvPr/>
            </p:nvSpPr>
            <p:spPr>
              <a:xfrm>
                <a:off x="6597776" y="2295810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3" name="Google Shape;3893;p29">
                <a:extLst>
                  <a:ext uri="{FF2B5EF4-FFF2-40B4-BE49-F238E27FC236}">
                    <a16:creationId xmlns:a16="http://schemas.microsoft.com/office/drawing/2014/main" id="{14C5987D-AAB9-3475-3528-4DDFADBBFF8D}"/>
                  </a:ext>
                </a:extLst>
              </p:cNvPr>
              <p:cNvSpPr/>
              <p:nvPr/>
            </p:nvSpPr>
            <p:spPr>
              <a:xfrm>
                <a:off x="6679596" y="2214943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4" name="Google Shape;3894;p29">
                <a:extLst>
                  <a:ext uri="{FF2B5EF4-FFF2-40B4-BE49-F238E27FC236}">
                    <a16:creationId xmlns:a16="http://schemas.microsoft.com/office/drawing/2014/main" id="{42DC0B88-8EF8-9D75-5419-540A7CBBC608}"/>
                  </a:ext>
                </a:extLst>
              </p:cNvPr>
              <p:cNvSpPr/>
              <p:nvPr/>
            </p:nvSpPr>
            <p:spPr>
              <a:xfrm>
                <a:off x="6761416" y="2133885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5" name="Google Shape;3895;p29">
                <a:extLst>
                  <a:ext uri="{FF2B5EF4-FFF2-40B4-BE49-F238E27FC236}">
                    <a16:creationId xmlns:a16="http://schemas.microsoft.com/office/drawing/2014/main" id="{6D75A7F9-A63D-3F6A-5B74-AC62136CADCF}"/>
                  </a:ext>
                </a:extLst>
              </p:cNvPr>
              <p:cNvSpPr/>
              <p:nvPr/>
            </p:nvSpPr>
            <p:spPr>
              <a:xfrm>
                <a:off x="6843236" y="2052827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6" name="Google Shape;3896;p29">
                <a:extLst>
                  <a:ext uri="{FF2B5EF4-FFF2-40B4-BE49-F238E27FC236}">
                    <a16:creationId xmlns:a16="http://schemas.microsoft.com/office/drawing/2014/main" id="{E7EC5E92-39AA-3D5F-8C7B-DFC152DCA599}"/>
                  </a:ext>
                </a:extLst>
              </p:cNvPr>
              <p:cNvSpPr/>
              <p:nvPr/>
            </p:nvSpPr>
            <p:spPr>
              <a:xfrm>
                <a:off x="6924960" y="1971769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7" name="Google Shape;3897;p29">
                <a:extLst>
                  <a:ext uri="{FF2B5EF4-FFF2-40B4-BE49-F238E27FC236}">
                    <a16:creationId xmlns:a16="http://schemas.microsoft.com/office/drawing/2014/main" id="{BEF4C2A4-EA40-8D43-4AA0-CD78660AE64E}"/>
                  </a:ext>
                </a:extLst>
              </p:cNvPr>
              <p:cNvSpPr/>
              <p:nvPr/>
            </p:nvSpPr>
            <p:spPr>
              <a:xfrm>
                <a:off x="7006875" y="1890902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8" name="Google Shape;3898;p29">
                <a:extLst>
                  <a:ext uri="{FF2B5EF4-FFF2-40B4-BE49-F238E27FC236}">
                    <a16:creationId xmlns:a16="http://schemas.microsoft.com/office/drawing/2014/main" id="{9C910343-36A4-4890-2580-780581D49DE2}"/>
                  </a:ext>
                </a:extLst>
              </p:cNvPr>
              <p:cNvSpPr/>
              <p:nvPr/>
            </p:nvSpPr>
            <p:spPr>
              <a:xfrm>
                <a:off x="7088695" y="1809844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9" name="Google Shape;3899;p29">
                <a:extLst>
                  <a:ext uri="{FF2B5EF4-FFF2-40B4-BE49-F238E27FC236}">
                    <a16:creationId xmlns:a16="http://schemas.microsoft.com/office/drawing/2014/main" id="{D730C2CF-28B9-14CC-04C6-2E717B819061}"/>
                  </a:ext>
                </a:extLst>
              </p:cNvPr>
              <p:cNvSpPr/>
              <p:nvPr/>
            </p:nvSpPr>
            <p:spPr>
              <a:xfrm>
                <a:off x="7170515" y="1728787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0" name="Google Shape;3900;p29">
                <a:extLst>
                  <a:ext uri="{FF2B5EF4-FFF2-40B4-BE49-F238E27FC236}">
                    <a16:creationId xmlns:a16="http://schemas.microsoft.com/office/drawing/2014/main" id="{65834324-20CD-FDE0-510B-EFDF0499B255}"/>
                  </a:ext>
                </a:extLst>
              </p:cNvPr>
              <p:cNvSpPr/>
              <p:nvPr/>
            </p:nvSpPr>
            <p:spPr>
              <a:xfrm>
                <a:off x="7252334" y="1647729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1" name="Google Shape;3901;p29">
                <a:extLst>
                  <a:ext uri="{FF2B5EF4-FFF2-40B4-BE49-F238E27FC236}">
                    <a16:creationId xmlns:a16="http://schemas.microsoft.com/office/drawing/2014/main" id="{C20D48BF-646C-0FA6-8898-DF53E1C7CC39}"/>
                  </a:ext>
                </a:extLst>
              </p:cNvPr>
              <p:cNvSpPr/>
              <p:nvPr/>
            </p:nvSpPr>
            <p:spPr>
              <a:xfrm>
                <a:off x="7334154" y="156686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2" name="Google Shape;3902;p29">
                <a:extLst>
                  <a:ext uri="{FF2B5EF4-FFF2-40B4-BE49-F238E27FC236}">
                    <a16:creationId xmlns:a16="http://schemas.microsoft.com/office/drawing/2014/main" id="{DC21194F-6CAC-6EEA-7A57-A59677F59308}"/>
                  </a:ext>
                </a:extLst>
              </p:cNvPr>
              <p:cNvSpPr/>
              <p:nvPr/>
            </p:nvSpPr>
            <p:spPr>
              <a:xfrm>
                <a:off x="7415974" y="1485804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3" name="Google Shape;3903;p29">
                <a:extLst>
                  <a:ext uri="{FF2B5EF4-FFF2-40B4-BE49-F238E27FC236}">
                    <a16:creationId xmlns:a16="http://schemas.microsoft.com/office/drawing/2014/main" id="{6DDFC8C0-7810-D58F-F052-382C88DC0FDA}"/>
                  </a:ext>
                </a:extLst>
              </p:cNvPr>
              <p:cNvSpPr/>
              <p:nvPr/>
            </p:nvSpPr>
            <p:spPr>
              <a:xfrm>
                <a:off x="7497794" y="1404746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4" name="Google Shape;3904;p29">
                <a:extLst>
                  <a:ext uri="{FF2B5EF4-FFF2-40B4-BE49-F238E27FC236}">
                    <a16:creationId xmlns:a16="http://schemas.microsoft.com/office/drawing/2014/main" id="{E7091D1F-E2D2-98ED-134B-8FBD4077C107}"/>
                  </a:ext>
                </a:extLst>
              </p:cNvPr>
              <p:cNvSpPr/>
              <p:nvPr/>
            </p:nvSpPr>
            <p:spPr>
              <a:xfrm>
                <a:off x="7579614" y="1323688"/>
                <a:ext cx="5714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5" name="Google Shape;3905;p29">
                <a:extLst>
                  <a:ext uri="{FF2B5EF4-FFF2-40B4-BE49-F238E27FC236}">
                    <a16:creationId xmlns:a16="http://schemas.microsoft.com/office/drawing/2014/main" id="{A2809F01-35ED-9C35-09D3-5B45F0375F8A}"/>
                  </a:ext>
                </a:extLst>
              </p:cNvPr>
              <p:cNvSpPr/>
              <p:nvPr/>
            </p:nvSpPr>
            <p:spPr>
              <a:xfrm>
                <a:off x="7661528" y="1242821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6" name="Google Shape;3906;p29">
                <a:extLst>
                  <a:ext uri="{FF2B5EF4-FFF2-40B4-BE49-F238E27FC236}">
                    <a16:creationId xmlns:a16="http://schemas.microsoft.com/office/drawing/2014/main" id="{F52846BC-60D1-C7A7-2024-40DE9D03E1BC}"/>
                  </a:ext>
                </a:extLst>
              </p:cNvPr>
              <p:cNvSpPr/>
              <p:nvPr/>
            </p:nvSpPr>
            <p:spPr>
              <a:xfrm>
                <a:off x="7743253" y="1161763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0" y="857"/>
                      <a:pt x="4000" y="2000"/>
                    </a:cubicBezTo>
                    <a:cubicBezTo>
                      <a:pt x="4000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07" name="Google Shape;3907;p29">
              <a:extLst>
                <a:ext uri="{FF2B5EF4-FFF2-40B4-BE49-F238E27FC236}">
                  <a16:creationId xmlns:a16="http://schemas.microsoft.com/office/drawing/2014/main" id="{416FCC18-56BB-AFB3-E4DB-2701FF46BF9F}"/>
                </a:ext>
              </a:extLst>
            </p:cNvPr>
            <p:cNvGrpSpPr/>
            <p:nvPr/>
          </p:nvGrpSpPr>
          <p:grpSpPr>
            <a:xfrm>
              <a:off x="3822477" y="1167669"/>
              <a:ext cx="3768661" cy="3768660"/>
              <a:chOff x="3822477" y="1167669"/>
              <a:chExt cx="3768661" cy="3768660"/>
            </a:xfrm>
          </p:grpSpPr>
          <p:sp>
            <p:nvSpPr>
              <p:cNvPr id="3908" name="Google Shape;3908;p29">
                <a:extLst>
                  <a:ext uri="{FF2B5EF4-FFF2-40B4-BE49-F238E27FC236}">
                    <a16:creationId xmlns:a16="http://schemas.microsoft.com/office/drawing/2014/main" id="{ADA285F6-8566-5269-763E-F1ECDF629461}"/>
                  </a:ext>
                </a:extLst>
              </p:cNvPr>
              <p:cNvSpPr/>
              <p:nvPr/>
            </p:nvSpPr>
            <p:spPr>
              <a:xfrm>
                <a:off x="3822477" y="4894420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9" name="Google Shape;3909;p29">
                <a:extLst>
                  <a:ext uri="{FF2B5EF4-FFF2-40B4-BE49-F238E27FC236}">
                    <a16:creationId xmlns:a16="http://schemas.microsoft.com/office/drawing/2014/main" id="{9E0A4FC5-E410-87CC-4F02-3CE8F9D21774}"/>
                  </a:ext>
                </a:extLst>
              </p:cNvPr>
              <p:cNvSpPr/>
              <p:nvPr/>
            </p:nvSpPr>
            <p:spPr>
              <a:xfrm>
                <a:off x="3904297" y="4813362"/>
                <a:ext cx="41148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8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0" name="Google Shape;3910;p29">
                <a:extLst>
                  <a:ext uri="{FF2B5EF4-FFF2-40B4-BE49-F238E27FC236}">
                    <a16:creationId xmlns:a16="http://schemas.microsoft.com/office/drawing/2014/main" id="{919689DA-820A-17C8-B40B-34EFE7DB6909}"/>
                  </a:ext>
                </a:extLst>
              </p:cNvPr>
              <p:cNvSpPr/>
              <p:nvPr/>
            </p:nvSpPr>
            <p:spPr>
              <a:xfrm>
                <a:off x="3986117" y="4732305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1" name="Google Shape;3911;p29">
                <a:extLst>
                  <a:ext uri="{FF2B5EF4-FFF2-40B4-BE49-F238E27FC236}">
                    <a16:creationId xmlns:a16="http://schemas.microsoft.com/office/drawing/2014/main" id="{06A1649D-CDEA-AEB7-4BE4-063978224372}"/>
                  </a:ext>
                </a:extLst>
              </p:cNvPr>
              <p:cNvSpPr/>
              <p:nvPr/>
            </p:nvSpPr>
            <p:spPr>
              <a:xfrm>
                <a:off x="4067841" y="4651152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2" name="Google Shape;3912;p29">
                <a:extLst>
                  <a:ext uri="{FF2B5EF4-FFF2-40B4-BE49-F238E27FC236}">
                    <a16:creationId xmlns:a16="http://schemas.microsoft.com/office/drawing/2014/main" id="{C41ACE87-6C0E-E9E3-EE82-C5CE2B279589}"/>
                  </a:ext>
                </a:extLst>
              </p:cNvPr>
              <p:cNvSpPr/>
              <p:nvPr/>
            </p:nvSpPr>
            <p:spPr>
              <a:xfrm>
                <a:off x="4149756" y="457028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3" name="Google Shape;3913;p29">
                <a:extLst>
                  <a:ext uri="{FF2B5EF4-FFF2-40B4-BE49-F238E27FC236}">
                    <a16:creationId xmlns:a16="http://schemas.microsoft.com/office/drawing/2014/main" id="{0B716BB4-B64E-39AA-9296-3FD9109787A1}"/>
                  </a:ext>
                </a:extLst>
              </p:cNvPr>
              <p:cNvSpPr/>
              <p:nvPr/>
            </p:nvSpPr>
            <p:spPr>
              <a:xfrm>
                <a:off x="4231576" y="4489227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4" name="Google Shape;3914;p29">
                <a:extLst>
                  <a:ext uri="{FF2B5EF4-FFF2-40B4-BE49-F238E27FC236}">
                    <a16:creationId xmlns:a16="http://schemas.microsoft.com/office/drawing/2014/main" id="{61690471-4F56-EEB1-8DA4-D289FAC35E8C}"/>
                  </a:ext>
                </a:extLst>
              </p:cNvPr>
              <p:cNvSpPr/>
              <p:nvPr/>
            </p:nvSpPr>
            <p:spPr>
              <a:xfrm>
                <a:off x="4313396" y="4408169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5" name="Google Shape;3915;p29">
                <a:extLst>
                  <a:ext uri="{FF2B5EF4-FFF2-40B4-BE49-F238E27FC236}">
                    <a16:creationId xmlns:a16="http://schemas.microsoft.com/office/drawing/2014/main" id="{0718D11B-34DB-8BC6-6207-C9ABA955CC94}"/>
                  </a:ext>
                </a:extLst>
              </p:cNvPr>
              <p:cNvSpPr/>
              <p:nvPr/>
            </p:nvSpPr>
            <p:spPr>
              <a:xfrm>
                <a:off x="4395215" y="4327111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6" name="Google Shape;3916;p29">
                <a:extLst>
                  <a:ext uri="{FF2B5EF4-FFF2-40B4-BE49-F238E27FC236}">
                    <a16:creationId xmlns:a16="http://schemas.microsoft.com/office/drawing/2014/main" id="{9154794C-35D0-2793-36F1-FC2311CF60D0}"/>
                  </a:ext>
                </a:extLst>
              </p:cNvPr>
              <p:cNvSpPr/>
              <p:nvPr/>
            </p:nvSpPr>
            <p:spPr>
              <a:xfrm>
                <a:off x="4477035" y="4246149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812"/>
                    </a:cubicBezTo>
                    <a:cubicBezTo>
                      <a:pt x="0" y="800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812"/>
                    </a:cubicBezTo>
                    <a:cubicBezTo>
                      <a:pt x="35433" y="27718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7" name="Google Shape;3917;p29">
                <a:extLst>
                  <a:ext uri="{FF2B5EF4-FFF2-40B4-BE49-F238E27FC236}">
                    <a16:creationId xmlns:a16="http://schemas.microsoft.com/office/drawing/2014/main" id="{2E49DCA6-DFED-63F7-BBF6-7B4AAA4410BE}"/>
                  </a:ext>
                </a:extLst>
              </p:cNvPr>
              <p:cNvSpPr/>
              <p:nvPr/>
            </p:nvSpPr>
            <p:spPr>
              <a:xfrm>
                <a:off x="4558855" y="4165186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0" y="0"/>
                      <a:pt x="34671" y="7810"/>
                      <a:pt x="34671" y="17335"/>
                    </a:cubicBezTo>
                    <a:cubicBezTo>
                      <a:pt x="34671" y="26860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8" name="Google Shape;3918;p29">
                <a:extLst>
                  <a:ext uri="{FF2B5EF4-FFF2-40B4-BE49-F238E27FC236}">
                    <a16:creationId xmlns:a16="http://schemas.microsoft.com/office/drawing/2014/main" id="{1E4B8491-D1EF-E387-4F79-265973A3AAA4}"/>
                  </a:ext>
                </a:extLst>
              </p:cNvPr>
              <p:cNvSpPr/>
              <p:nvPr/>
            </p:nvSpPr>
            <p:spPr>
              <a:xfrm>
                <a:off x="4640675" y="4084128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9" name="Google Shape;3919;p29">
                <a:extLst>
                  <a:ext uri="{FF2B5EF4-FFF2-40B4-BE49-F238E27FC236}">
                    <a16:creationId xmlns:a16="http://schemas.microsoft.com/office/drawing/2014/main" id="{DC9915CB-3F43-CFE6-6B9C-1B345CBB2A57}"/>
                  </a:ext>
                </a:extLst>
              </p:cNvPr>
              <p:cNvSpPr/>
              <p:nvPr/>
            </p:nvSpPr>
            <p:spPr>
              <a:xfrm>
                <a:off x="4722495" y="4003071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0" name="Google Shape;3920;p29">
                <a:extLst>
                  <a:ext uri="{FF2B5EF4-FFF2-40B4-BE49-F238E27FC236}">
                    <a16:creationId xmlns:a16="http://schemas.microsoft.com/office/drawing/2014/main" id="{942DD788-75D3-EEE5-4145-B4C7918A7C88}"/>
                  </a:ext>
                </a:extLst>
              </p:cNvPr>
              <p:cNvSpPr/>
              <p:nvPr/>
            </p:nvSpPr>
            <p:spPr>
              <a:xfrm>
                <a:off x="4804314" y="3922013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192" y="32385"/>
                    </a:moveTo>
                    <a:cubicBezTo>
                      <a:pt x="7239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192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1" name="Google Shape;3921;p29">
                <a:extLst>
                  <a:ext uri="{FF2B5EF4-FFF2-40B4-BE49-F238E27FC236}">
                    <a16:creationId xmlns:a16="http://schemas.microsoft.com/office/drawing/2014/main" id="{3B82E0D6-CD16-F1F7-9824-30F6CD8801BF}"/>
                  </a:ext>
                </a:extLst>
              </p:cNvPr>
              <p:cNvSpPr/>
              <p:nvPr/>
            </p:nvSpPr>
            <p:spPr>
              <a:xfrm>
                <a:off x="4886134" y="3841146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2" name="Google Shape;3922;p29">
                <a:extLst>
                  <a:ext uri="{FF2B5EF4-FFF2-40B4-BE49-F238E27FC236}">
                    <a16:creationId xmlns:a16="http://schemas.microsoft.com/office/drawing/2014/main" id="{C44B2D4E-9542-84A4-14F0-DC4F74CCFBCF}"/>
                  </a:ext>
                </a:extLst>
              </p:cNvPr>
              <p:cNvSpPr/>
              <p:nvPr/>
            </p:nvSpPr>
            <p:spPr>
              <a:xfrm>
                <a:off x="4967954" y="3760088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3" name="Google Shape;3923;p29">
                <a:extLst>
                  <a:ext uri="{FF2B5EF4-FFF2-40B4-BE49-F238E27FC236}">
                    <a16:creationId xmlns:a16="http://schemas.microsoft.com/office/drawing/2014/main" id="{4AA0285D-EC1F-A71D-326F-ABAC43C7DB40}"/>
                  </a:ext>
                </a:extLst>
              </p:cNvPr>
              <p:cNvSpPr/>
              <p:nvPr/>
            </p:nvSpPr>
            <p:spPr>
              <a:xfrm>
                <a:off x="5049774" y="3679030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4" name="Google Shape;3924;p29">
                <a:extLst>
                  <a:ext uri="{FF2B5EF4-FFF2-40B4-BE49-F238E27FC236}">
                    <a16:creationId xmlns:a16="http://schemas.microsoft.com/office/drawing/2014/main" id="{6D4A851E-17AA-269F-C986-93E956F8D859}"/>
                  </a:ext>
                </a:extLst>
              </p:cNvPr>
              <p:cNvSpPr/>
              <p:nvPr/>
            </p:nvSpPr>
            <p:spPr>
              <a:xfrm>
                <a:off x="5131593" y="3597972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5" name="Google Shape;3925;p29">
                <a:extLst>
                  <a:ext uri="{FF2B5EF4-FFF2-40B4-BE49-F238E27FC236}">
                    <a16:creationId xmlns:a16="http://schemas.microsoft.com/office/drawing/2014/main" id="{6BDCC517-5918-EB25-D7EB-CEE12270FD80}"/>
                  </a:ext>
                </a:extLst>
              </p:cNvPr>
              <p:cNvSpPr/>
              <p:nvPr/>
            </p:nvSpPr>
            <p:spPr>
              <a:xfrm>
                <a:off x="5213508" y="3517105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6" name="Google Shape;3926;p29">
                <a:extLst>
                  <a:ext uri="{FF2B5EF4-FFF2-40B4-BE49-F238E27FC236}">
                    <a16:creationId xmlns:a16="http://schemas.microsoft.com/office/drawing/2014/main" id="{4C18306D-A73D-61A8-B94B-D66F1D5760AB}"/>
                  </a:ext>
                </a:extLst>
              </p:cNvPr>
              <p:cNvSpPr/>
              <p:nvPr/>
            </p:nvSpPr>
            <p:spPr>
              <a:xfrm>
                <a:off x="5295233" y="3436048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7" name="Google Shape;3927;p29">
                <a:extLst>
                  <a:ext uri="{FF2B5EF4-FFF2-40B4-BE49-F238E27FC236}">
                    <a16:creationId xmlns:a16="http://schemas.microsoft.com/office/drawing/2014/main" id="{2B2407E4-08D4-16F5-7CAB-40B9F5C9948D}"/>
                  </a:ext>
                </a:extLst>
              </p:cNvPr>
              <p:cNvSpPr/>
              <p:nvPr/>
            </p:nvSpPr>
            <p:spPr>
              <a:xfrm>
                <a:off x="5377053" y="3354990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8" name="Google Shape;3928;p29">
                <a:extLst>
                  <a:ext uri="{FF2B5EF4-FFF2-40B4-BE49-F238E27FC236}">
                    <a16:creationId xmlns:a16="http://schemas.microsoft.com/office/drawing/2014/main" id="{2EEA53EA-3FE0-5586-8EDC-5E7650E245DB}"/>
                  </a:ext>
                </a:extLst>
              </p:cNvPr>
              <p:cNvSpPr/>
              <p:nvPr/>
            </p:nvSpPr>
            <p:spPr>
              <a:xfrm>
                <a:off x="5458872" y="3273932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9" name="Google Shape;3929;p29">
                <a:extLst>
                  <a:ext uri="{FF2B5EF4-FFF2-40B4-BE49-F238E27FC236}">
                    <a16:creationId xmlns:a16="http://schemas.microsoft.com/office/drawing/2014/main" id="{406A213E-D60A-031A-69AA-FF802886DB7A}"/>
                  </a:ext>
                </a:extLst>
              </p:cNvPr>
              <p:cNvSpPr/>
              <p:nvPr/>
            </p:nvSpPr>
            <p:spPr>
              <a:xfrm>
                <a:off x="5540787" y="3193065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0" name="Google Shape;3930;p29">
                <a:extLst>
                  <a:ext uri="{FF2B5EF4-FFF2-40B4-BE49-F238E27FC236}">
                    <a16:creationId xmlns:a16="http://schemas.microsoft.com/office/drawing/2014/main" id="{236DA055-033D-C1DE-36B7-6FBC5E985910}"/>
                  </a:ext>
                </a:extLst>
              </p:cNvPr>
              <p:cNvSpPr/>
              <p:nvPr/>
            </p:nvSpPr>
            <p:spPr>
              <a:xfrm>
                <a:off x="5622607" y="3112007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1" name="Google Shape;3931;p29">
                <a:extLst>
                  <a:ext uri="{FF2B5EF4-FFF2-40B4-BE49-F238E27FC236}">
                    <a16:creationId xmlns:a16="http://schemas.microsoft.com/office/drawing/2014/main" id="{1C1D6728-85FE-0752-25B8-D97F4E188112}"/>
                  </a:ext>
                </a:extLst>
              </p:cNvPr>
              <p:cNvSpPr/>
              <p:nvPr/>
            </p:nvSpPr>
            <p:spPr>
              <a:xfrm>
                <a:off x="5704332" y="3030949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2" name="Google Shape;3932;p29">
                <a:extLst>
                  <a:ext uri="{FF2B5EF4-FFF2-40B4-BE49-F238E27FC236}">
                    <a16:creationId xmlns:a16="http://schemas.microsoft.com/office/drawing/2014/main" id="{7BC3F1B2-5D44-7579-0E4A-441138E3C7CA}"/>
                  </a:ext>
                </a:extLst>
              </p:cNvPr>
              <p:cNvSpPr/>
              <p:nvPr/>
            </p:nvSpPr>
            <p:spPr>
              <a:xfrm>
                <a:off x="5786151" y="2949891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3" name="Google Shape;3933;p29">
                <a:extLst>
                  <a:ext uri="{FF2B5EF4-FFF2-40B4-BE49-F238E27FC236}">
                    <a16:creationId xmlns:a16="http://schemas.microsoft.com/office/drawing/2014/main" id="{856EAAE9-2C87-887E-83F2-599DCF5F2A6B}"/>
                  </a:ext>
                </a:extLst>
              </p:cNvPr>
              <p:cNvSpPr/>
              <p:nvPr/>
            </p:nvSpPr>
            <p:spPr>
              <a:xfrm>
                <a:off x="5868066" y="2869024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4" name="Google Shape;3934;p29">
                <a:extLst>
                  <a:ext uri="{FF2B5EF4-FFF2-40B4-BE49-F238E27FC236}">
                    <a16:creationId xmlns:a16="http://schemas.microsoft.com/office/drawing/2014/main" id="{2DE981E0-385A-C9B0-FAF9-51CEBF10BA9F}"/>
                  </a:ext>
                </a:extLst>
              </p:cNvPr>
              <p:cNvSpPr/>
              <p:nvPr/>
            </p:nvSpPr>
            <p:spPr>
              <a:xfrm>
                <a:off x="5949886" y="2787966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5" name="Google Shape;3935;p29">
                <a:extLst>
                  <a:ext uri="{FF2B5EF4-FFF2-40B4-BE49-F238E27FC236}">
                    <a16:creationId xmlns:a16="http://schemas.microsoft.com/office/drawing/2014/main" id="{85E80444-0319-6B66-2C0F-10B545712449}"/>
                  </a:ext>
                </a:extLst>
              </p:cNvPr>
              <p:cNvSpPr/>
              <p:nvPr/>
            </p:nvSpPr>
            <p:spPr>
              <a:xfrm>
                <a:off x="6031706" y="2706909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6" name="Google Shape;3936;p29">
                <a:extLst>
                  <a:ext uri="{FF2B5EF4-FFF2-40B4-BE49-F238E27FC236}">
                    <a16:creationId xmlns:a16="http://schemas.microsoft.com/office/drawing/2014/main" id="{472FD948-7A7B-F192-3597-AC97A757A47A}"/>
                  </a:ext>
                </a:extLst>
              </p:cNvPr>
              <p:cNvSpPr/>
              <p:nvPr/>
            </p:nvSpPr>
            <p:spPr>
              <a:xfrm>
                <a:off x="6113430" y="2625851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286" y="0"/>
                      <a:pt x="9716" y="0"/>
                    </a:cubicBezTo>
                    <a:cubicBezTo>
                      <a:pt x="15145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7" name="Google Shape;3937;p29">
                <a:extLst>
                  <a:ext uri="{FF2B5EF4-FFF2-40B4-BE49-F238E27FC236}">
                    <a16:creationId xmlns:a16="http://schemas.microsoft.com/office/drawing/2014/main" id="{22B3AD8D-CAFD-97CE-C8D8-92C7A65467F1}"/>
                  </a:ext>
                </a:extLst>
              </p:cNvPr>
              <p:cNvSpPr/>
              <p:nvPr/>
            </p:nvSpPr>
            <p:spPr>
              <a:xfrm>
                <a:off x="6195345" y="2544889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8" name="Google Shape;3938;p29">
                <a:extLst>
                  <a:ext uri="{FF2B5EF4-FFF2-40B4-BE49-F238E27FC236}">
                    <a16:creationId xmlns:a16="http://schemas.microsoft.com/office/drawing/2014/main" id="{3C59830B-A810-2BF8-34BA-824CFC32150D}"/>
                  </a:ext>
                </a:extLst>
              </p:cNvPr>
              <p:cNvSpPr/>
              <p:nvPr/>
            </p:nvSpPr>
            <p:spPr>
              <a:xfrm>
                <a:off x="6277165" y="2463926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1"/>
                      <a:pt x="4001" y="0"/>
                      <a:pt x="8858" y="0"/>
                    </a:cubicBezTo>
                    <a:cubicBezTo>
                      <a:pt x="13716" y="0"/>
                      <a:pt x="17717" y="4001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9" name="Google Shape;3939;p29">
                <a:extLst>
                  <a:ext uri="{FF2B5EF4-FFF2-40B4-BE49-F238E27FC236}">
                    <a16:creationId xmlns:a16="http://schemas.microsoft.com/office/drawing/2014/main" id="{6B4ADFE8-48C3-C06F-2CC1-6102179FB7F4}"/>
                  </a:ext>
                </a:extLst>
              </p:cNvPr>
              <p:cNvSpPr/>
              <p:nvPr/>
            </p:nvSpPr>
            <p:spPr>
              <a:xfrm>
                <a:off x="6358985" y="2382773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5" y="3810"/>
                      <a:pt x="16955" y="8477"/>
                    </a:cubicBezTo>
                    <a:cubicBezTo>
                      <a:pt x="16955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0" name="Google Shape;3940;p29">
                <a:extLst>
                  <a:ext uri="{FF2B5EF4-FFF2-40B4-BE49-F238E27FC236}">
                    <a16:creationId xmlns:a16="http://schemas.microsoft.com/office/drawing/2014/main" id="{E7924C24-0145-B42E-F67F-E44E5FBB219C}"/>
                  </a:ext>
                </a:extLst>
              </p:cNvPr>
              <p:cNvSpPr/>
              <p:nvPr/>
            </p:nvSpPr>
            <p:spPr>
              <a:xfrm>
                <a:off x="6440805" y="2301715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1" name="Google Shape;3941;p29">
                <a:extLst>
                  <a:ext uri="{FF2B5EF4-FFF2-40B4-BE49-F238E27FC236}">
                    <a16:creationId xmlns:a16="http://schemas.microsoft.com/office/drawing/2014/main" id="{A32A03A8-B7F4-CA92-615E-3ED186B3C9AE}"/>
                  </a:ext>
                </a:extLst>
              </p:cNvPr>
              <p:cNvSpPr/>
              <p:nvPr/>
            </p:nvSpPr>
            <p:spPr>
              <a:xfrm>
                <a:off x="6522529" y="2220753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2" name="Google Shape;3942;p29">
                <a:extLst>
                  <a:ext uri="{FF2B5EF4-FFF2-40B4-BE49-F238E27FC236}">
                    <a16:creationId xmlns:a16="http://schemas.microsoft.com/office/drawing/2014/main" id="{08AC7A6C-6EE9-07B5-EA02-C7775FE6C1B7}"/>
                  </a:ext>
                </a:extLst>
              </p:cNvPr>
              <p:cNvSpPr/>
              <p:nvPr/>
            </p:nvSpPr>
            <p:spPr>
              <a:xfrm>
                <a:off x="6604444" y="2139790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3" name="Google Shape;3943;p29">
                <a:extLst>
                  <a:ext uri="{FF2B5EF4-FFF2-40B4-BE49-F238E27FC236}">
                    <a16:creationId xmlns:a16="http://schemas.microsoft.com/office/drawing/2014/main" id="{858BBBFB-C9D1-9125-4BF8-0E8CF24E0F78}"/>
                  </a:ext>
                </a:extLst>
              </p:cNvPr>
              <p:cNvSpPr/>
              <p:nvPr/>
            </p:nvSpPr>
            <p:spPr>
              <a:xfrm>
                <a:off x="6686264" y="2058732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4" name="Google Shape;3944;p29">
                <a:extLst>
                  <a:ext uri="{FF2B5EF4-FFF2-40B4-BE49-F238E27FC236}">
                    <a16:creationId xmlns:a16="http://schemas.microsoft.com/office/drawing/2014/main" id="{AAA629D6-081B-D8D7-528A-4E7A76EF1C30}"/>
                  </a:ext>
                </a:extLst>
              </p:cNvPr>
              <p:cNvSpPr/>
              <p:nvPr/>
            </p:nvSpPr>
            <p:spPr>
              <a:xfrm>
                <a:off x="6768083" y="1977675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5" name="Google Shape;3945;p29">
                <a:extLst>
                  <a:ext uri="{FF2B5EF4-FFF2-40B4-BE49-F238E27FC236}">
                    <a16:creationId xmlns:a16="http://schemas.microsoft.com/office/drawing/2014/main" id="{976A70C3-521D-E15F-D7A9-111404499FC1}"/>
                  </a:ext>
                </a:extLst>
              </p:cNvPr>
              <p:cNvSpPr/>
              <p:nvPr/>
            </p:nvSpPr>
            <p:spPr>
              <a:xfrm>
                <a:off x="6849903" y="1896617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6" name="Google Shape;3946;p29">
                <a:extLst>
                  <a:ext uri="{FF2B5EF4-FFF2-40B4-BE49-F238E27FC236}">
                    <a16:creationId xmlns:a16="http://schemas.microsoft.com/office/drawing/2014/main" id="{E76D9277-0B8E-D573-E1FC-DBCA0F46E4A7}"/>
                  </a:ext>
                </a:extLst>
              </p:cNvPr>
              <p:cNvSpPr/>
              <p:nvPr/>
            </p:nvSpPr>
            <p:spPr>
              <a:xfrm>
                <a:off x="6931723" y="1815750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7" name="Google Shape;3947;p29">
                <a:extLst>
                  <a:ext uri="{FF2B5EF4-FFF2-40B4-BE49-F238E27FC236}">
                    <a16:creationId xmlns:a16="http://schemas.microsoft.com/office/drawing/2014/main" id="{FF35247B-1FDB-F575-0FC2-69BADF19B26B}"/>
                  </a:ext>
                </a:extLst>
              </p:cNvPr>
              <p:cNvSpPr/>
              <p:nvPr/>
            </p:nvSpPr>
            <p:spPr>
              <a:xfrm>
                <a:off x="7013543" y="1734692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8" name="Google Shape;3948;p29">
                <a:extLst>
                  <a:ext uri="{FF2B5EF4-FFF2-40B4-BE49-F238E27FC236}">
                    <a16:creationId xmlns:a16="http://schemas.microsoft.com/office/drawing/2014/main" id="{7DFB113C-A370-3ACA-2FE2-3C7A778A7B66}"/>
                  </a:ext>
                </a:extLst>
              </p:cNvPr>
              <p:cNvSpPr/>
              <p:nvPr/>
            </p:nvSpPr>
            <p:spPr>
              <a:xfrm>
                <a:off x="7095363" y="1653634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9" name="Google Shape;3949;p29">
                <a:extLst>
                  <a:ext uri="{FF2B5EF4-FFF2-40B4-BE49-F238E27FC236}">
                    <a16:creationId xmlns:a16="http://schemas.microsoft.com/office/drawing/2014/main" id="{CF404BAA-A15D-0E37-B3AD-66F967A6CFB1}"/>
                  </a:ext>
                </a:extLst>
              </p:cNvPr>
              <p:cNvSpPr/>
              <p:nvPr/>
            </p:nvSpPr>
            <p:spPr>
              <a:xfrm>
                <a:off x="7177182" y="157257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0" name="Google Shape;3950;p29">
                <a:extLst>
                  <a:ext uri="{FF2B5EF4-FFF2-40B4-BE49-F238E27FC236}">
                    <a16:creationId xmlns:a16="http://schemas.microsoft.com/office/drawing/2014/main" id="{76F0CC37-8F62-136A-0D23-AA2313AD0A41}"/>
                  </a:ext>
                </a:extLst>
              </p:cNvPr>
              <p:cNvSpPr/>
              <p:nvPr/>
            </p:nvSpPr>
            <p:spPr>
              <a:xfrm>
                <a:off x="7259002" y="1491709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1" name="Google Shape;3951;p29">
                <a:extLst>
                  <a:ext uri="{FF2B5EF4-FFF2-40B4-BE49-F238E27FC236}">
                    <a16:creationId xmlns:a16="http://schemas.microsoft.com/office/drawing/2014/main" id="{3D7CD2B2-F968-158A-99D6-9200E62068CB}"/>
                  </a:ext>
                </a:extLst>
              </p:cNvPr>
              <p:cNvSpPr/>
              <p:nvPr/>
            </p:nvSpPr>
            <p:spPr>
              <a:xfrm>
                <a:off x="7340822" y="1410652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2" name="Google Shape;3952;p29">
                <a:extLst>
                  <a:ext uri="{FF2B5EF4-FFF2-40B4-BE49-F238E27FC236}">
                    <a16:creationId xmlns:a16="http://schemas.microsoft.com/office/drawing/2014/main" id="{AFA85CC7-8EB7-F228-2AED-A78371C7DBAA}"/>
                  </a:ext>
                </a:extLst>
              </p:cNvPr>
              <p:cNvSpPr/>
              <p:nvPr/>
            </p:nvSpPr>
            <p:spPr>
              <a:xfrm>
                <a:off x="7422641" y="1329594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3" name="Google Shape;3953;p29">
                <a:extLst>
                  <a:ext uri="{FF2B5EF4-FFF2-40B4-BE49-F238E27FC236}">
                    <a16:creationId xmlns:a16="http://schemas.microsoft.com/office/drawing/2014/main" id="{196C8A2C-5913-283E-20C2-2A551CC18FAD}"/>
                  </a:ext>
                </a:extLst>
              </p:cNvPr>
              <p:cNvSpPr/>
              <p:nvPr/>
            </p:nvSpPr>
            <p:spPr>
              <a:xfrm>
                <a:off x="7504461" y="1248536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4" name="Google Shape;3954;p29">
                <a:extLst>
                  <a:ext uri="{FF2B5EF4-FFF2-40B4-BE49-F238E27FC236}">
                    <a16:creationId xmlns:a16="http://schemas.microsoft.com/office/drawing/2014/main" id="{047173CD-3B91-790C-2BB3-E38616A9EB16}"/>
                  </a:ext>
                </a:extLst>
              </p:cNvPr>
              <p:cNvSpPr/>
              <p:nvPr/>
            </p:nvSpPr>
            <p:spPr>
              <a:xfrm>
                <a:off x="7586376" y="1167669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55" name="Google Shape;3955;p29">
              <a:extLst>
                <a:ext uri="{FF2B5EF4-FFF2-40B4-BE49-F238E27FC236}">
                  <a16:creationId xmlns:a16="http://schemas.microsoft.com/office/drawing/2014/main" id="{85361B51-70AC-C9A0-1C27-3B38E2D47CCF}"/>
                </a:ext>
              </a:extLst>
            </p:cNvPr>
            <p:cNvGrpSpPr/>
            <p:nvPr/>
          </p:nvGrpSpPr>
          <p:grpSpPr>
            <a:xfrm>
              <a:off x="3829145" y="1173384"/>
              <a:ext cx="3605878" cy="3605973"/>
              <a:chOff x="3829145" y="1173384"/>
              <a:chExt cx="3605878" cy="3605973"/>
            </a:xfrm>
          </p:grpSpPr>
          <p:sp>
            <p:nvSpPr>
              <p:cNvPr id="3956" name="Google Shape;3956;p29">
                <a:extLst>
                  <a:ext uri="{FF2B5EF4-FFF2-40B4-BE49-F238E27FC236}">
                    <a16:creationId xmlns:a16="http://schemas.microsoft.com/office/drawing/2014/main" id="{9AAF7EAC-BF7C-205A-7005-5B1F45E897D8}"/>
                  </a:ext>
                </a:extLst>
              </p:cNvPr>
              <p:cNvSpPr/>
              <p:nvPr/>
            </p:nvSpPr>
            <p:spPr>
              <a:xfrm>
                <a:off x="3829145" y="4738210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7" name="Google Shape;3957;p29">
                <a:extLst>
                  <a:ext uri="{FF2B5EF4-FFF2-40B4-BE49-F238E27FC236}">
                    <a16:creationId xmlns:a16="http://schemas.microsoft.com/office/drawing/2014/main" id="{81F47740-F065-4125-01DA-F10D79274D98}"/>
                  </a:ext>
                </a:extLst>
              </p:cNvPr>
              <p:cNvSpPr/>
              <p:nvPr/>
            </p:nvSpPr>
            <p:spPr>
              <a:xfrm>
                <a:off x="3910965" y="4657153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8" name="Google Shape;3958;p29">
                <a:extLst>
                  <a:ext uri="{FF2B5EF4-FFF2-40B4-BE49-F238E27FC236}">
                    <a16:creationId xmlns:a16="http://schemas.microsoft.com/office/drawing/2014/main" id="{AE8E5CF5-AD61-B8C4-00A5-FDE0E99D83E4}"/>
                  </a:ext>
                </a:extLst>
              </p:cNvPr>
              <p:cNvSpPr/>
              <p:nvPr/>
            </p:nvSpPr>
            <p:spPr>
              <a:xfrm>
                <a:off x="3992689" y="4576095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9" name="Google Shape;3959;p29">
                <a:extLst>
                  <a:ext uri="{FF2B5EF4-FFF2-40B4-BE49-F238E27FC236}">
                    <a16:creationId xmlns:a16="http://schemas.microsoft.com/office/drawing/2014/main" id="{72DD206F-208E-2ECE-A370-CB41CED4AE6E}"/>
                  </a:ext>
                </a:extLst>
              </p:cNvPr>
              <p:cNvSpPr/>
              <p:nvPr/>
            </p:nvSpPr>
            <p:spPr>
              <a:xfrm>
                <a:off x="4074604" y="4495228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0" name="Google Shape;3960;p29">
                <a:extLst>
                  <a:ext uri="{FF2B5EF4-FFF2-40B4-BE49-F238E27FC236}">
                    <a16:creationId xmlns:a16="http://schemas.microsoft.com/office/drawing/2014/main" id="{B60EDF1E-EF00-8788-D96C-791A6915152B}"/>
                  </a:ext>
                </a:extLst>
              </p:cNvPr>
              <p:cNvSpPr/>
              <p:nvPr/>
            </p:nvSpPr>
            <p:spPr>
              <a:xfrm>
                <a:off x="4156424" y="4414170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1" name="Google Shape;3961;p29">
                <a:extLst>
                  <a:ext uri="{FF2B5EF4-FFF2-40B4-BE49-F238E27FC236}">
                    <a16:creationId xmlns:a16="http://schemas.microsoft.com/office/drawing/2014/main" id="{D41D324A-23CA-22A4-EE7C-5FE08EA705CB}"/>
                  </a:ext>
                </a:extLst>
              </p:cNvPr>
              <p:cNvSpPr/>
              <p:nvPr/>
            </p:nvSpPr>
            <p:spPr>
              <a:xfrm>
                <a:off x="4238243" y="4333017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2" name="Google Shape;3962;p29">
                <a:extLst>
                  <a:ext uri="{FF2B5EF4-FFF2-40B4-BE49-F238E27FC236}">
                    <a16:creationId xmlns:a16="http://schemas.microsoft.com/office/drawing/2014/main" id="{6A9B30F7-E90F-C862-B80A-9E09BC659F75}"/>
                  </a:ext>
                </a:extLst>
              </p:cNvPr>
              <p:cNvSpPr/>
              <p:nvPr/>
            </p:nvSpPr>
            <p:spPr>
              <a:xfrm>
                <a:off x="4320063" y="4251959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3" name="Google Shape;3963;p29">
                <a:extLst>
                  <a:ext uri="{FF2B5EF4-FFF2-40B4-BE49-F238E27FC236}">
                    <a16:creationId xmlns:a16="http://schemas.microsoft.com/office/drawing/2014/main" id="{ADFEC9EC-C1F4-18E4-B793-81633B32C98A}"/>
                  </a:ext>
                </a:extLst>
              </p:cNvPr>
              <p:cNvSpPr/>
              <p:nvPr/>
            </p:nvSpPr>
            <p:spPr>
              <a:xfrm>
                <a:off x="4401883" y="4171092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4" name="Google Shape;3964;p29">
                <a:extLst>
                  <a:ext uri="{FF2B5EF4-FFF2-40B4-BE49-F238E27FC236}">
                    <a16:creationId xmlns:a16="http://schemas.microsoft.com/office/drawing/2014/main" id="{E038C034-6512-D22A-1A5C-A81C382FC6C1}"/>
                  </a:ext>
                </a:extLst>
              </p:cNvPr>
              <p:cNvSpPr/>
              <p:nvPr/>
            </p:nvSpPr>
            <p:spPr>
              <a:xfrm>
                <a:off x="4483703" y="4090034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5" name="Google Shape;3965;p29">
                <a:extLst>
                  <a:ext uri="{FF2B5EF4-FFF2-40B4-BE49-F238E27FC236}">
                    <a16:creationId xmlns:a16="http://schemas.microsoft.com/office/drawing/2014/main" id="{EC6AF94B-37FF-91C7-D25A-BA1E2804E041}"/>
                  </a:ext>
                </a:extLst>
              </p:cNvPr>
              <p:cNvSpPr/>
              <p:nvPr/>
            </p:nvSpPr>
            <p:spPr>
              <a:xfrm>
                <a:off x="4565522" y="4008976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6" name="Google Shape;3966;p29">
                <a:extLst>
                  <a:ext uri="{FF2B5EF4-FFF2-40B4-BE49-F238E27FC236}">
                    <a16:creationId xmlns:a16="http://schemas.microsoft.com/office/drawing/2014/main" id="{D8DDB96A-C314-FECC-DB96-5854AFAEB22C}"/>
                  </a:ext>
                </a:extLst>
              </p:cNvPr>
              <p:cNvSpPr/>
              <p:nvPr/>
            </p:nvSpPr>
            <p:spPr>
              <a:xfrm>
                <a:off x="4647342" y="3927919"/>
                <a:ext cx="33146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6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7" name="Google Shape;3967;p29">
                <a:extLst>
                  <a:ext uri="{FF2B5EF4-FFF2-40B4-BE49-F238E27FC236}">
                    <a16:creationId xmlns:a16="http://schemas.microsoft.com/office/drawing/2014/main" id="{DEE9674C-5C68-C245-7BEE-EE1CB1754E11}"/>
                  </a:ext>
                </a:extLst>
              </p:cNvPr>
              <p:cNvSpPr/>
              <p:nvPr/>
            </p:nvSpPr>
            <p:spPr>
              <a:xfrm>
                <a:off x="4729257" y="3846956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4" y="7239"/>
                      <a:pt x="32194" y="16097"/>
                    </a:cubicBezTo>
                    <a:cubicBezTo>
                      <a:pt x="32194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8" name="Google Shape;3968;p29">
                <a:extLst>
                  <a:ext uri="{FF2B5EF4-FFF2-40B4-BE49-F238E27FC236}">
                    <a16:creationId xmlns:a16="http://schemas.microsoft.com/office/drawing/2014/main" id="{0C4BAB0F-C5D7-04EE-A4E0-2024C5662D06}"/>
                  </a:ext>
                </a:extLst>
              </p:cNvPr>
              <p:cNvSpPr/>
              <p:nvPr/>
            </p:nvSpPr>
            <p:spPr>
              <a:xfrm>
                <a:off x="4810982" y="3765994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9" name="Google Shape;3969;p29">
                <a:extLst>
                  <a:ext uri="{FF2B5EF4-FFF2-40B4-BE49-F238E27FC236}">
                    <a16:creationId xmlns:a16="http://schemas.microsoft.com/office/drawing/2014/main" id="{4F742E2D-4F82-E60F-1F81-4C24E52A7346}"/>
                  </a:ext>
                </a:extLst>
              </p:cNvPr>
              <p:cNvSpPr/>
              <p:nvPr/>
            </p:nvSpPr>
            <p:spPr>
              <a:xfrm>
                <a:off x="4892802" y="3684936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0" name="Google Shape;3970;p29">
                <a:extLst>
                  <a:ext uri="{FF2B5EF4-FFF2-40B4-BE49-F238E27FC236}">
                    <a16:creationId xmlns:a16="http://schemas.microsoft.com/office/drawing/2014/main" id="{AEC2A540-A516-D45E-ECB8-509BAC25BB10}"/>
                  </a:ext>
                </a:extLst>
              </p:cNvPr>
              <p:cNvSpPr/>
              <p:nvPr/>
            </p:nvSpPr>
            <p:spPr>
              <a:xfrm>
                <a:off x="4974621" y="3603878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8" y="29909"/>
                      <a:pt x="0" y="23241"/>
                      <a:pt x="0" y="14954"/>
                    </a:cubicBezTo>
                    <a:cubicBezTo>
                      <a:pt x="0" y="6668"/>
                      <a:pt x="6668" y="0"/>
                      <a:pt x="14954" y="0"/>
                    </a:cubicBezTo>
                    <a:cubicBezTo>
                      <a:pt x="23241" y="0"/>
                      <a:pt x="29909" y="6668"/>
                      <a:pt x="29909" y="14954"/>
                    </a:cubicBezTo>
                    <a:cubicBezTo>
                      <a:pt x="29909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1" name="Google Shape;3971;p29">
                <a:extLst>
                  <a:ext uri="{FF2B5EF4-FFF2-40B4-BE49-F238E27FC236}">
                    <a16:creationId xmlns:a16="http://schemas.microsoft.com/office/drawing/2014/main" id="{8E7CA01B-F8FF-1AD3-0490-5706FA348174}"/>
                  </a:ext>
                </a:extLst>
              </p:cNvPr>
              <p:cNvSpPr/>
              <p:nvPr/>
            </p:nvSpPr>
            <p:spPr>
              <a:xfrm>
                <a:off x="5056441" y="3522916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2" name="Google Shape;3972;p29">
                <a:extLst>
                  <a:ext uri="{FF2B5EF4-FFF2-40B4-BE49-F238E27FC236}">
                    <a16:creationId xmlns:a16="http://schemas.microsoft.com/office/drawing/2014/main" id="{7798EBC3-56FB-1EF0-BAAB-FA56825F54FC}"/>
                  </a:ext>
                </a:extLst>
              </p:cNvPr>
              <p:cNvSpPr/>
              <p:nvPr/>
            </p:nvSpPr>
            <p:spPr>
              <a:xfrm>
                <a:off x="5138356" y="3441953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3" name="Google Shape;3973;p29">
                <a:extLst>
                  <a:ext uri="{FF2B5EF4-FFF2-40B4-BE49-F238E27FC236}">
                    <a16:creationId xmlns:a16="http://schemas.microsoft.com/office/drawing/2014/main" id="{54D5F3A2-3BE0-75A7-8CB1-43ABD96E3D98}"/>
                  </a:ext>
                </a:extLst>
              </p:cNvPr>
              <p:cNvSpPr/>
              <p:nvPr/>
            </p:nvSpPr>
            <p:spPr>
              <a:xfrm>
                <a:off x="5220080" y="3360895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4" name="Google Shape;3974;p29">
                <a:extLst>
                  <a:ext uri="{FF2B5EF4-FFF2-40B4-BE49-F238E27FC236}">
                    <a16:creationId xmlns:a16="http://schemas.microsoft.com/office/drawing/2014/main" id="{2ADFDBFE-A84C-0509-4BE4-FEDE63DB6B8D}"/>
                  </a:ext>
                </a:extLst>
              </p:cNvPr>
              <p:cNvSpPr/>
              <p:nvPr/>
            </p:nvSpPr>
            <p:spPr>
              <a:xfrm>
                <a:off x="5301900" y="3279837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5" name="Google Shape;3975;p29">
                <a:extLst>
                  <a:ext uri="{FF2B5EF4-FFF2-40B4-BE49-F238E27FC236}">
                    <a16:creationId xmlns:a16="http://schemas.microsoft.com/office/drawing/2014/main" id="{FE6F14D5-74F4-84AF-B2EA-E3FED86D6896}"/>
                  </a:ext>
                </a:extLst>
              </p:cNvPr>
              <p:cNvSpPr/>
              <p:nvPr/>
            </p:nvSpPr>
            <p:spPr>
              <a:xfrm>
                <a:off x="5383720" y="3198780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6" name="Google Shape;3976;p29">
                <a:extLst>
                  <a:ext uri="{FF2B5EF4-FFF2-40B4-BE49-F238E27FC236}">
                    <a16:creationId xmlns:a16="http://schemas.microsoft.com/office/drawing/2014/main" id="{DEBE53E1-1B0A-8732-A172-6C66F8CBE6AC}"/>
                  </a:ext>
                </a:extLst>
              </p:cNvPr>
              <p:cNvSpPr/>
              <p:nvPr/>
            </p:nvSpPr>
            <p:spPr>
              <a:xfrm>
                <a:off x="5465635" y="3117912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7" name="Google Shape;3977;p29">
                <a:extLst>
                  <a:ext uri="{FF2B5EF4-FFF2-40B4-BE49-F238E27FC236}">
                    <a16:creationId xmlns:a16="http://schemas.microsoft.com/office/drawing/2014/main" id="{0AB3AB12-141F-9A70-A470-AD8226AE3B66}"/>
                  </a:ext>
                </a:extLst>
              </p:cNvPr>
              <p:cNvSpPr/>
              <p:nvPr/>
            </p:nvSpPr>
            <p:spPr>
              <a:xfrm>
                <a:off x="5547455" y="3036855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8" name="Google Shape;3978;p29">
                <a:extLst>
                  <a:ext uri="{FF2B5EF4-FFF2-40B4-BE49-F238E27FC236}">
                    <a16:creationId xmlns:a16="http://schemas.microsoft.com/office/drawing/2014/main" id="{C4126301-F892-359E-BF9B-412E4790CABC}"/>
                  </a:ext>
                </a:extLst>
              </p:cNvPr>
              <p:cNvSpPr/>
              <p:nvPr/>
            </p:nvSpPr>
            <p:spPr>
              <a:xfrm>
                <a:off x="5629179" y="2955797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9" name="Google Shape;3979;p29">
                <a:extLst>
                  <a:ext uri="{FF2B5EF4-FFF2-40B4-BE49-F238E27FC236}">
                    <a16:creationId xmlns:a16="http://schemas.microsoft.com/office/drawing/2014/main" id="{4BEB13C5-F60C-D142-F240-98E1EB2A354F}"/>
                  </a:ext>
                </a:extLst>
              </p:cNvPr>
              <p:cNvSpPr/>
              <p:nvPr/>
            </p:nvSpPr>
            <p:spPr>
              <a:xfrm>
                <a:off x="5710999" y="2874739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0" name="Google Shape;3980;p29">
                <a:extLst>
                  <a:ext uri="{FF2B5EF4-FFF2-40B4-BE49-F238E27FC236}">
                    <a16:creationId xmlns:a16="http://schemas.microsoft.com/office/drawing/2014/main" id="{DF40917E-C076-7B8B-F1BF-241059035AE3}"/>
                  </a:ext>
                </a:extLst>
              </p:cNvPr>
              <p:cNvSpPr/>
              <p:nvPr/>
            </p:nvSpPr>
            <p:spPr>
              <a:xfrm>
                <a:off x="5792914" y="2793872"/>
                <a:ext cx="21717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6" extrusionOk="0">
                    <a:moveTo>
                      <a:pt x="10859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9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9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1" name="Google Shape;3981;p29">
                <a:extLst>
                  <a:ext uri="{FF2B5EF4-FFF2-40B4-BE49-F238E27FC236}">
                    <a16:creationId xmlns:a16="http://schemas.microsoft.com/office/drawing/2014/main" id="{612F7604-E7F1-9F31-9FC6-AFAF7CB5B17B}"/>
                  </a:ext>
                </a:extLst>
              </p:cNvPr>
              <p:cNvSpPr/>
              <p:nvPr/>
            </p:nvSpPr>
            <p:spPr>
              <a:xfrm>
                <a:off x="5874734" y="2712814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2" name="Google Shape;3982;p29">
                <a:extLst>
                  <a:ext uri="{FF2B5EF4-FFF2-40B4-BE49-F238E27FC236}">
                    <a16:creationId xmlns:a16="http://schemas.microsoft.com/office/drawing/2014/main" id="{547BDA41-46D0-F8BC-F1B6-B1F51847AE02}"/>
                  </a:ext>
                </a:extLst>
              </p:cNvPr>
              <p:cNvSpPr/>
              <p:nvPr/>
            </p:nvSpPr>
            <p:spPr>
              <a:xfrm>
                <a:off x="5956554" y="2631757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3" name="Google Shape;3983;p29">
                <a:extLst>
                  <a:ext uri="{FF2B5EF4-FFF2-40B4-BE49-F238E27FC236}">
                    <a16:creationId xmlns:a16="http://schemas.microsoft.com/office/drawing/2014/main" id="{F00F8193-AB3F-3555-C872-2D5915D4359B}"/>
                  </a:ext>
                </a:extLst>
              </p:cNvPr>
              <p:cNvSpPr/>
              <p:nvPr/>
            </p:nvSpPr>
            <p:spPr>
              <a:xfrm>
                <a:off x="6038278" y="2550699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4" name="Google Shape;3984;p29">
                <a:extLst>
                  <a:ext uri="{FF2B5EF4-FFF2-40B4-BE49-F238E27FC236}">
                    <a16:creationId xmlns:a16="http://schemas.microsoft.com/office/drawing/2014/main" id="{0E6ED794-CB00-17D2-0261-2FE4BB589FF8}"/>
                  </a:ext>
                </a:extLst>
              </p:cNvPr>
              <p:cNvSpPr/>
              <p:nvPr/>
            </p:nvSpPr>
            <p:spPr>
              <a:xfrm>
                <a:off x="6120193" y="2469832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5" name="Google Shape;3985;p29">
                <a:extLst>
                  <a:ext uri="{FF2B5EF4-FFF2-40B4-BE49-F238E27FC236}">
                    <a16:creationId xmlns:a16="http://schemas.microsoft.com/office/drawing/2014/main" id="{CF2EA631-4F47-6E51-BBF5-7CD229063478}"/>
                  </a:ext>
                </a:extLst>
              </p:cNvPr>
              <p:cNvSpPr/>
              <p:nvPr/>
            </p:nvSpPr>
            <p:spPr>
              <a:xfrm>
                <a:off x="6202013" y="238867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6" name="Google Shape;3986;p29">
                <a:extLst>
                  <a:ext uri="{FF2B5EF4-FFF2-40B4-BE49-F238E27FC236}">
                    <a16:creationId xmlns:a16="http://schemas.microsoft.com/office/drawing/2014/main" id="{C88F21F6-E724-BB5A-DFA6-7DD3ADCF4F6C}"/>
                  </a:ext>
                </a:extLst>
              </p:cNvPr>
              <p:cNvSpPr/>
              <p:nvPr/>
            </p:nvSpPr>
            <p:spPr>
              <a:xfrm>
                <a:off x="6283833" y="2307716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7" name="Google Shape;3987;p29">
                <a:extLst>
                  <a:ext uri="{FF2B5EF4-FFF2-40B4-BE49-F238E27FC236}">
                    <a16:creationId xmlns:a16="http://schemas.microsoft.com/office/drawing/2014/main" id="{55277746-B90B-DDF9-313C-2B7BFEA27F1C}"/>
                  </a:ext>
                </a:extLst>
              </p:cNvPr>
              <p:cNvSpPr/>
              <p:nvPr/>
            </p:nvSpPr>
            <p:spPr>
              <a:xfrm>
                <a:off x="6365652" y="2226658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8" name="Google Shape;3988;p29">
                <a:extLst>
                  <a:ext uri="{FF2B5EF4-FFF2-40B4-BE49-F238E27FC236}">
                    <a16:creationId xmlns:a16="http://schemas.microsoft.com/office/drawing/2014/main" id="{B3935013-C4C4-1279-1B8D-C8D1A84F8E66}"/>
                  </a:ext>
                </a:extLst>
              </p:cNvPr>
              <p:cNvSpPr/>
              <p:nvPr/>
            </p:nvSpPr>
            <p:spPr>
              <a:xfrm>
                <a:off x="6447377" y="2145601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1" y="0"/>
                      <a:pt x="15430" y="3429"/>
                      <a:pt x="15430" y="7715"/>
                    </a:cubicBezTo>
                    <a:cubicBezTo>
                      <a:pt x="15430" y="12001"/>
                      <a:pt x="12001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9" name="Google Shape;3989;p29">
                <a:extLst>
                  <a:ext uri="{FF2B5EF4-FFF2-40B4-BE49-F238E27FC236}">
                    <a16:creationId xmlns:a16="http://schemas.microsoft.com/office/drawing/2014/main" id="{32DFE909-E140-5928-A2AD-FEA54CA8181B}"/>
                  </a:ext>
                </a:extLst>
              </p:cNvPr>
              <p:cNvSpPr/>
              <p:nvPr/>
            </p:nvSpPr>
            <p:spPr>
              <a:xfrm>
                <a:off x="6529292" y="2064638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0" name="Google Shape;3990;p29">
                <a:extLst>
                  <a:ext uri="{FF2B5EF4-FFF2-40B4-BE49-F238E27FC236}">
                    <a16:creationId xmlns:a16="http://schemas.microsoft.com/office/drawing/2014/main" id="{9F70B149-840C-8DE8-A372-464450A36197}"/>
                  </a:ext>
                </a:extLst>
              </p:cNvPr>
              <p:cNvSpPr/>
              <p:nvPr/>
            </p:nvSpPr>
            <p:spPr>
              <a:xfrm>
                <a:off x="6611111" y="1983580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1" name="Google Shape;3991;p29">
                <a:extLst>
                  <a:ext uri="{FF2B5EF4-FFF2-40B4-BE49-F238E27FC236}">
                    <a16:creationId xmlns:a16="http://schemas.microsoft.com/office/drawing/2014/main" id="{81B55144-FDD7-3981-DE45-09BBF565A72D}"/>
                  </a:ext>
                </a:extLst>
              </p:cNvPr>
              <p:cNvSpPr/>
              <p:nvPr/>
            </p:nvSpPr>
            <p:spPr>
              <a:xfrm>
                <a:off x="6692931" y="190252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2" name="Google Shape;3992;p29">
                <a:extLst>
                  <a:ext uri="{FF2B5EF4-FFF2-40B4-BE49-F238E27FC236}">
                    <a16:creationId xmlns:a16="http://schemas.microsoft.com/office/drawing/2014/main" id="{B8927C06-EC3F-4D66-82FF-B75A55E2CD0A}"/>
                  </a:ext>
                </a:extLst>
              </p:cNvPr>
              <p:cNvSpPr/>
              <p:nvPr/>
            </p:nvSpPr>
            <p:spPr>
              <a:xfrm>
                <a:off x="6774751" y="1821465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3" name="Google Shape;3993;p29">
                <a:extLst>
                  <a:ext uri="{FF2B5EF4-FFF2-40B4-BE49-F238E27FC236}">
                    <a16:creationId xmlns:a16="http://schemas.microsoft.com/office/drawing/2014/main" id="{401E6907-D244-308F-8656-43CC7029D4C4}"/>
                  </a:ext>
                </a:extLst>
              </p:cNvPr>
              <p:cNvSpPr/>
              <p:nvPr/>
            </p:nvSpPr>
            <p:spPr>
              <a:xfrm>
                <a:off x="6856571" y="1740598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6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4" name="Google Shape;3994;p29">
                <a:extLst>
                  <a:ext uri="{FF2B5EF4-FFF2-40B4-BE49-F238E27FC236}">
                    <a16:creationId xmlns:a16="http://schemas.microsoft.com/office/drawing/2014/main" id="{3F8286E0-B096-FF71-B9A7-C43BB2522204}"/>
                  </a:ext>
                </a:extLst>
              </p:cNvPr>
              <p:cNvSpPr/>
              <p:nvPr/>
            </p:nvSpPr>
            <p:spPr>
              <a:xfrm>
                <a:off x="6938391" y="1659540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5" name="Google Shape;3995;p29">
                <a:extLst>
                  <a:ext uri="{FF2B5EF4-FFF2-40B4-BE49-F238E27FC236}">
                    <a16:creationId xmlns:a16="http://schemas.microsoft.com/office/drawing/2014/main" id="{48F5062D-07F3-E515-41E3-C495D35D5763}"/>
                  </a:ext>
                </a:extLst>
              </p:cNvPr>
              <p:cNvSpPr/>
              <p:nvPr/>
            </p:nvSpPr>
            <p:spPr>
              <a:xfrm>
                <a:off x="7020210" y="1578482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6" name="Google Shape;3996;p29">
                <a:extLst>
                  <a:ext uri="{FF2B5EF4-FFF2-40B4-BE49-F238E27FC236}">
                    <a16:creationId xmlns:a16="http://schemas.microsoft.com/office/drawing/2014/main" id="{43EE9BF7-CDCB-9A31-37E1-53809EE8CFE7}"/>
                  </a:ext>
                </a:extLst>
              </p:cNvPr>
              <p:cNvSpPr/>
              <p:nvPr/>
            </p:nvSpPr>
            <p:spPr>
              <a:xfrm>
                <a:off x="7102030" y="1497424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7" name="Google Shape;3997;p29">
                <a:extLst>
                  <a:ext uri="{FF2B5EF4-FFF2-40B4-BE49-F238E27FC236}">
                    <a16:creationId xmlns:a16="http://schemas.microsoft.com/office/drawing/2014/main" id="{7257A9B2-B711-3C9D-CE53-4B3A7097541E}"/>
                  </a:ext>
                </a:extLst>
              </p:cNvPr>
              <p:cNvSpPr/>
              <p:nvPr/>
            </p:nvSpPr>
            <p:spPr>
              <a:xfrm>
                <a:off x="7183945" y="1416557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8" name="Google Shape;3998;p29">
                <a:extLst>
                  <a:ext uri="{FF2B5EF4-FFF2-40B4-BE49-F238E27FC236}">
                    <a16:creationId xmlns:a16="http://schemas.microsoft.com/office/drawing/2014/main" id="{85C80F96-055B-1CE1-0FD8-A3D7D90E0944}"/>
                  </a:ext>
                </a:extLst>
              </p:cNvPr>
              <p:cNvSpPr/>
              <p:nvPr/>
            </p:nvSpPr>
            <p:spPr>
              <a:xfrm>
                <a:off x="7265669" y="1335499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9" name="Google Shape;3999;p29">
                <a:extLst>
                  <a:ext uri="{FF2B5EF4-FFF2-40B4-BE49-F238E27FC236}">
                    <a16:creationId xmlns:a16="http://schemas.microsoft.com/office/drawing/2014/main" id="{58A65BC2-CF4D-2105-4C57-F45C77EA05F3}"/>
                  </a:ext>
                </a:extLst>
              </p:cNvPr>
              <p:cNvSpPr/>
              <p:nvPr/>
            </p:nvSpPr>
            <p:spPr>
              <a:xfrm>
                <a:off x="7347489" y="1254441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0" name="Google Shape;4000;p29">
                <a:extLst>
                  <a:ext uri="{FF2B5EF4-FFF2-40B4-BE49-F238E27FC236}">
                    <a16:creationId xmlns:a16="http://schemas.microsoft.com/office/drawing/2014/main" id="{5D0CF50D-7D8F-3956-3D1F-83D2C6E0AB5D}"/>
                  </a:ext>
                </a:extLst>
              </p:cNvPr>
              <p:cNvSpPr/>
              <p:nvPr/>
            </p:nvSpPr>
            <p:spPr>
              <a:xfrm>
                <a:off x="7429309" y="1173384"/>
                <a:ext cx="5714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01" name="Google Shape;4001;p29">
              <a:extLst>
                <a:ext uri="{FF2B5EF4-FFF2-40B4-BE49-F238E27FC236}">
                  <a16:creationId xmlns:a16="http://schemas.microsoft.com/office/drawing/2014/main" id="{CF8C32EA-7994-0692-A417-49F7BE3FD5F0}"/>
                </a:ext>
              </a:extLst>
            </p:cNvPr>
            <p:cNvGrpSpPr/>
            <p:nvPr/>
          </p:nvGrpSpPr>
          <p:grpSpPr>
            <a:xfrm>
              <a:off x="3835812" y="1179289"/>
              <a:ext cx="3443001" cy="3443097"/>
              <a:chOff x="3835812" y="1179289"/>
              <a:chExt cx="3443001" cy="3443097"/>
            </a:xfrm>
          </p:grpSpPr>
          <p:sp>
            <p:nvSpPr>
              <p:cNvPr id="4002" name="Google Shape;4002;p29">
                <a:extLst>
                  <a:ext uri="{FF2B5EF4-FFF2-40B4-BE49-F238E27FC236}">
                    <a16:creationId xmlns:a16="http://schemas.microsoft.com/office/drawing/2014/main" id="{ED21286C-8251-CCAF-D397-D0DC8B459C56}"/>
                  </a:ext>
                </a:extLst>
              </p:cNvPr>
              <p:cNvSpPr/>
              <p:nvPr/>
            </p:nvSpPr>
            <p:spPr>
              <a:xfrm>
                <a:off x="3835812" y="4582000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3" name="Google Shape;4003;p29">
                <a:extLst>
                  <a:ext uri="{FF2B5EF4-FFF2-40B4-BE49-F238E27FC236}">
                    <a16:creationId xmlns:a16="http://schemas.microsoft.com/office/drawing/2014/main" id="{FB2D12CC-5405-0286-EA73-DBCB38A8771C}"/>
                  </a:ext>
                </a:extLst>
              </p:cNvPr>
              <p:cNvSpPr/>
              <p:nvPr/>
            </p:nvSpPr>
            <p:spPr>
              <a:xfrm>
                <a:off x="3917632" y="4500943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4" name="Google Shape;4004;p29">
                <a:extLst>
                  <a:ext uri="{FF2B5EF4-FFF2-40B4-BE49-F238E27FC236}">
                    <a16:creationId xmlns:a16="http://schemas.microsoft.com/office/drawing/2014/main" id="{BE6FB8D1-7ADE-71E3-DD11-DB4095624172}"/>
                  </a:ext>
                </a:extLst>
              </p:cNvPr>
              <p:cNvSpPr/>
              <p:nvPr/>
            </p:nvSpPr>
            <p:spPr>
              <a:xfrm>
                <a:off x="3999452" y="442007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5" name="Google Shape;4005;p29">
                <a:extLst>
                  <a:ext uri="{FF2B5EF4-FFF2-40B4-BE49-F238E27FC236}">
                    <a16:creationId xmlns:a16="http://schemas.microsoft.com/office/drawing/2014/main" id="{61748EE3-AFF0-9F81-0A71-12F86AF292B9}"/>
                  </a:ext>
                </a:extLst>
              </p:cNvPr>
              <p:cNvSpPr/>
              <p:nvPr/>
            </p:nvSpPr>
            <p:spPr>
              <a:xfrm>
                <a:off x="4081271" y="433901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6" name="Google Shape;4006;p29">
                <a:extLst>
                  <a:ext uri="{FF2B5EF4-FFF2-40B4-BE49-F238E27FC236}">
                    <a16:creationId xmlns:a16="http://schemas.microsoft.com/office/drawing/2014/main" id="{19DC681E-D330-93E3-D2CA-222D31C94EC2}"/>
                  </a:ext>
                </a:extLst>
              </p:cNvPr>
              <p:cNvSpPr/>
              <p:nvPr/>
            </p:nvSpPr>
            <p:spPr>
              <a:xfrm>
                <a:off x="4163091" y="4257864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7" name="Google Shape;4007;p29">
                <a:extLst>
                  <a:ext uri="{FF2B5EF4-FFF2-40B4-BE49-F238E27FC236}">
                    <a16:creationId xmlns:a16="http://schemas.microsoft.com/office/drawing/2014/main" id="{3988D27B-9132-6BA1-DF80-2795282A2D4F}"/>
                  </a:ext>
                </a:extLst>
              </p:cNvPr>
              <p:cNvSpPr/>
              <p:nvPr/>
            </p:nvSpPr>
            <p:spPr>
              <a:xfrm>
                <a:off x="4244911" y="417680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8" name="Google Shape;4008;p29">
                <a:extLst>
                  <a:ext uri="{FF2B5EF4-FFF2-40B4-BE49-F238E27FC236}">
                    <a16:creationId xmlns:a16="http://schemas.microsoft.com/office/drawing/2014/main" id="{31EDB7C4-A52C-26A2-0F77-4B9F19B128C7}"/>
                  </a:ext>
                </a:extLst>
              </p:cNvPr>
              <p:cNvSpPr/>
              <p:nvPr/>
            </p:nvSpPr>
            <p:spPr>
              <a:xfrm>
                <a:off x="4326826" y="4095939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7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9" name="Google Shape;4009;p29">
                <a:extLst>
                  <a:ext uri="{FF2B5EF4-FFF2-40B4-BE49-F238E27FC236}">
                    <a16:creationId xmlns:a16="http://schemas.microsoft.com/office/drawing/2014/main" id="{B2537798-9281-7E16-0928-B6D779DDFBBD}"/>
                  </a:ext>
                </a:extLst>
              </p:cNvPr>
              <p:cNvSpPr/>
              <p:nvPr/>
            </p:nvSpPr>
            <p:spPr>
              <a:xfrm>
                <a:off x="4408551" y="4014882"/>
                <a:ext cx="34671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1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1" y="0"/>
                      <a:pt x="34671" y="7810"/>
                      <a:pt x="34671" y="17335"/>
                    </a:cubicBezTo>
                    <a:cubicBezTo>
                      <a:pt x="34671" y="26860"/>
                      <a:pt x="26861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0" name="Google Shape;4010;p29">
                <a:extLst>
                  <a:ext uri="{FF2B5EF4-FFF2-40B4-BE49-F238E27FC236}">
                    <a16:creationId xmlns:a16="http://schemas.microsoft.com/office/drawing/2014/main" id="{3EDCDCDA-B848-8F69-5284-E1554B9D4C86}"/>
                  </a:ext>
                </a:extLst>
              </p:cNvPr>
              <p:cNvSpPr/>
              <p:nvPr/>
            </p:nvSpPr>
            <p:spPr>
              <a:xfrm>
                <a:off x="4490370" y="3933824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1" name="Google Shape;4011;p29">
                <a:extLst>
                  <a:ext uri="{FF2B5EF4-FFF2-40B4-BE49-F238E27FC236}">
                    <a16:creationId xmlns:a16="http://schemas.microsoft.com/office/drawing/2014/main" id="{8D4832B8-8642-0A39-26DB-27CC72EA29FC}"/>
                  </a:ext>
                </a:extLst>
              </p:cNvPr>
              <p:cNvSpPr/>
              <p:nvPr/>
            </p:nvSpPr>
            <p:spPr>
              <a:xfrm>
                <a:off x="4572190" y="3852862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2" name="Google Shape;4012;p29">
                <a:extLst>
                  <a:ext uri="{FF2B5EF4-FFF2-40B4-BE49-F238E27FC236}">
                    <a16:creationId xmlns:a16="http://schemas.microsoft.com/office/drawing/2014/main" id="{7B6554D8-D00F-686D-DC67-1B20055B0DB7}"/>
                  </a:ext>
                </a:extLst>
              </p:cNvPr>
              <p:cNvSpPr/>
              <p:nvPr/>
            </p:nvSpPr>
            <p:spPr>
              <a:xfrm>
                <a:off x="4654010" y="3771804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3" name="Google Shape;4013;p29">
                <a:extLst>
                  <a:ext uri="{FF2B5EF4-FFF2-40B4-BE49-F238E27FC236}">
                    <a16:creationId xmlns:a16="http://schemas.microsoft.com/office/drawing/2014/main" id="{FDFA607B-84D8-187D-D0C6-F3DEC4F6B2C3}"/>
                  </a:ext>
                </a:extLst>
              </p:cNvPr>
              <p:cNvSpPr/>
              <p:nvPr/>
            </p:nvSpPr>
            <p:spPr>
              <a:xfrm>
                <a:off x="4735829" y="3690841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4" name="Google Shape;4014;p29">
                <a:extLst>
                  <a:ext uri="{FF2B5EF4-FFF2-40B4-BE49-F238E27FC236}">
                    <a16:creationId xmlns:a16="http://schemas.microsoft.com/office/drawing/2014/main" id="{B93308EE-30ED-4901-B922-F644364FFA82}"/>
                  </a:ext>
                </a:extLst>
              </p:cNvPr>
              <p:cNvSpPr/>
              <p:nvPr/>
            </p:nvSpPr>
            <p:spPr>
              <a:xfrm>
                <a:off x="4817649" y="3609784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5" name="Google Shape;4015;p29">
                <a:extLst>
                  <a:ext uri="{FF2B5EF4-FFF2-40B4-BE49-F238E27FC236}">
                    <a16:creationId xmlns:a16="http://schemas.microsoft.com/office/drawing/2014/main" id="{A29681AA-349B-123D-B420-36DE37809D1B}"/>
                  </a:ext>
                </a:extLst>
              </p:cNvPr>
              <p:cNvSpPr/>
              <p:nvPr/>
            </p:nvSpPr>
            <p:spPr>
              <a:xfrm>
                <a:off x="4899469" y="3528726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6" name="Google Shape;4016;p29">
                <a:extLst>
                  <a:ext uri="{FF2B5EF4-FFF2-40B4-BE49-F238E27FC236}">
                    <a16:creationId xmlns:a16="http://schemas.microsoft.com/office/drawing/2014/main" id="{94572F4E-A204-8C8C-1EB1-ADF8E26165B1}"/>
                  </a:ext>
                </a:extLst>
              </p:cNvPr>
              <p:cNvSpPr/>
              <p:nvPr/>
            </p:nvSpPr>
            <p:spPr>
              <a:xfrm>
                <a:off x="4981289" y="3447668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69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69"/>
                      <a:pt x="22669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7" name="Google Shape;4017;p29">
                <a:extLst>
                  <a:ext uri="{FF2B5EF4-FFF2-40B4-BE49-F238E27FC236}">
                    <a16:creationId xmlns:a16="http://schemas.microsoft.com/office/drawing/2014/main" id="{0A015424-8EFE-4B62-2041-F1B2DBFC05B7}"/>
                  </a:ext>
                </a:extLst>
              </p:cNvPr>
              <p:cNvSpPr/>
              <p:nvPr/>
            </p:nvSpPr>
            <p:spPr>
              <a:xfrm>
                <a:off x="5063204" y="3366801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8" name="Google Shape;4018;p29">
                <a:extLst>
                  <a:ext uri="{FF2B5EF4-FFF2-40B4-BE49-F238E27FC236}">
                    <a16:creationId xmlns:a16="http://schemas.microsoft.com/office/drawing/2014/main" id="{E777A494-ED2E-E7B8-0375-1D5E62802891}"/>
                  </a:ext>
                </a:extLst>
              </p:cNvPr>
              <p:cNvSpPr/>
              <p:nvPr/>
            </p:nvSpPr>
            <p:spPr>
              <a:xfrm>
                <a:off x="5144928" y="3285743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9" name="Google Shape;4019;p29">
                <a:extLst>
                  <a:ext uri="{FF2B5EF4-FFF2-40B4-BE49-F238E27FC236}">
                    <a16:creationId xmlns:a16="http://schemas.microsoft.com/office/drawing/2014/main" id="{EE8E935A-C0E1-2174-692E-FC0B9193B392}"/>
                  </a:ext>
                </a:extLst>
              </p:cNvPr>
              <p:cNvSpPr/>
              <p:nvPr/>
            </p:nvSpPr>
            <p:spPr>
              <a:xfrm>
                <a:off x="5226748" y="3204685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0" name="Google Shape;4020;p29">
                <a:extLst>
                  <a:ext uri="{FF2B5EF4-FFF2-40B4-BE49-F238E27FC236}">
                    <a16:creationId xmlns:a16="http://schemas.microsoft.com/office/drawing/2014/main" id="{274F1CFD-A862-C5E9-A4C4-1A57594C1F3A}"/>
                  </a:ext>
                </a:extLst>
              </p:cNvPr>
              <p:cNvSpPr/>
              <p:nvPr/>
            </p:nvSpPr>
            <p:spPr>
              <a:xfrm>
                <a:off x="5308568" y="3123628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1" name="Google Shape;4021;p29">
                <a:extLst>
                  <a:ext uri="{FF2B5EF4-FFF2-40B4-BE49-F238E27FC236}">
                    <a16:creationId xmlns:a16="http://schemas.microsoft.com/office/drawing/2014/main" id="{E7F7DC97-F5CC-E05B-73C5-321E2E4CFFC2}"/>
                  </a:ext>
                </a:extLst>
              </p:cNvPr>
              <p:cNvSpPr/>
              <p:nvPr/>
            </p:nvSpPr>
            <p:spPr>
              <a:xfrm>
                <a:off x="5390483" y="3042760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2" name="Google Shape;4022;p29">
                <a:extLst>
                  <a:ext uri="{FF2B5EF4-FFF2-40B4-BE49-F238E27FC236}">
                    <a16:creationId xmlns:a16="http://schemas.microsoft.com/office/drawing/2014/main" id="{8F965C1B-0C5A-5D0C-6737-7DFFC65CF1A4}"/>
                  </a:ext>
                </a:extLst>
              </p:cNvPr>
              <p:cNvSpPr/>
              <p:nvPr/>
            </p:nvSpPr>
            <p:spPr>
              <a:xfrm>
                <a:off x="5472303" y="296170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3" name="Google Shape;4023;p29">
                <a:extLst>
                  <a:ext uri="{FF2B5EF4-FFF2-40B4-BE49-F238E27FC236}">
                    <a16:creationId xmlns:a16="http://schemas.microsoft.com/office/drawing/2014/main" id="{A63E8665-7F3A-D058-8293-D0281DE61854}"/>
                  </a:ext>
                </a:extLst>
              </p:cNvPr>
              <p:cNvSpPr/>
              <p:nvPr/>
            </p:nvSpPr>
            <p:spPr>
              <a:xfrm>
                <a:off x="5554027" y="288064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4" name="Google Shape;4024;p29">
                <a:extLst>
                  <a:ext uri="{FF2B5EF4-FFF2-40B4-BE49-F238E27FC236}">
                    <a16:creationId xmlns:a16="http://schemas.microsoft.com/office/drawing/2014/main" id="{CC3F357F-E4F9-3ADA-85F9-B5D222495992}"/>
                  </a:ext>
                </a:extLst>
              </p:cNvPr>
              <p:cNvSpPr/>
              <p:nvPr/>
            </p:nvSpPr>
            <p:spPr>
              <a:xfrm>
                <a:off x="5635847" y="279958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5" name="Google Shape;4025;p29">
                <a:extLst>
                  <a:ext uri="{FF2B5EF4-FFF2-40B4-BE49-F238E27FC236}">
                    <a16:creationId xmlns:a16="http://schemas.microsoft.com/office/drawing/2014/main" id="{EC4EEFBD-30B6-7EA4-9F8A-B932F423C431}"/>
                  </a:ext>
                </a:extLst>
              </p:cNvPr>
              <p:cNvSpPr/>
              <p:nvPr/>
            </p:nvSpPr>
            <p:spPr>
              <a:xfrm>
                <a:off x="5717762" y="2718720"/>
                <a:ext cx="21717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9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9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6" name="Google Shape;4026;p29">
                <a:extLst>
                  <a:ext uri="{FF2B5EF4-FFF2-40B4-BE49-F238E27FC236}">
                    <a16:creationId xmlns:a16="http://schemas.microsoft.com/office/drawing/2014/main" id="{7DEEC9EC-4D9D-1F39-9902-2AE225BC3DCB}"/>
                  </a:ext>
                </a:extLst>
              </p:cNvPr>
              <p:cNvSpPr/>
              <p:nvPr/>
            </p:nvSpPr>
            <p:spPr>
              <a:xfrm>
                <a:off x="5799582" y="263766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7" name="Google Shape;4027;p29">
                <a:extLst>
                  <a:ext uri="{FF2B5EF4-FFF2-40B4-BE49-F238E27FC236}">
                    <a16:creationId xmlns:a16="http://schemas.microsoft.com/office/drawing/2014/main" id="{723B2EEF-547C-CEEE-380D-D580FBC4C36E}"/>
                  </a:ext>
                </a:extLst>
              </p:cNvPr>
              <p:cNvSpPr/>
              <p:nvPr/>
            </p:nvSpPr>
            <p:spPr>
              <a:xfrm>
                <a:off x="5881401" y="2556604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8" name="Google Shape;4028;p29">
                <a:extLst>
                  <a:ext uri="{FF2B5EF4-FFF2-40B4-BE49-F238E27FC236}">
                    <a16:creationId xmlns:a16="http://schemas.microsoft.com/office/drawing/2014/main" id="{E7D1ADC3-06C8-561F-42CB-071ACBECF7D6}"/>
                  </a:ext>
                </a:extLst>
              </p:cNvPr>
              <p:cNvSpPr/>
              <p:nvPr/>
            </p:nvSpPr>
            <p:spPr>
              <a:xfrm>
                <a:off x="5963126" y="2475546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9" name="Google Shape;4029;p29">
                <a:extLst>
                  <a:ext uri="{FF2B5EF4-FFF2-40B4-BE49-F238E27FC236}">
                    <a16:creationId xmlns:a16="http://schemas.microsoft.com/office/drawing/2014/main" id="{86DF7DB0-51E9-75B3-EB74-B708B3BBD1F4}"/>
                  </a:ext>
                </a:extLst>
              </p:cNvPr>
              <p:cNvSpPr/>
              <p:nvPr/>
            </p:nvSpPr>
            <p:spPr>
              <a:xfrm>
                <a:off x="6045041" y="2394584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0" name="Google Shape;4030;p29">
                <a:extLst>
                  <a:ext uri="{FF2B5EF4-FFF2-40B4-BE49-F238E27FC236}">
                    <a16:creationId xmlns:a16="http://schemas.microsoft.com/office/drawing/2014/main" id="{64D39384-6385-F547-7DCF-B71EBEDCD986}"/>
                  </a:ext>
                </a:extLst>
              </p:cNvPr>
              <p:cNvSpPr/>
              <p:nvPr/>
            </p:nvSpPr>
            <p:spPr>
              <a:xfrm>
                <a:off x="6126861" y="231362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0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1" name="Google Shape;4031;p29">
                <a:extLst>
                  <a:ext uri="{FF2B5EF4-FFF2-40B4-BE49-F238E27FC236}">
                    <a16:creationId xmlns:a16="http://schemas.microsoft.com/office/drawing/2014/main" id="{90DDAE04-EFC7-EDAA-7E37-8A92D4871FC2}"/>
                  </a:ext>
                </a:extLst>
              </p:cNvPr>
              <p:cNvSpPr/>
              <p:nvPr/>
            </p:nvSpPr>
            <p:spPr>
              <a:xfrm>
                <a:off x="6208680" y="223256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2" name="Google Shape;4032;p29">
                <a:extLst>
                  <a:ext uri="{FF2B5EF4-FFF2-40B4-BE49-F238E27FC236}">
                    <a16:creationId xmlns:a16="http://schemas.microsoft.com/office/drawing/2014/main" id="{33C55B75-D9F3-97BD-B265-D75AB134A999}"/>
                  </a:ext>
                </a:extLst>
              </p:cNvPr>
              <p:cNvSpPr/>
              <p:nvPr/>
            </p:nvSpPr>
            <p:spPr>
              <a:xfrm>
                <a:off x="6290500" y="2151506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19" y="16193"/>
                      <a:pt x="0" y="12573"/>
                      <a:pt x="0" y="8096"/>
                    </a:cubicBezTo>
                    <a:cubicBezTo>
                      <a:pt x="0" y="3620"/>
                      <a:pt x="3619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3" name="Google Shape;4033;p29">
                <a:extLst>
                  <a:ext uri="{FF2B5EF4-FFF2-40B4-BE49-F238E27FC236}">
                    <a16:creationId xmlns:a16="http://schemas.microsoft.com/office/drawing/2014/main" id="{F1B9C936-45A3-0283-2227-C05749AB6759}"/>
                  </a:ext>
                </a:extLst>
              </p:cNvPr>
              <p:cNvSpPr/>
              <p:nvPr/>
            </p:nvSpPr>
            <p:spPr>
              <a:xfrm>
                <a:off x="6372225" y="2070448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4" name="Google Shape;4034;p29">
                <a:extLst>
                  <a:ext uri="{FF2B5EF4-FFF2-40B4-BE49-F238E27FC236}">
                    <a16:creationId xmlns:a16="http://schemas.microsoft.com/office/drawing/2014/main" id="{1ABC76D5-D58D-95CC-33B3-BF44A13F43B0}"/>
                  </a:ext>
                </a:extLst>
              </p:cNvPr>
              <p:cNvSpPr/>
              <p:nvPr/>
            </p:nvSpPr>
            <p:spPr>
              <a:xfrm>
                <a:off x="6454140" y="1989581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5" name="Google Shape;4035;p29">
                <a:extLst>
                  <a:ext uri="{FF2B5EF4-FFF2-40B4-BE49-F238E27FC236}">
                    <a16:creationId xmlns:a16="http://schemas.microsoft.com/office/drawing/2014/main" id="{DAF05405-A348-85F1-C065-F4C29EC214E9}"/>
                  </a:ext>
                </a:extLst>
              </p:cNvPr>
              <p:cNvSpPr/>
              <p:nvPr/>
            </p:nvSpPr>
            <p:spPr>
              <a:xfrm>
                <a:off x="6535959" y="1908428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6" name="Google Shape;4036;p29">
                <a:extLst>
                  <a:ext uri="{FF2B5EF4-FFF2-40B4-BE49-F238E27FC236}">
                    <a16:creationId xmlns:a16="http://schemas.microsoft.com/office/drawing/2014/main" id="{88877477-DC2C-8BD7-4436-633F88383EEE}"/>
                  </a:ext>
                </a:extLst>
              </p:cNvPr>
              <p:cNvSpPr/>
              <p:nvPr/>
            </p:nvSpPr>
            <p:spPr>
              <a:xfrm>
                <a:off x="6617779" y="1827370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7" name="Google Shape;4037;p29">
                <a:extLst>
                  <a:ext uri="{FF2B5EF4-FFF2-40B4-BE49-F238E27FC236}">
                    <a16:creationId xmlns:a16="http://schemas.microsoft.com/office/drawing/2014/main" id="{13D3EE1F-E00F-8ED3-25F1-EF3EF115C7E8}"/>
                  </a:ext>
                </a:extLst>
              </p:cNvPr>
              <p:cNvSpPr/>
              <p:nvPr/>
            </p:nvSpPr>
            <p:spPr>
              <a:xfrm>
                <a:off x="6699599" y="1746313"/>
                <a:ext cx="12191" cy="12192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2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8" name="Google Shape;4038;p29">
                <a:extLst>
                  <a:ext uri="{FF2B5EF4-FFF2-40B4-BE49-F238E27FC236}">
                    <a16:creationId xmlns:a16="http://schemas.microsoft.com/office/drawing/2014/main" id="{BC58E3D1-139E-2725-AE9A-10E2EE4B90B2}"/>
                  </a:ext>
                </a:extLst>
              </p:cNvPr>
              <p:cNvSpPr/>
              <p:nvPr/>
            </p:nvSpPr>
            <p:spPr>
              <a:xfrm>
                <a:off x="6781418" y="1665445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9" name="Google Shape;4039;p29">
                <a:extLst>
                  <a:ext uri="{FF2B5EF4-FFF2-40B4-BE49-F238E27FC236}">
                    <a16:creationId xmlns:a16="http://schemas.microsoft.com/office/drawing/2014/main" id="{076CE5E0-376C-3AFB-CBF9-84DDBD844D0D}"/>
                  </a:ext>
                </a:extLst>
              </p:cNvPr>
              <p:cNvSpPr/>
              <p:nvPr/>
            </p:nvSpPr>
            <p:spPr>
              <a:xfrm>
                <a:off x="6863238" y="1584388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0" name="Google Shape;4040;p29">
                <a:extLst>
                  <a:ext uri="{FF2B5EF4-FFF2-40B4-BE49-F238E27FC236}">
                    <a16:creationId xmlns:a16="http://schemas.microsoft.com/office/drawing/2014/main" id="{70B468E2-3CE5-D30C-11E7-ADB7736429F6}"/>
                  </a:ext>
                </a:extLst>
              </p:cNvPr>
              <p:cNvSpPr/>
              <p:nvPr/>
            </p:nvSpPr>
            <p:spPr>
              <a:xfrm>
                <a:off x="6945058" y="1503330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1" name="Google Shape;4041;p29">
                <a:extLst>
                  <a:ext uri="{FF2B5EF4-FFF2-40B4-BE49-F238E27FC236}">
                    <a16:creationId xmlns:a16="http://schemas.microsoft.com/office/drawing/2014/main" id="{D3C81BE8-D79D-AFC6-5E51-8A7BC2F87A47}"/>
                  </a:ext>
                </a:extLst>
              </p:cNvPr>
              <p:cNvSpPr/>
              <p:nvPr/>
            </p:nvSpPr>
            <p:spPr>
              <a:xfrm>
                <a:off x="7026878" y="1422272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2" name="Google Shape;4042;p29">
                <a:extLst>
                  <a:ext uri="{FF2B5EF4-FFF2-40B4-BE49-F238E27FC236}">
                    <a16:creationId xmlns:a16="http://schemas.microsoft.com/office/drawing/2014/main" id="{414C5769-0E1C-2528-2029-694B6B1A57E7}"/>
                  </a:ext>
                </a:extLst>
              </p:cNvPr>
              <p:cNvSpPr/>
              <p:nvPr/>
            </p:nvSpPr>
            <p:spPr>
              <a:xfrm>
                <a:off x="7108793" y="1341405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3" name="Google Shape;4043;p29">
                <a:extLst>
                  <a:ext uri="{FF2B5EF4-FFF2-40B4-BE49-F238E27FC236}">
                    <a16:creationId xmlns:a16="http://schemas.microsoft.com/office/drawing/2014/main" id="{75476EDD-9774-1335-850E-95A21F6405DF}"/>
                  </a:ext>
                </a:extLst>
              </p:cNvPr>
              <p:cNvSpPr/>
              <p:nvPr/>
            </p:nvSpPr>
            <p:spPr>
              <a:xfrm>
                <a:off x="7190517" y="1260347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4" name="Google Shape;4044;p29">
                <a:extLst>
                  <a:ext uri="{FF2B5EF4-FFF2-40B4-BE49-F238E27FC236}">
                    <a16:creationId xmlns:a16="http://schemas.microsoft.com/office/drawing/2014/main" id="{81247D96-68C2-B773-67FE-683FDFD58C03}"/>
                  </a:ext>
                </a:extLst>
              </p:cNvPr>
              <p:cNvSpPr/>
              <p:nvPr/>
            </p:nvSpPr>
            <p:spPr>
              <a:xfrm>
                <a:off x="7272337" y="1179289"/>
                <a:ext cx="6476" cy="6476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6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45" name="Google Shape;4045;p29">
              <a:extLst>
                <a:ext uri="{FF2B5EF4-FFF2-40B4-BE49-F238E27FC236}">
                  <a16:creationId xmlns:a16="http://schemas.microsoft.com/office/drawing/2014/main" id="{FF51FDE0-BE38-55C3-263D-D4690B6DB2BB}"/>
                </a:ext>
              </a:extLst>
            </p:cNvPr>
            <p:cNvGrpSpPr/>
            <p:nvPr/>
          </p:nvGrpSpPr>
          <p:grpSpPr>
            <a:xfrm>
              <a:off x="3842480" y="1185195"/>
              <a:ext cx="3280124" cy="3280218"/>
              <a:chOff x="3842480" y="1185195"/>
              <a:chExt cx="3280124" cy="3280218"/>
            </a:xfrm>
          </p:grpSpPr>
          <p:sp>
            <p:nvSpPr>
              <p:cNvPr id="4046" name="Google Shape;4046;p29">
                <a:extLst>
                  <a:ext uri="{FF2B5EF4-FFF2-40B4-BE49-F238E27FC236}">
                    <a16:creationId xmlns:a16="http://schemas.microsoft.com/office/drawing/2014/main" id="{505ACF24-0CE9-4EB2-3057-6FC10164B73E}"/>
                  </a:ext>
                </a:extLst>
              </p:cNvPr>
              <p:cNvSpPr/>
              <p:nvPr/>
            </p:nvSpPr>
            <p:spPr>
              <a:xfrm>
                <a:off x="3842480" y="4425790"/>
                <a:ext cx="39624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3" extrusionOk="0">
                    <a:moveTo>
                      <a:pt x="39624" y="19812"/>
                    </a:moveTo>
                    <a:cubicBezTo>
                      <a:pt x="39624" y="30754"/>
                      <a:pt x="30754" y="39624"/>
                      <a:pt x="19812" y="39624"/>
                    </a:cubicBezTo>
                    <a:cubicBezTo>
                      <a:pt x="8870" y="39624"/>
                      <a:pt x="0" y="30754"/>
                      <a:pt x="0" y="19812"/>
                    </a:cubicBezTo>
                    <a:cubicBezTo>
                      <a:pt x="0" y="8870"/>
                      <a:pt x="8870" y="0"/>
                      <a:pt x="19812" y="0"/>
                    </a:cubicBezTo>
                    <a:cubicBezTo>
                      <a:pt x="30754" y="0"/>
                      <a:pt x="39624" y="8870"/>
                      <a:pt x="39624" y="198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7" name="Google Shape;4047;p29">
                <a:extLst>
                  <a:ext uri="{FF2B5EF4-FFF2-40B4-BE49-F238E27FC236}">
                    <a16:creationId xmlns:a16="http://schemas.microsoft.com/office/drawing/2014/main" id="{147FCEAD-82F1-0B72-DA30-AC4B3E38BF6E}"/>
                  </a:ext>
                </a:extLst>
              </p:cNvPr>
              <p:cNvSpPr/>
              <p:nvPr/>
            </p:nvSpPr>
            <p:spPr>
              <a:xfrm>
                <a:off x="3924300" y="4344923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8" name="Google Shape;4048;p29">
                <a:extLst>
                  <a:ext uri="{FF2B5EF4-FFF2-40B4-BE49-F238E27FC236}">
                    <a16:creationId xmlns:a16="http://schemas.microsoft.com/office/drawing/2014/main" id="{4FDB4F4E-A648-17FB-B028-52A8FF81273A}"/>
                  </a:ext>
                </a:extLst>
              </p:cNvPr>
              <p:cNvSpPr/>
              <p:nvPr/>
            </p:nvSpPr>
            <p:spPr>
              <a:xfrm>
                <a:off x="4006119" y="4263865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9" name="Google Shape;4049;p29">
                <a:extLst>
                  <a:ext uri="{FF2B5EF4-FFF2-40B4-BE49-F238E27FC236}">
                    <a16:creationId xmlns:a16="http://schemas.microsoft.com/office/drawing/2014/main" id="{3D2A6010-EDB9-5CE9-DA29-DA7E6CCD78B5}"/>
                  </a:ext>
                </a:extLst>
              </p:cNvPr>
              <p:cNvSpPr/>
              <p:nvPr/>
            </p:nvSpPr>
            <p:spPr>
              <a:xfrm>
                <a:off x="4087939" y="418280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0" name="Google Shape;4050;p29">
                <a:extLst>
                  <a:ext uri="{FF2B5EF4-FFF2-40B4-BE49-F238E27FC236}">
                    <a16:creationId xmlns:a16="http://schemas.microsoft.com/office/drawing/2014/main" id="{60C992E5-1CB8-8DCD-35EB-8CE476D4A6B3}"/>
                  </a:ext>
                </a:extLst>
              </p:cNvPr>
              <p:cNvSpPr/>
              <p:nvPr/>
            </p:nvSpPr>
            <p:spPr>
              <a:xfrm>
                <a:off x="4169759" y="410175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1" name="Google Shape;4051;p29">
                <a:extLst>
                  <a:ext uri="{FF2B5EF4-FFF2-40B4-BE49-F238E27FC236}">
                    <a16:creationId xmlns:a16="http://schemas.microsoft.com/office/drawing/2014/main" id="{60E287A8-44EA-1250-3536-1EC0A70FCE2C}"/>
                  </a:ext>
                </a:extLst>
              </p:cNvPr>
              <p:cNvSpPr/>
              <p:nvPr/>
            </p:nvSpPr>
            <p:spPr>
              <a:xfrm>
                <a:off x="4251674" y="4020787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2" name="Google Shape;4052;p29">
                <a:extLst>
                  <a:ext uri="{FF2B5EF4-FFF2-40B4-BE49-F238E27FC236}">
                    <a16:creationId xmlns:a16="http://schemas.microsoft.com/office/drawing/2014/main" id="{759D16D9-8D66-EC8D-0F40-6F56F9713EB9}"/>
                  </a:ext>
                </a:extLst>
              </p:cNvPr>
              <p:cNvSpPr/>
              <p:nvPr/>
            </p:nvSpPr>
            <p:spPr>
              <a:xfrm>
                <a:off x="4333398" y="3939729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3" name="Google Shape;4053;p29">
                <a:extLst>
                  <a:ext uri="{FF2B5EF4-FFF2-40B4-BE49-F238E27FC236}">
                    <a16:creationId xmlns:a16="http://schemas.microsoft.com/office/drawing/2014/main" id="{D32EF153-1D33-B395-7662-815DFC9979A6}"/>
                  </a:ext>
                </a:extLst>
              </p:cNvPr>
              <p:cNvSpPr/>
              <p:nvPr/>
            </p:nvSpPr>
            <p:spPr>
              <a:xfrm>
                <a:off x="4415218" y="3858672"/>
                <a:ext cx="33908" cy="33909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9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5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5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4" name="Google Shape;4054;p29">
                <a:extLst>
                  <a:ext uri="{FF2B5EF4-FFF2-40B4-BE49-F238E27FC236}">
                    <a16:creationId xmlns:a16="http://schemas.microsoft.com/office/drawing/2014/main" id="{F29B5341-3FD1-4AFC-AB14-2593752D6AA7}"/>
                  </a:ext>
                </a:extLst>
              </p:cNvPr>
              <p:cNvSpPr/>
              <p:nvPr/>
            </p:nvSpPr>
            <p:spPr>
              <a:xfrm>
                <a:off x="4497038" y="3777709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5" name="Google Shape;4055;p29">
                <a:extLst>
                  <a:ext uri="{FF2B5EF4-FFF2-40B4-BE49-F238E27FC236}">
                    <a16:creationId xmlns:a16="http://schemas.microsoft.com/office/drawing/2014/main" id="{BD2A0119-B125-DF3A-C93A-DA538186AF4D}"/>
                  </a:ext>
                </a:extLst>
              </p:cNvPr>
              <p:cNvSpPr/>
              <p:nvPr/>
            </p:nvSpPr>
            <p:spPr>
              <a:xfrm rot="-5391406">
                <a:off x="4578878" y="3696629"/>
                <a:ext cx="32385" cy="32385"/>
              </a:xfrm>
              <a:custGeom>
                <a:avLst/>
                <a:gdLst/>
                <a:ahLst/>
                <a:cxnLst/>
                <a:rect l="l" t="t" r="r" b="b"/>
                <a:pathLst>
                  <a:path w="32385" h="32385" extrusionOk="0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49"/>
                      <a:pt x="32385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6" name="Google Shape;4056;p29">
                <a:extLst>
                  <a:ext uri="{FF2B5EF4-FFF2-40B4-BE49-F238E27FC236}">
                    <a16:creationId xmlns:a16="http://schemas.microsoft.com/office/drawing/2014/main" id="{3B24F3D0-93E1-E907-D492-F1F1672AAB62}"/>
                  </a:ext>
                </a:extLst>
              </p:cNvPr>
              <p:cNvSpPr/>
              <p:nvPr/>
            </p:nvSpPr>
            <p:spPr>
              <a:xfrm>
                <a:off x="4660772" y="3615689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7" name="Google Shape;4057;p29">
                <a:extLst>
                  <a:ext uri="{FF2B5EF4-FFF2-40B4-BE49-F238E27FC236}">
                    <a16:creationId xmlns:a16="http://schemas.microsoft.com/office/drawing/2014/main" id="{36D429E4-5331-0953-3C4D-1E82FF57FEC9}"/>
                  </a:ext>
                </a:extLst>
              </p:cNvPr>
              <p:cNvSpPr/>
              <p:nvPr/>
            </p:nvSpPr>
            <p:spPr>
              <a:xfrm>
                <a:off x="4742497" y="3534631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8" name="Google Shape;4058;p29">
                <a:extLst>
                  <a:ext uri="{FF2B5EF4-FFF2-40B4-BE49-F238E27FC236}">
                    <a16:creationId xmlns:a16="http://schemas.microsoft.com/office/drawing/2014/main" id="{CE79CA14-3EB7-7EB3-6C27-28C980BCB0B0}"/>
                  </a:ext>
                </a:extLst>
              </p:cNvPr>
              <p:cNvSpPr/>
              <p:nvPr/>
            </p:nvSpPr>
            <p:spPr>
              <a:xfrm>
                <a:off x="4824317" y="3453574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9" name="Google Shape;4059;p29">
                <a:extLst>
                  <a:ext uri="{FF2B5EF4-FFF2-40B4-BE49-F238E27FC236}">
                    <a16:creationId xmlns:a16="http://schemas.microsoft.com/office/drawing/2014/main" id="{14377982-B477-CA9D-A730-6F69EB3D1E2F}"/>
                  </a:ext>
                </a:extLst>
              </p:cNvPr>
              <p:cNvSpPr/>
              <p:nvPr/>
            </p:nvSpPr>
            <p:spPr>
              <a:xfrm>
                <a:off x="4906137" y="337261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0" name="Google Shape;4060;p29">
                <a:extLst>
                  <a:ext uri="{FF2B5EF4-FFF2-40B4-BE49-F238E27FC236}">
                    <a16:creationId xmlns:a16="http://schemas.microsoft.com/office/drawing/2014/main" id="{7F08BEF8-D3F4-66FE-B347-0F0B7FAEB018}"/>
                  </a:ext>
                </a:extLst>
              </p:cNvPr>
              <p:cNvSpPr/>
              <p:nvPr/>
            </p:nvSpPr>
            <p:spPr>
              <a:xfrm>
                <a:off x="4988052" y="3291649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8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1" name="Google Shape;4061;p29">
                <a:extLst>
                  <a:ext uri="{FF2B5EF4-FFF2-40B4-BE49-F238E27FC236}">
                    <a16:creationId xmlns:a16="http://schemas.microsoft.com/office/drawing/2014/main" id="{D7C51CD9-A16A-EF03-356B-EB06CEF617F8}"/>
                  </a:ext>
                </a:extLst>
              </p:cNvPr>
              <p:cNvSpPr/>
              <p:nvPr/>
            </p:nvSpPr>
            <p:spPr>
              <a:xfrm>
                <a:off x="5069871" y="3210591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2" name="Google Shape;4062;p29">
                <a:extLst>
                  <a:ext uri="{FF2B5EF4-FFF2-40B4-BE49-F238E27FC236}">
                    <a16:creationId xmlns:a16="http://schemas.microsoft.com/office/drawing/2014/main" id="{1D72CFBB-F0F8-EE3E-F39F-9B2623DF8FF0}"/>
                  </a:ext>
                </a:extLst>
              </p:cNvPr>
              <p:cNvSpPr/>
              <p:nvPr/>
            </p:nvSpPr>
            <p:spPr>
              <a:xfrm>
                <a:off x="5151596" y="3129533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3" name="Google Shape;4063;p29">
                <a:extLst>
                  <a:ext uri="{FF2B5EF4-FFF2-40B4-BE49-F238E27FC236}">
                    <a16:creationId xmlns:a16="http://schemas.microsoft.com/office/drawing/2014/main" id="{E7C89025-AEA6-BA24-DC2E-159A2AF728E8}"/>
                  </a:ext>
                </a:extLst>
              </p:cNvPr>
              <p:cNvSpPr/>
              <p:nvPr/>
            </p:nvSpPr>
            <p:spPr>
              <a:xfrm>
                <a:off x="5233416" y="3048475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4" name="Google Shape;4064;p29">
                <a:extLst>
                  <a:ext uri="{FF2B5EF4-FFF2-40B4-BE49-F238E27FC236}">
                    <a16:creationId xmlns:a16="http://schemas.microsoft.com/office/drawing/2014/main" id="{D160E7F8-0AEE-D007-3F03-2F027CE5A9E8}"/>
                  </a:ext>
                </a:extLst>
              </p:cNvPr>
              <p:cNvSpPr/>
              <p:nvPr/>
            </p:nvSpPr>
            <p:spPr>
              <a:xfrm>
                <a:off x="5315330" y="2967608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5" name="Google Shape;4065;p29">
                <a:extLst>
                  <a:ext uri="{FF2B5EF4-FFF2-40B4-BE49-F238E27FC236}">
                    <a16:creationId xmlns:a16="http://schemas.microsoft.com/office/drawing/2014/main" id="{C04FEE82-BD21-2D1F-0B43-7745519FA4BB}"/>
                  </a:ext>
                </a:extLst>
              </p:cNvPr>
              <p:cNvSpPr/>
              <p:nvPr/>
            </p:nvSpPr>
            <p:spPr>
              <a:xfrm>
                <a:off x="5397150" y="2886550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6" name="Google Shape;4066;p29">
                <a:extLst>
                  <a:ext uri="{FF2B5EF4-FFF2-40B4-BE49-F238E27FC236}">
                    <a16:creationId xmlns:a16="http://schemas.microsoft.com/office/drawing/2014/main" id="{9EF83E15-B510-DD53-DA6E-6DF584339674}"/>
                  </a:ext>
                </a:extLst>
              </p:cNvPr>
              <p:cNvSpPr/>
              <p:nvPr/>
            </p:nvSpPr>
            <p:spPr>
              <a:xfrm>
                <a:off x="5478970" y="280549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7" name="Google Shape;4067;p29">
                <a:extLst>
                  <a:ext uri="{FF2B5EF4-FFF2-40B4-BE49-F238E27FC236}">
                    <a16:creationId xmlns:a16="http://schemas.microsoft.com/office/drawing/2014/main" id="{68F25662-86F4-2AC5-D970-A2271629E330}"/>
                  </a:ext>
                </a:extLst>
              </p:cNvPr>
              <p:cNvSpPr/>
              <p:nvPr/>
            </p:nvSpPr>
            <p:spPr>
              <a:xfrm>
                <a:off x="5560695" y="2724435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22669" y="11335"/>
                    </a:moveTo>
                    <a:cubicBezTo>
                      <a:pt x="22669" y="17595"/>
                      <a:pt x="17595" y="22670"/>
                      <a:pt x="11335" y="22670"/>
                    </a:cubicBezTo>
                    <a:cubicBezTo>
                      <a:pt x="5075" y="22670"/>
                      <a:pt x="0" y="17595"/>
                      <a:pt x="0" y="11335"/>
                    </a:cubicBezTo>
                    <a:cubicBezTo>
                      <a:pt x="0" y="5075"/>
                      <a:pt x="5075" y="0"/>
                      <a:pt x="11335" y="0"/>
                    </a:cubicBezTo>
                    <a:cubicBezTo>
                      <a:pt x="17595" y="0"/>
                      <a:pt x="22669" y="5075"/>
                      <a:pt x="22669" y="11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8" name="Google Shape;4068;p29">
                <a:extLst>
                  <a:ext uri="{FF2B5EF4-FFF2-40B4-BE49-F238E27FC236}">
                    <a16:creationId xmlns:a16="http://schemas.microsoft.com/office/drawing/2014/main" id="{3126C9E5-A8A3-8093-441C-4150C0750247}"/>
                  </a:ext>
                </a:extLst>
              </p:cNvPr>
              <p:cNvSpPr/>
              <p:nvPr/>
            </p:nvSpPr>
            <p:spPr>
              <a:xfrm>
                <a:off x="5642609" y="2643567"/>
                <a:ext cx="21716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9" name="Google Shape;4069;p29">
                <a:extLst>
                  <a:ext uri="{FF2B5EF4-FFF2-40B4-BE49-F238E27FC236}">
                    <a16:creationId xmlns:a16="http://schemas.microsoft.com/office/drawing/2014/main" id="{F85EB6E5-CA6E-FEE4-2469-A893417DAB53}"/>
                  </a:ext>
                </a:extLst>
              </p:cNvPr>
              <p:cNvSpPr/>
              <p:nvPr/>
            </p:nvSpPr>
            <p:spPr>
              <a:xfrm>
                <a:off x="5724429" y="256251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20955" y="10478"/>
                    </a:moveTo>
                    <a:cubicBezTo>
                      <a:pt x="20955" y="16264"/>
                      <a:pt x="16264" y="20955"/>
                      <a:pt x="10477" y="20955"/>
                    </a:cubicBezTo>
                    <a:cubicBezTo>
                      <a:pt x="4691" y="20955"/>
                      <a:pt x="0" y="16264"/>
                      <a:pt x="0" y="10478"/>
                    </a:cubicBezTo>
                    <a:cubicBezTo>
                      <a:pt x="0" y="4691"/>
                      <a:pt x="4691" y="0"/>
                      <a:pt x="10477" y="0"/>
                    </a:cubicBezTo>
                    <a:cubicBezTo>
                      <a:pt x="16264" y="0"/>
                      <a:pt x="20955" y="4691"/>
                      <a:pt x="20955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0" name="Google Shape;4070;p29">
                <a:extLst>
                  <a:ext uri="{FF2B5EF4-FFF2-40B4-BE49-F238E27FC236}">
                    <a16:creationId xmlns:a16="http://schemas.microsoft.com/office/drawing/2014/main" id="{D5D3EF40-6611-2A7E-ABE2-BC6A80CAFEB9}"/>
                  </a:ext>
                </a:extLst>
              </p:cNvPr>
              <p:cNvSpPr/>
              <p:nvPr/>
            </p:nvSpPr>
            <p:spPr>
              <a:xfrm>
                <a:off x="5806249" y="2481452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1" name="Google Shape;4071;p29">
                <a:extLst>
                  <a:ext uri="{FF2B5EF4-FFF2-40B4-BE49-F238E27FC236}">
                    <a16:creationId xmlns:a16="http://schemas.microsoft.com/office/drawing/2014/main" id="{059C0883-18E0-D624-C8C9-CB273374E716}"/>
                  </a:ext>
                </a:extLst>
              </p:cNvPr>
              <p:cNvSpPr/>
              <p:nvPr/>
            </p:nvSpPr>
            <p:spPr>
              <a:xfrm>
                <a:off x="5888069" y="2400394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50"/>
                      <a:pt x="0" y="9716"/>
                    </a:cubicBezTo>
                    <a:cubicBezTo>
                      <a:pt x="0" y="4382"/>
                      <a:pt x="4382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2" name="Google Shape;4072;p29">
                <a:extLst>
                  <a:ext uri="{FF2B5EF4-FFF2-40B4-BE49-F238E27FC236}">
                    <a16:creationId xmlns:a16="http://schemas.microsoft.com/office/drawing/2014/main" id="{ABB7FF54-D9A5-6255-C71D-B4D939ED5807}"/>
                  </a:ext>
                </a:extLst>
              </p:cNvPr>
              <p:cNvSpPr/>
              <p:nvPr/>
            </p:nvSpPr>
            <p:spPr>
              <a:xfrm>
                <a:off x="5969888" y="2319527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3" name="Google Shape;4073;p29">
                <a:extLst>
                  <a:ext uri="{FF2B5EF4-FFF2-40B4-BE49-F238E27FC236}">
                    <a16:creationId xmlns:a16="http://schemas.microsoft.com/office/drawing/2014/main" id="{CF3146B0-0650-526B-E2E1-3015681FD882}"/>
                  </a:ext>
                </a:extLst>
              </p:cNvPr>
              <p:cNvSpPr/>
              <p:nvPr/>
            </p:nvSpPr>
            <p:spPr>
              <a:xfrm>
                <a:off x="6051708" y="223846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7"/>
                      <a:pt x="8858" y="17717"/>
                    </a:cubicBezTo>
                    <a:cubicBezTo>
                      <a:pt x="3966" y="17717"/>
                      <a:pt x="0" y="13751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4" name="Google Shape;4074;p29">
                <a:extLst>
                  <a:ext uri="{FF2B5EF4-FFF2-40B4-BE49-F238E27FC236}">
                    <a16:creationId xmlns:a16="http://schemas.microsoft.com/office/drawing/2014/main" id="{AF89D18C-1A02-8B31-3CDB-7DB852A76D30}"/>
                  </a:ext>
                </a:extLst>
              </p:cNvPr>
              <p:cNvSpPr/>
              <p:nvPr/>
            </p:nvSpPr>
            <p:spPr>
              <a:xfrm>
                <a:off x="6133528" y="215741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5" name="Google Shape;4075;p29">
                <a:extLst>
                  <a:ext uri="{FF2B5EF4-FFF2-40B4-BE49-F238E27FC236}">
                    <a16:creationId xmlns:a16="http://schemas.microsoft.com/office/drawing/2014/main" id="{AA277A2E-A5C5-6EA6-0404-FB256D2A1098}"/>
                  </a:ext>
                </a:extLst>
              </p:cNvPr>
              <p:cNvSpPr/>
              <p:nvPr/>
            </p:nvSpPr>
            <p:spPr>
              <a:xfrm>
                <a:off x="6215348" y="207635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6" name="Google Shape;4076;p29">
                <a:extLst>
                  <a:ext uri="{FF2B5EF4-FFF2-40B4-BE49-F238E27FC236}">
                    <a16:creationId xmlns:a16="http://schemas.microsoft.com/office/drawing/2014/main" id="{468B46CC-5B3D-6E29-98C4-D0E00727927F}"/>
                  </a:ext>
                </a:extLst>
              </p:cNvPr>
              <p:cNvSpPr/>
              <p:nvPr/>
            </p:nvSpPr>
            <p:spPr>
              <a:xfrm>
                <a:off x="6297167" y="1995296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1"/>
                      <a:pt x="12002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7" name="Google Shape;4077;p29">
                <a:extLst>
                  <a:ext uri="{FF2B5EF4-FFF2-40B4-BE49-F238E27FC236}">
                    <a16:creationId xmlns:a16="http://schemas.microsoft.com/office/drawing/2014/main" id="{3DCBB276-9313-496D-4BDE-EDE4D4B6058D}"/>
                  </a:ext>
                </a:extLst>
              </p:cNvPr>
              <p:cNvSpPr/>
              <p:nvPr/>
            </p:nvSpPr>
            <p:spPr>
              <a:xfrm>
                <a:off x="6378987" y="1914334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8" name="Google Shape;4078;p29">
                <a:extLst>
                  <a:ext uri="{FF2B5EF4-FFF2-40B4-BE49-F238E27FC236}">
                    <a16:creationId xmlns:a16="http://schemas.microsoft.com/office/drawing/2014/main" id="{9E7CBEAB-3A1F-74BD-3F3E-53D9D64A75C9}"/>
                  </a:ext>
                </a:extLst>
              </p:cNvPr>
              <p:cNvSpPr/>
              <p:nvPr/>
            </p:nvSpPr>
            <p:spPr>
              <a:xfrm>
                <a:off x="6460807" y="1833371"/>
                <a:ext cx="13716" cy="13715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5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9" name="Google Shape;4079;p29">
                <a:extLst>
                  <a:ext uri="{FF2B5EF4-FFF2-40B4-BE49-F238E27FC236}">
                    <a16:creationId xmlns:a16="http://schemas.microsoft.com/office/drawing/2014/main" id="{D6C3F1FA-ED13-5762-8C2D-AE309ABEA564}"/>
                  </a:ext>
                </a:extLst>
              </p:cNvPr>
              <p:cNvSpPr/>
              <p:nvPr/>
            </p:nvSpPr>
            <p:spPr>
              <a:xfrm>
                <a:off x="6542627" y="1752313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0" name="Google Shape;4080;p29">
                <a:extLst>
                  <a:ext uri="{FF2B5EF4-FFF2-40B4-BE49-F238E27FC236}">
                    <a16:creationId xmlns:a16="http://schemas.microsoft.com/office/drawing/2014/main" id="{5DE6EEDF-CFEC-0F40-49A3-6B9D881C9756}"/>
                  </a:ext>
                </a:extLst>
              </p:cNvPr>
              <p:cNvSpPr/>
              <p:nvPr/>
            </p:nvSpPr>
            <p:spPr>
              <a:xfrm>
                <a:off x="6624447" y="1671160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1" name="Google Shape;4081;p29">
                <a:extLst>
                  <a:ext uri="{FF2B5EF4-FFF2-40B4-BE49-F238E27FC236}">
                    <a16:creationId xmlns:a16="http://schemas.microsoft.com/office/drawing/2014/main" id="{B80ABBD8-B1CA-DCCA-A159-63DEAFE5F313}"/>
                  </a:ext>
                </a:extLst>
              </p:cNvPr>
              <p:cNvSpPr/>
              <p:nvPr/>
            </p:nvSpPr>
            <p:spPr>
              <a:xfrm>
                <a:off x="6706361" y="1590293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2" name="Google Shape;4082;p29">
                <a:extLst>
                  <a:ext uri="{FF2B5EF4-FFF2-40B4-BE49-F238E27FC236}">
                    <a16:creationId xmlns:a16="http://schemas.microsoft.com/office/drawing/2014/main" id="{5B7F4F96-D36D-A62A-146E-EA36E58777B2}"/>
                  </a:ext>
                </a:extLst>
              </p:cNvPr>
              <p:cNvSpPr/>
              <p:nvPr/>
            </p:nvSpPr>
            <p:spPr>
              <a:xfrm>
                <a:off x="6788086" y="1509235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3" name="Google Shape;4083;p29">
                <a:extLst>
                  <a:ext uri="{FF2B5EF4-FFF2-40B4-BE49-F238E27FC236}">
                    <a16:creationId xmlns:a16="http://schemas.microsoft.com/office/drawing/2014/main" id="{A529B031-18AF-9162-C8C0-9142E456E8F6}"/>
                  </a:ext>
                </a:extLst>
              </p:cNvPr>
              <p:cNvSpPr/>
              <p:nvPr/>
            </p:nvSpPr>
            <p:spPr>
              <a:xfrm>
                <a:off x="6869906" y="1428178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5"/>
                    </a:moveTo>
                    <a:cubicBezTo>
                      <a:pt x="2191" y="9715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5"/>
                      <a:pt x="4858" y="9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4" name="Google Shape;4084;p29">
                <a:extLst>
                  <a:ext uri="{FF2B5EF4-FFF2-40B4-BE49-F238E27FC236}">
                    <a16:creationId xmlns:a16="http://schemas.microsoft.com/office/drawing/2014/main" id="{AA42AA23-ACA5-DCC1-B23A-8A3630F5514E}"/>
                  </a:ext>
                </a:extLst>
              </p:cNvPr>
              <p:cNvSpPr/>
              <p:nvPr/>
            </p:nvSpPr>
            <p:spPr>
              <a:xfrm>
                <a:off x="6951725" y="1347120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5" name="Google Shape;4085;p29">
                <a:extLst>
                  <a:ext uri="{FF2B5EF4-FFF2-40B4-BE49-F238E27FC236}">
                    <a16:creationId xmlns:a16="http://schemas.microsoft.com/office/drawing/2014/main" id="{F9F807CD-BDA4-7263-FEFE-C4BE6E403EDD}"/>
                  </a:ext>
                </a:extLst>
              </p:cNvPr>
              <p:cNvSpPr/>
              <p:nvPr/>
            </p:nvSpPr>
            <p:spPr>
              <a:xfrm>
                <a:off x="7033641" y="126625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6" name="Google Shape;4086;p29">
                <a:extLst>
                  <a:ext uri="{FF2B5EF4-FFF2-40B4-BE49-F238E27FC236}">
                    <a16:creationId xmlns:a16="http://schemas.microsoft.com/office/drawing/2014/main" id="{24505C79-0452-9F83-84CF-36795BBE2798}"/>
                  </a:ext>
                </a:extLst>
              </p:cNvPr>
              <p:cNvSpPr/>
              <p:nvPr/>
            </p:nvSpPr>
            <p:spPr>
              <a:xfrm>
                <a:off x="7115365" y="1185195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87" name="Google Shape;4087;p29">
              <a:extLst>
                <a:ext uri="{FF2B5EF4-FFF2-40B4-BE49-F238E27FC236}">
                  <a16:creationId xmlns:a16="http://schemas.microsoft.com/office/drawing/2014/main" id="{7BA786D7-9768-9204-6E79-AA7113C317B1}"/>
                </a:ext>
              </a:extLst>
            </p:cNvPr>
            <p:cNvGrpSpPr/>
            <p:nvPr/>
          </p:nvGrpSpPr>
          <p:grpSpPr>
            <a:xfrm>
              <a:off x="3849147" y="1191100"/>
              <a:ext cx="3117342" cy="3117342"/>
              <a:chOff x="3849147" y="1191100"/>
              <a:chExt cx="3117342" cy="3117342"/>
            </a:xfrm>
          </p:grpSpPr>
          <p:sp>
            <p:nvSpPr>
              <p:cNvPr id="4088" name="Google Shape;4088;p29">
                <a:extLst>
                  <a:ext uri="{FF2B5EF4-FFF2-40B4-BE49-F238E27FC236}">
                    <a16:creationId xmlns:a16="http://schemas.microsoft.com/office/drawing/2014/main" id="{C8C74A41-166B-2C61-57E7-D6FA6214339D}"/>
                  </a:ext>
                </a:extLst>
              </p:cNvPr>
              <p:cNvSpPr/>
              <p:nvPr/>
            </p:nvSpPr>
            <p:spPr>
              <a:xfrm>
                <a:off x="3849147" y="426977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9" name="Google Shape;4089;p29">
                <a:extLst>
                  <a:ext uri="{FF2B5EF4-FFF2-40B4-BE49-F238E27FC236}">
                    <a16:creationId xmlns:a16="http://schemas.microsoft.com/office/drawing/2014/main" id="{93BB5990-11CB-D9FA-AF7A-FAC2246EB96B}"/>
                  </a:ext>
                </a:extLst>
              </p:cNvPr>
              <p:cNvSpPr/>
              <p:nvPr/>
            </p:nvSpPr>
            <p:spPr>
              <a:xfrm>
                <a:off x="3930967" y="4188713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0" name="Google Shape;4090;p29">
                <a:extLst>
                  <a:ext uri="{FF2B5EF4-FFF2-40B4-BE49-F238E27FC236}">
                    <a16:creationId xmlns:a16="http://schemas.microsoft.com/office/drawing/2014/main" id="{40196AEA-A741-2A78-E5BB-0AE72BAA62F3}"/>
                  </a:ext>
                </a:extLst>
              </p:cNvPr>
              <p:cNvSpPr/>
              <p:nvPr/>
            </p:nvSpPr>
            <p:spPr>
              <a:xfrm>
                <a:off x="4012787" y="4107655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37148" y="18574"/>
                    </a:moveTo>
                    <a:cubicBezTo>
                      <a:pt x="37148" y="28832"/>
                      <a:pt x="28832" y="37148"/>
                      <a:pt x="18574" y="37148"/>
                    </a:cubicBezTo>
                    <a:cubicBezTo>
                      <a:pt x="8316" y="37148"/>
                      <a:pt x="0" y="28832"/>
                      <a:pt x="0" y="18574"/>
                    </a:cubicBezTo>
                    <a:cubicBezTo>
                      <a:pt x="0" y="8316"/>
                      <a:pt x="8316" y="0"/>
                      <a:pt x="18574" y="0"/>
                    </a:cubicBezTo>
                    <a:cubicBezTo>
                      <a:pt x="28832" y="0"/>
                      <a:pt x="37148" y="8316"/>
                      <a:pt x="37148" y="18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1" name="Google Shape;4091;p29">
                <a:extLst>
                  <a:ext uri="{FF2B5EF4-FFF2-40B4-BE49-F238E27FC236}">
                    <a16:creationId xmlns:a16="http://schemas.microsoft.com/office/drawing/2014/main" id="{29EDEBE2-E9FB-3BBA-E635-D73D14DD44F3}"/>
                  </a:ext>
                </a:extLst>
              </p:cNvPr>
              <p:cNvSpPr/>
              <p:nvPr/>
            </p:nvSpPr>
            <p:spPr>
              <a:xfrm>
                <a:off x="4094606" y="402659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2" name="Google Shape;4092;p29">
                <a:extLst>
                  <a:ext uri="{FF2B5EF4-FFF2-40B4-BE49-F238E27FC236}">
                    <a16:creationId xmlns:a16="http://schemas.microsoft.com/office/drawing/2014/main" id="{F68F2D07-51F4-4C1F-7E4B-1C5D767DE0D7}"/>
                  </a:ext>
                </a:extLst>
              </p:cNvPr>
              <p:cNvSpPr/>
              <p:nvPr/>
            </p:nvSpPr>
            <p:spPr>
              <a:xfrm>
                <a:off x="4176521" y="3945730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3" name="Google Shape;4093;p29">
                <a:extLst>
                  <a:ext uri="{FF2B5EF4-FFF2-40B4-BE49-F238E27FC236}">
                    <a16:creationId xmlns:a16="http://schemas.microsoft.com/office/drawing/2014/main" id="{0E2037D4-C469-4C23-7687-9877AB2A6261}"/>
                  </a:ext>
                </a:extLst>
              </p:cNvPr>
              <p:cNvSpPr/>
              <p:nvPr/>
            </p:nvSpPr>
            <p:spPr>
              <a:xfrm>
                <a:off x="4258246" y="3864672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4" name="Google Shape;4094;p29">
                <a:extLst>
                  <a:ext uri="{FF2B5EF4-FFF2-40B4-BE49-F238E27FC236}">
                    <a16:creationId xmlns:a16="http://schemas.microsoft.com/office/drawing/2014/main" id="{8C3120FC-3798-7B32-B8DA-05297B267850}"/>
                  </a:ext>
                </a:extLst>
              </p:cNvPr>
              <p:cNvSpPr/>
              <p:nvPr/>
            </p:nvSpPr>
            <p:spPr>
              <a:xfrm>
                <a:off x="4340066" y="3783615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5" name="Google Shape;4095;p29">
                <a:extLst>
                  <a:ext uri="{FF2B5EF4-FFF2-40B4-BE49-F238E27FC236}">
                    <a16:creationId xmlns:a16="http://schemas.microsoft.com/office/drawing/2014/main" id="{21649E86-465E-581D-D1E9-B7BF1799A16A}"/>
                  </a:ext>
                </a:extLst>
              </p:cNvPr>
              <p:cNvSpPr/>
              <p:nvPr/>
            </p:nvSpPr>
            <p:spPr>
              <a:xfrm>
                <a:off x="4421886" y="3702557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6" name="Google Shape;4096;p29">
                <a:extLst>
                  <a:ext uri="{FF2B5EF4-FFF2-40B4-BE49-F238E27FC236}">
                    <a16:creationId xmlns:a16="http://schemas.microsoft.com/office/drawing/2014/main" id="{ADD6C17C-04E3-94D5-7EC5-122BCB40B152}"/>
                  </a:ext>
                </a:extLst>
              </p:cNvPr>
              <p:cNvSpPr/>
              <p:nvPr/>
            </p:nvSpPr>
            <p:spPr>
              <a:xfrm>
                <a:off x="4503800" y="3621499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097"/>
                    </a:cubicBezTo>
                    <a:cubicBezTo>
                      <a:pt x="32195" y="24955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7" name="Google Shape;4097;p29">
                <a:extLst>
                  <a:ext uri="{FF2B5EF4-FFF2-40B4-BE49-F238E27FC236}">
                    <a16:creationId xmlns:a16="http://schemas.microsoft.com/office/drawing/2014/main" id="{33B51D7E-2209-10A5-E2B3-D09FF36AA52C}"/>
                  </a:ext>
                </a:extLst>
              </p:cNvPr>
              <p:cNvSpPr/>
              <p:nvPr/>
            </p:nvSpPr>
            <p:spPr>
              <a:xfrm>
                <a:off x="4585620" y="354053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8" name="Google Shape;4098;p29">
                <a:extLst>
                  <a:ext uri="{FF2B5EF4-FFF2-40B4-BE49-F238E27FC236}">
                    <a16:creationId xmlns:a16="http://schemas.microsoft.com/office/drawing/2014/main" id="{47B46AB4-AAA1-D6BE-B4EE-FCF9C67C546D}"/>
                  </a:ext>
                </a:extLst>
              </p:cNvPr>
              <p:cNvSpPr/>
              <p:nvPr/>
            </p:nvSpPr>
            <p:spPr>
              <a:xfrm>
                <a:off x="4667345" y="345947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9" name="Google Shape;4099;p29">
                <a:extLst>
                  <a:ext uri="{FF2B5EF4-FFF2-40B4-BE49-F238E27FC236}">
                    <a16:creationId xmlns:a16="http://schemas.microsoft.com/office/drawing/2014/main" id="{5DEE715F-0D4C-47BE-9090-57088012CB45}"/>
                  </a:ext>
                </a:extLst>
              </p:cNvPr>
              <p:cNvSpPr/>
              <p:nvPr/>
            </p:nvSpPr>
            <p:spPr>
              <a:xfrm>
                <a:off x="4749164" y="3378421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0" name="Google Shape;4100;p29">
                <a:extLst>
                  <a:ext uri="{FF2B5EF4-FFF2-40B4-BE49-F238E27FC236}">
                    <a16:creationId xmlns:a16="http://schemas.microsoft.com/office/drawing/2014/main" id="{B6E7C055-3E2E-82B9-2AF0-3F525C0BDA68}"/>
                  </a:ext>
                </a:extLst>
              </p:cNvPr>
              <p:cNvSpPr/>
              <p:nvPr/>
            </p:nvSpPr>
            <p:spPr>
              <a:xfrm>
                <a:off x="4830984" y="3297363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7"/>
                    </a:moveTo>
                    <a:cubicBezTo>
                      <a:pt x="6572" y="29147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70"/>
                      <a:pt x="22669" y="29147"/>
                      <a:pt x="14573" y="29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1" name="Google Shape;4101;p29">
                <a:extLst>
                  <a:ext uri="{FF2B5EF4-FFF2-40B4-BE49-F238E27FC236}">
                    <a16:creationId xmlns:a16="http://schemas.microsoft.com/office/drawing/2014/main" id="{51436C2B-FF89-A566-0245-121A00305FBF}"/>
                  </a:ext>
                </a:extLst>
              </p:cNvPr>
              <p:cNvSpPr/>
              <p:nvPr/>
            </p:nvSpPr>
            <p:spPr>
              <a:xfrm>
                <a:off x="4912899" y="3216496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2" name="Google Shape;4102;p29">
                <a:extLst>
                  <a:ext uri="{FF2B5EF4-FFF2-40B4-BE49-F238E27FC236}">
                    <a16:creationId xmlns:a16="http://schemas.microsoft.com/office/drawing/2014/main" id="{F6415D01-B1A9-8A65-A3AA-86A8A27F0CD8}"/>
                  </a:ext>
                </a:extLst>
              </p:cNvPr>
              <p:cNvSpPr/>
              <p:nvPr/>
            </p:nvSpPr>
            <p:spPr>
              <a:xfrm>
                <a:off x="4994719" y="3135438"/>
                <a:ext cx="27432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3" name="Google Shape;4103;p29">
                <a:extLst>
                  <a:ext uri="{FF2B5EF4-FFF2-40B4-BE49-F238E27FC236}">
                    <a16:creationId xmlns:a16="http://schemas.microsoft.com/office/drawing/2014/main" id="{FDF68403-09C6-7B39-E1C0-B642B118CFB5}"/>
                  </a:ext>
                </a:extLst>
              </p:cNvPr>
              <p:cNvSpPr/>
              <p:nvPr/>
            </p:nvSpPr>
            <p:spPr>
              <a:xfrm>
                <a:off x="5076444" y="3054381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4" name="Google Shape;4104;p29">
                <a:extLst>
                  <a:ext uri="{FF2B5EF4-FFF2-40B4-BE49-F238E27FC236}">
                    <a16:creationId xmlns:a16="http://schemas.microsoft.com/office/drawing/2014/main" id="{B99E1F53-7B10-9C0E-65E0-F2CDA9A0804C}"/>
                  </a:ext>
                </a:extLst>
              </p:cNvPr>
              <p:cNvSpPr/>
              <p:nvPr/>
            </p:nvSpPr>
            <p:spPr>
              <a:xfrm>
                <a:off x="5158263" y="297332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5" name="Google Shape;4105;p29">
                <a:extLst>
                  <a:ext uri="{FF2B5EF4-FFF2-40B4-BE49-F238E27FC236}">
                    <a16:creationId xmlns:a16="http://schemas.microsoft.com/office/drawing/2014/main" id="{AE3F47FA-2639-BCD3-40C8-8D2A3598F28A}"/>
                  </a:ext>
                </a:extLst>
              </p:cNvPr>
              <p:cNvSpPr/>
              <p:nvPr/>
            </p:nvSpPr>
            <p:spPr>
              <a:xfrm>
                <a:off x="5240178" y="289245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6" name="Google Shape;4106;p29">
                <a:extLst>
                  <a:ext uri="{FF2B5EF4-FFF2-40B4-BE49-F238E27FC236}">
                    <a16:creationId xmlns:a16="http://schemas.microsoft.com/office/drawing/2014/main" id="{B170E6E7-EF72-0E41-8439-7689B1C1B1C9}"/>
                  </a:ext>
                </a:extLst>
              </p:cNvPr>
              <p:cNvSpPr/>
              <p:nvPr/>
            </p:nvSpPr>
            <p:spPr>
              <a:xfrm>
                <a:off x="5321998" y="2811398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7" name="Google Shape;4107;p29">
                <a:extLst>
                  <a:ext uri="{FF2B5EF4-FFF2-40B4-BE49-F238E27FC236}">
                    <a16:creationId xmlns:a16="http://schemas.microsoft.com/office/drawing/2014/main" id="{870546F7-9DE0-A7E9-9310-99F9E05EC77D}"/>
                  </a:ext>
                </a:extLst>
              </p:cNvPr>
              <p:cNvSpPr/>
              <p:nvPr/>
            </p:nvSpPr>
            <p:spPr>
              <a:xfrm>
                <a:off x="5403818" y="2730340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8" name="Google Shape;4108;p29">
                <a:extLst>
                  <a:ext uri="{FF2B5EF4-FFF2-40B4-BE49-F238E27FC236}">
                    <a16:creationId xmlns:a16="http://schemas.microsoft.com/office/drawing/2014/main" id="{C85E88D6-9B21-3111-EA70-5ECEEA62CBE5}"/>
                  </a:ext>
                </a:extLst>
              </p:cNvPr>
              <p:cNvSpPr/>
              <p:nvPr/>
            </p:nvSpPr>
            <p:spPr>
              <a:xfrm>
                <a:off x="5485542" y="2649282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69" y="5048"/>
                      <a:pt x="22669" y="11335"/>
                    </a:cubicBezTo>
                    <a:cubicBezTo>
                      <a:pt x="22669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9" name="Google Shape;4109;p29">
                <a:extLst>
                  <a:ext uri="{FF2B5EF4-FFF2-40B4-BE49-F238E27FC236}">
                    <a16:creationId xmlns:a16="http://schemas.microsoft.com/office/drawing/2014/main" id="{42C825E2-14F4-F609-423F-EE4BB54C6A20}"/>
                  </a:ext>
                </a:extLst>
              </p:cNvPr>
              <p:cNvSpPr/>
              <p:nvPr/>
            </p:nvSpPr>
            <p:spPr>
              <a:xfrm>
                <a:off x="5567457" y="2568415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21717" y="10858"/>
                    </a:moveTo>
                    <a:cubicBezTo>
                      <a:pt x="21717" y="16855"/>
                      <a:pt x="16855" y="21717"/>
                      <a:pt x="10858" y="21717"/>
                    </a:cubicBezTo>
                    <a:cubicBezTo>
                      <a:pt x="4861" y="21717"/>
                      <a:pt x="0" y="16855"/>
                      <a:pt x="0" y="10858"/>
                    </a:cubicBezTo>
                    <a:cubicBezTo>
                      <a:pt x="0" y="4861"/>
                      <a:pt x="4861" y="0"/>
                      <a:pt x="10858" y="0"/>
                    </a:cubicBezTo>
                    <a:cubicBezTo>
                      <a:pt x="16855" y="0"/>
                      <a:pt x="21717" y="4861"/>
                      <a:pt x="21717" y="10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0" name="Google Shape;4110;p29">
                <a:extLst>
                  <a:ext uri="{FF2B5EF4-FFF2-40B4-BE49-F238E27FC236}">
                    <a16:creationId xmlns:a16="http://schemas.microsoft.com/office/drawing/2014/main" id="{1A394F8F-C286-4A28-AFCC-EB65140B7913}"/>
                  </a:ext>
                </a:extLst>
              </p:cNvPr>
              <p:cNvSpPr/>
              <p:nvPr/>
            </p:nvSpPr>
            <p:spPr>
              <a:xfrm>
                <a:off x="5649277" y="2487357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1" name="Google Shape;4111;p29">
                <a:extLst>
                  <a:ext uri="{FF2B5EF4-FFF2-40B4-BE49-F238E27FC236}">
                    <a16:creationId xmlns:a16="http://schemas.microsoft.com/office/drawing/2014/main" id="{CBF8FD64-3B6C-5CDC-F14B-C9642F4DEDC8}"/>
                  </a:ext>
                </a:extLst>
              </p:cNvPr>
              <p:cNvSpPr/>
              <p:nvPr/>
            </p:nvSpPr>
            <p:spPr>
              <a:xfrm>
                <a:off x="5731097" y="240630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2" name="Google Shape;4112;p29">
                <a:extLst>
                  <a:ext uri="{FF2B5EF4-FFF2-40B4-BE49-F238E27FC236}">
                    <a16:creationId xmlns:a16="http://schemas.microsoft.com/office/drawing/2014/main" id="{AC0D8EDE-3A89-33F0-FF97-F4E8C389BEDE}"/>
                  </a:ext>
                </a:extLst>
              </p:cNvPr>
              <p:cNvSpPr/>
              <p:nvPr/>
            </p:nvSpPr>
            <p:spPr>
              <a:xfrm>
                <a:off x="5812916" y="232524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3" name="Google Shape;4113;p29">
                <a:extLst>
                  <a:ext uri="{FF2B5EF4-FFF2-40B4-BE49-F238E27FC236}">
                    <a16:creationId xmlns:a16="http://schemas.microsoft.com/office/drawing/2014/main" id="{913901C0-FE06-5135-4A1B-19EB06BF79DE}"/>
                  </a:ext>
                </a:extLst>
              </p:cNvPr>
              <p:cNvSpPr/>
              <p:nvPr/>
            </p:nvSpPr>
            <p:spPr>
              <a:xfrm>
                <a:off x="5894736" y="224428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7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4" name="Google Shape;4114;p29">
                <a:extLst>
                  <a:ext uri="{FF2B5EF4-FFF2-40B4-BE49-F238E27FC236}">
                    <a16:creationId xmlns:a16="http://schemas.microsoft.com/office/drawing/2014/main" id="{664DB081-544B-A1B8-0923-4480E79C58DD}"/>
                  </a:ext>
                </a:extLst>
              </p:cNvPr>
              <p:cNvSpPr/>
              <p:nvPr/>
            </p:nvSpPr>
            <p:spPr>
              <a:xfrm>
                <a:off x="5976556" y="216331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5" name="Google Shape;4115;p29">
                <a:extLst>
                  <a:ext uri="{FF2B5EF4-FFF2-40B4-BE49-F238E27FC236}">
                    <a16:creationId xmlns:a16="http://schemas.microsoft.com/office/drawing/2014/main" id="{A50F7279-CC2D-6171-7520-894F8696532F}"/>
                  </a:ext>
                </a:extLst>
              </p:cNvPr>
              <p:cNvSpPr/>
              <p:nvPr/>
            </p:nvSpPr>
            <p:spPr>
              <a:xfrm>
                <a:off x="6058376" y="2082259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4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6" name="Google Shape;4116;p29">
                <a:extLst>
                  <a:ext uri="{FF2B5EF4-FFF2-40B4-BE49-F238E27FC236}">
                    <a16:creationId xmlns:a16="http://schemas.microsoft.com/office/drawing/2014/main" id="{D2ADE02A-8DAD-7BA8-74DB-E952B5CE9E57}"/>
                  </a:ext>
                </a:extLst>
              </p:cNvPr>
              <p:cNvSpPr/>
              <p:nvPr/>
            </p:nvSpPr>
            <p:spPr>
              <a:xfrm>
                <a:off x="6140195" y="2001201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7" name="Google Shape;4117;p29">
                <a:extLst>
                  <a:ext uri="{FF2B5EF4-FFF2-40B4-BE49-F238E27FC236}">
                    <a16:creationId xmlns:a16="http://schemas.microsoft.com/office/drawing/2014/main" id="{2F67AA19-BA9D-63BB-90B5-8E2B9344728A}"/>
                  </a:ext>
                </a:extLst>
              </p:cNvPr>
              <p:cNvSpPr/>
              <p:nvPr/>
            </p:nvSpPr>
            <p:spPr>
              <a:xfrm>
                <a:off x="6222015" y="1920144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1" y="7715"/>
                    </a:moveTo>
                    <a:cubicBezTo>
                      <a:pt x="15431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1" y="3454"/>
                      <a:pt x="15431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8" name="Google Shape;4118;p29">
                <a:extLst>
                  <a:ext uri="{FF2B5EF4-FFF2-40B4-BE49-F238E27FC236}">
                    <a16:creationId xmlns:a16="http://schemas.microsoft.com/office/drawing/2014/main" id="{E2F89E54-F762-8190-70FD-B464A08DF054}"/>
                  </a:ext>
                </a:extLst>
              </p:cNvPr>
              <p:cNvSpPr/>
              <p:nvPr/>
            </p:nvSpPr>
            <p:spPr>
              <a:xfrm>
                <a:off x="6303835" y="1839276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9" name="Google Shape;4119;p29">
                <a:extLst>
                  <a:ext uri="{FF2B5EF4-FFF2-40B4-BE49-F238E27FC236}">
                    <a16:creationId xmlns:a16="http://schemas.microsoft.com/office/drawing/2014/main" id="{821340B2-DF20-889B-7D12-80360EDBFA66}"/>
                  </a:ext>
                </a:extLst>
              </p:cNvPr>
              <p:cNvSpPr/>
              <p:nvPr/>
            </p:nvSpPr>
            <p:spPr>
              <a:xfrm>
                <a:off x="6385655" y="1758219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0" name="Google Shape;4120;p29">
                <a:extLst>
                  <a:ext uri="{FF2B5EF4-FFF2-40B4-BE49-F238E27FC236}">
                    <a16:creationId xmlns:a16="http://schemas.microsoft.com/office/drawing/2014/main" id="{6203555F-3357-615F-3519-02A86DEE40F6}"/>
                  </a:ext>
                </a:extLst>
              </p:cNvPr>
              <p:cNvSpPr/>
              <p:nvPr/>
            </p:nvSpPr>
            <p:spPr>
              <a:xfrm>
                <a:off x="6467475" y="1677161"/>
                <a:ext cx="1295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1" name="Google Shape;4121;p29">
                <a:extLst>
                  <a:ext uri="{FF2B5EF4-FFF2-40B4-BE49-F238E27FC236}">
                    <a16:creationId xmlns:a16="http://schemas.microsoft.com/office/drawing/2014/main" id="{B2BC1ECF-8BB7-A43F-134F-9276FBFF55D4}"/>
                  </a:ext>
                </a:extLst>
              </p:cNvPr>
              <p:cNvSpPr/>
              <p:nvPr/>
            </p:nvSpPr>
            <p:spPr>
              <a:xfrm>
                <a:off x="6549294" y="1596103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2" name="Google Shape;4122;p29">
                <a:extLst>
                  <a:ext uri="{FF2B5EF4-FFF2-40B4-BE49-F238E27FC236}">
                    <a16:creationId xmlns:a16="http://schemas.microsoft.com/office/drawing/2014/main" id="{FB047E33-DC15-311B-A3BB-8BF445CC5D03}"/>
                  </a:ext>
                </a:extLst>
              </p:cNvPr>
              <p:cNvSpPr/>
              <p:nvPr/>
            </p:nvSpPr>
            <p:spPr>
              <a:xfrm>
                <a:off x="6631209" y="151514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3" name="Google Shape;4123;p29">
                <a:extLst>
                  <a:ext uri="{FF2B5EF4-FFF2-40B4-BE49-F238E27FC236}">
                    <a16:creationId xmlns:a16="http://schemas.microsoft.com/office/drawing/2014/main" id="{33E05444-B899-F164-5823-36E4B496DB22}"/>
                  </a:ext>
                </a:extLst>
              </p:cNvPr>
              <p:cNvSpPr/>
              <p:nvPr/>
            </p:nvSpPr>
            <p:spPr>
              <a:xfrm>
                <a:off x="6712934" y="143408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4" name="Google Shape;4124;p29">
                <a:extLst>
                  <a:ext uri="{FF2B5EF4-FFF2-40B4-BE49-F238E27FC236}">
                    <a16:creationId xmlns:a16="http://schemas.microsoft.com/office/drawing/2014/main" id="{B216003E-F5E9-1407-699C-F37BFFB4F9E2}"/>
                  </a:ext>
                </a:extLst>
              </p:cNvPr>
              <p:cNvSpPr/>
              <p:nvPr/>
            </p:nvSpPr>
            <p:spPr>
              <a:xfrm>
                <a:off x="6794754" y="135312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5" name="Google Shape;4125;p29">
                <a:extLst>
                  <a:ext uri="{FF2B5EF4-FFF2-40B4-BE49-F238E27FC236}">
                    <a16:creationId xmlns:a16="http://schemas.microsoft.com/office/drawing/2014/main" id="{0DD3F6F6-A1F0-83F4-125C-86929208762B}"/>
                  </a:ext>
                </a:extLst>
              </p:cNvPr>
              <p:cNvSpPr/>
              <p:nvPr/>
            </p:nvSpPr>
            <p:spPr>
              <a:xfrm>
                <a:off x="6876573" y="1271967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6" name="Google Shape;4126;p29">
                <a:extLst>
                  <a:ext uri="{FF2B5EF4-FFF2-40B4-BE49-F238E27FC236}">
                    <a16:creationId xmlns:a16="http://schemas.microsoft.com/office/drawing/2014/main" id="{79E5D67E-BA61-9DE5-5F29-D47F34639746}"/>
                  </a:ext>
                </a:extLst>
              </p:cNvPr>
              <p:cNvSpPr/>
              <p:nvPr/>
            </p:nvSpPr>
            <p:spPr>
              <a:xfrm>
                <a:off x="6958488" y="1191100"/>
                <a:ext cx="8001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0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127" name="Google Shape;4127;p29">
            <a:extLst>
              <a:ext uri="{FF2B5EF4-FFF2-40B4-BE49-F238E27FC236}">
                <a16:creationId xmlns:a16="http://schemas.microsoft.com/office/drawing/2014/main" id="{0E0BBC53-C252-548A-E67E-D318938DCEFA}"/>
              </a:ext>
            </a:extLst>
          </p:cNvPr>
          <p:cNvSpPr/>
          <p:nvPr/>
        </p:nvSpPr>
        <p:spPr>
          <a:xfrm rot="3122062">
            <a:off x="7299373" y="922231"/>
            <a:ext cx="3047614" cy="3031373"/>
          </a:xfrm>
          <a:custGeom>
            <a:avLst/>
            <a:gdLst/>
            <a:ahLst/>
            <a:cxnLst/>
            <a:rect l="l" t="t" r="r" b="b"/>
            <a:pathLst>
              <a:path w="2199247" h="2187527" extrusionOk="0">
                <a:moveTo>
                  <a:pt x="27680" y="1108861"/>
                </a:moveTo>
                <a:lnTo>
                  <a:pt x="845687" y="51776"/>
                </a:lnTo>
                <a:cubicBezTo>
                  <a:pt x="891979" y="-8041"/>
                  <a:pt x="979895" y="-17375"/>
                  <a:pt x="1042188" y="30821"/>
                </a:cubicBezTo>
                <a:lnTo>
                  <a:pt x="2142611" y="883118"/>
                </a:lnTo>
                <a:cubicBezTo>
                  <a:pt x="2204810" y="931315"/>
                  <a:pt x="2217764" y="1018850"/>
                  <a:pt x="2171567" y="1078667"/>
                </a:cubicBezTo>
                <a:lnTo>
                  <a:pt x="1353560" y="2135751"/>
                </a:lnTo>
                <a:cubicBezTo>
                  <a:pt x="1307269" y="2195568"/>
                  <a:pt x="1219353" y="2204903"/>
                  <a:pt x="1157060" y="2156706"/>
                </a:cubicBezTo>
                <a:lnTo>
                  <a:pt x="56636" y="1304409"/>
                </a:lnTo>
                <a:cubicBezTo>
                  <a:pt x="-5562" y="1256213"/>
                  <a:pt x="-18516" y="1168678"/>
                  <a:pt x="27680" y="110886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8" name="Google Shape;4128;p29">
            <a:extLst>
              <a:ext uri="{FF2B5EF4-FFF2-40B4-BE49-F238E27FC236}">
                <a16:creationId xmlns:a16="http://schemas.microsoft.com/office/drawing/2014/main" id="{B34A7B7F-2493-D3A0-A2F0-5600889562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Project Objective</a:t>
            </a:r>
          </a:p>
        </p:txBody>
      </p:sp>
      <p:graphicFrame>
        <p:nvGraphicFramePr>
          <p:cNvPr id="4129" name="Google Shape;4129;p29">
            <a:extLst>
              <a:ext uri="{FF2B5EF4-FFF2-40B4-BE49-F238E27FC236}">
                <a16:creationId xmlns:a16="http://schemas.microsoft.com/office/drawing/2014/main" id="{F7AA870F-B4DD-BCA2-A5D4-DA27836C59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6080559"/>
              </p:ext>
            </p:extLst>
          </p:nvPr>
        </p:nvGraphicFramePr>
        <p:xfrm>
          <a:off x="706238" y="1637438"/>
          <a:ext cx="7713175" cy="2430865"/>
        </p:xfrm>
        <a:graphic>
          <a:graphicData uri="http://schemas.openxmlformats.org/drawingml/2006/table">
            <a:tbl>
              <a:tblPr>
                <a:noFill/>
                <a:tableStyleId>{A173BE73-7822-4B24-8A29-29656DCE44D5}</a:tableStyleId>
              </a:tblPr>
              <a:tblGrid>
                <a:gridCol w="7713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617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50" dirty="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Poppins"/>
                          <a:cs typeface="Poppins"/>
                          <a:sym typeface="Poppins"/>
                        </a:rPr>
                        <a:t>Estimate the maximum expected loss of a portfolio over one trading day</a:t>
                      </a:r>
                      <a:endParaRPr sz="1050" dirty="0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17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50" dirty="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Poppins"/>
                          <a:cs typeface="Poppins"/>
                          <a:sym typeface="Poppins"/>
                        </a:rPr>
                        <a:t>Confidence level: 95%  →  we accept a 5% probability of exceeding the </a:t>
                      </a:r>
                      <a:r>
                        <a:rPr lang="en-US" sz="1050" dirty="0" err="1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Poppins"/>
                          <a:cs typeface="Poppins"/>
                          <a:sym typeface="Poppins"/>
                        </a:rPr>
                        <a:t>VaR</a:t>
                      </a:r>
                      <a:endParaRPr sz="1050" dirty="0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17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50" dirty="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Poppins"/>
                          <a:cs typeface="Poppins"/>
                          <a:sym typeface="Poppins"/>
                        </a:rPr>
                        <a:t>Compare three standard </a:t>
                      </a:r>
                      <a:r>
                        <a:rPr lang="en-US" sz="1050" dirty="0" err="1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Poppins"/>
                          <a:cs typeface="Poppins"/>
                          <a:sym typeface="Poppins"/>
                        </a:rPr>
                        <a:t>VaR</a:t>
                      </a:r>
                      <a:r>
                        <a:rPr lang="en-US" sz="1050" dirty="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Poppins"/>
                          <a:cs typeface="Poppins"/>
                          <a:sym typeface="Poppins"/>
                        </a:rPr>
                        <a:t> methods: Historical, Parametric, Monte Carlo</a:t>
                      </a:r>
                      <a:endParaRPr sz="1050" dirty="0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17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50" dirty="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Poppins"/>
                          <a:cs typeface="Poppins"/>
                          <a:sym typeface="Poppins"/>
                        </a:rPr>
                        <a:t>Implement the entire workflow in Python (data download → calculation → charts)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17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Poppins"/>
                          <a:cs typeface="Poppins"/>
                          <a:sym typeface="Poppins"/>
                        </a:rPr>
                        <a:t>Provide actionable risk insight for a real equity portfolio</a:t>
                      </a:r>
                      <a:endParaRPr sz="1050" dirty="0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30" name="Google Shape;4130;p29">
            <a:extLst>
              <a:ext uri="{FF2B5EF4-FFF2-40B4-BE49-F238E27FC236}">
                <a16:creationId xmlns:a16="http://schemas.microsoft.com/office/drawing/2014/main" id="{641FD507-F098-3861-F4A6-3D40A1CFBA2F}"/>
              </a:ext>
            </a:extLst>
          </p:cNvPr>
          <p:cNvSpPr txBox="1"/>
          <p:nvPr/>
        </p:nvSpPr>
        <p:spPr>
          <a:xfrm>
            <a:off x="710825" y="1134459"/>
            <a:ext cx="77040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Montserrat" panose="00000500000000000000" pitchFamily="2" charset="0"/>
                <a:ea typeface="Poppins"/>
                <a:cs typeface="Poppins"/>
                <a:sym typeface="Poppins"/>
              </a:rPr>
              <a:t>Why measure risk?</a:t>
            </a:r>
          </a:p>
        </p:txBody>
      </p:sp>
      <p:sp>
        <p:nvSpPr>
          <p:cNvPr id="4133" name="Google Shape;4133;p29">
            <a:extLst>
              <a:ext uri="{FF2B5EF4-FFF2-40B4-BE49-F238E27FC236}">
                <a16:creationId xmlns:a16="http://schemas.microsoft.com/office/drawing/2014/main" id="{88794CEC-FBDB-67DA-CB77-F445917D8601}"/>
              </a:ext>
            </a:extLst>
          </p:cNvPr>
          <p:cNvSpPr/>
          <p:nvPr/>
        </p:nvSpPr>
        <p:spPr>
          <a:xfrm rot="2700000" flipH="1">
            <a:off x="3371631" y="4595244"/>
            <a:ext cx="1592834" cy="1592772"/>
          </a:xfrm>
          <a:custGeom>
            <a:avLst/>
            <a:gdLst/>
            <a:ahLst/>
            <a:cxnLst/>
            <a:rect l="l" t="t" r="r" b="b"/>
            <a:pathLst>
              <a:path w="2422159" h="2422064" extrusionOk="0">
                <a:moveTo>
                  <a:pt x="2306360" y="115800"/>
                </a:moveTo>
                <a:lnTo>
                  <a:pt x="2306360" y="115800"/>
                </a:lnTo>
                <a:cubicBezTo>
                  <a:pt x="2460760" y="270200"/>
                  <a:pt x="2460760" y="520422"/>
                  <a:pt x="2306360" y="674822"/>
                </a:cubicBezTo>
                <a:lnTo>
                  <a:pt x="674822" y="2306265"/>
                </a:lnTo>
                <a:cubicBezTo>
                  <a:pt x="520422" y="2460665"/>
                  <a:pt x="270200" y="2460665"/>
                  <a:pt x="115800" y="2306265"/>
                </a:cubicBezTo>
                <a:lnTo>
                  <a:pt x="115800" y="2306265"/>
                </a:lnTo>
                <a:cubicBezTo>
                  <a:pt x="-38600" y="2151864"/>
                  <a:pt x="-38600" y="1901642"/>
                  <a:pt x="115800" y="1747242"/>
                </a:cubicBezTo>
                <a:lnTo>
                  <a:pt x="1747338" y="115800"/>
                </a:lnTo>
                <a:cubicBezTo>
                  <a:pt x="1901738" y="-38600"/>
                  <a:pt x="2151960" y="-38600"/>
                  <a:pt x="2306360" y="11580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7F7F7F">
                  <a:alpha val="49803"/>
                </a:srgbClr>
              </a:gs>
              <a:gs pos="73000">
                <a:schemeClr val="lt1"/>
              </a:gs>
              <a:gs pos="100000">
                <a:schemeClr val="l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072194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1" name="Google Shape;4151;p30"/>
          <p:cNvSpPr/>
          <p:nvPr/>
        </p:nvSpPr>
        <p:spPr>
          <a:xfrm rot="-2255629">
            <a:off x="-1292387" y="3406217"/>
            <a:ext cx="3046200" cy="3029967"/>
          </a:xfrm>
          <a:custGeom>
            <a:avLst/>
            <a:gdLst/>
            <a:ahLst/>
            <a:cxnLst/>
            <a:rect l="l" t="t" r="r" b="b"/>
            <a:pathLst>
              <a:path w="2199247" h="2187527" extrusionOk="0">
                <a:moveTo>
                  <a:pt x="27680" y="1108861"/>
                </a:moveTo>
                <a:lnTo>
                  <a:pt x="845687" y="51776"/>
                </a:lnTo>
                <a:cubicBezTo>
                  <a:pt x="891979" y="-8041"/>
                  <a:pt x="979895" y="-17375"/>
                  <a:pt x="1042188" y="30821"/>
                </a:cubicBezTo>
                <a:lnTo>
                  <a:pt x="2142611" y="883118"/>
                </a:lnTo>
                <a:cubicBezTo>
                  <a:pt x="2204810" y="931315"/>
                  <a:pt x="2217764" y="1018850"/>
                  <a:pt x="2171567" y="1078667"/>
                </a:cubicBezTo>
                <a:lnTo>
                  <a:pt x="1353560" y="2135751"/>
                </a:lnTo>
                <a:cubicBezTo>
                  <a:pt x="1307269" y="2195568"/>
                  <a:pt x="1219353" y="2204903"/>
                  <a:pt x="1157060" y="2156706"/>
                </a:cubicBezTo>
                <a:lnTo>
                  <a:pt x="56636" y="1304409"/>
                </a:lnTo>
                <a:cubicBezTo>
                  <a:pt x="-5562" y="1256213"/>
                  <a:pt x="-18516" y="1168678"/>
                  <a:pt x="27680" y="110886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2" name="Google Shape;4152;p30"/>
          <p:cNvSpPr/>
          <p:nvPr/>
        </p:nvSpPr>
        <p:spPr>
          <a:xfrm rot="2700000" flipH="1">
            <a:off x="7185868" y="1668426"/>
            <a:ext cx="1592834" cy="1592772"/>
          </a:xfrm>
          <a:custGeom>
            <a:avLst/>
            <a:gdLst/>
            <a:ahLst/>
            <a:cxnLst/>
            <a:rect l="l" t="t" r="r" b="b"/>
            <a:pathLst>
              <a:path w="2422159" h="2422064" extrusionOk="0">
                <a:moveTo>
                  <a:pt x="2306360" y="115800"/>
                </a:moveTo>
                <a:lnTo>
                  <a:pt x="2306360" y="115800"/>
                </a:lnTo>
                <a:cubicBezTo>
                  <a:pt x="2460760" y="270200"/>
                  <a:pt x="2460760" y="520422"/>
                  <a:pt x="2306360" y="674822"/>
                </a:cubicBezTo>
                <a:lnTo>
                  <a:pt x="674822" y="2306265"/>
                </a:lnTo>
                <a:cubicBezTo>
                  <a:pt x="520422" y="2460665"/>
                  <a:pt x="270200" y="2460665"/>
                  <a:pt x="115800" y="2306265"/>
                </a:cubicBezTo>
                <a:lnTo>
                  <a:pt x="115800" y="2306265"/>
                </a:lnTo>
                <a:cubicBezTo>
                  <a:pt x="-38600" y="2151864"/>
                  <a:pt x="-38600" y="1901642"/>
                  <a:pt x="115800" y="1747242"/>
                </a:cubicBezTo>
                <a:lnTo>
                  <a:pt x="1747338" y="115800"/>
                </a:lnTo>
                <a:cubicBezTo>
                  <a:pt x="1901738" y="-38600"/>
                  <a:pt x="2151960" y="-38600"/>
                  <a:pt x="2306360" y="11580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7F7F7F">
                  <a:alpha val="49803"/>
                </a:srgbClr>
              </a:gs>
              <a:gs pos="73000">
                <a:schemeClr val="lt1"/>
              </a:gs>
              <a:gs pos="100000">
                <a:schemeClr val="lt1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12" name="Google Shape;13502;p56">
            <a:extLst>
              <a:ext uri="{FF2B5EF4-FFF2-40B4-BE49-F238E27FC236}">
                <a16:creationId xmlns:a16="http://schemas.microsoft.com/office/drawing/2014/main" id="{C36486AD-C795-A5CE-A733-03C2CDABD6A1}"/>
              </a:ext>
            </a:extLst>
          </p:cNvPr>
          <p:cNvGrpSpPr>
            <a:grpSpLocks/>
          </p:cNvGrpSpPr>
          <p:nvPr/>
        </p:nvGrpSpPr>
        <p:grpSpPr>
          <a:xfrm>
            <a:off x="1162981" y="995715"/>
            <a:ext cx="6259904" cy="1576035"/>
            <a:chOff x="4679265" y="3484366"/>
            <a:chExt cx="3921508" cy="987304"/>
          </a:xfrm>
          <a:solidFill>
            <a:schemeClr val="bg2"/>
          </a:solidFill>
        </p:grpSpPr>
        <p:grpSp>
          <p:nvGrpSpPr>
            <p:cNvPr id="4113" name="Google Shape;13503;p56">
              <a:extLst>
                <a:ext uri="{FF2B5EF4-FFF2-40B4-BE49-F238E27FC236}">
                  <a16:creationId xmlns:a16="http://schemas.microsoft.com/office/drawing/2014/main" id="{6FEA1682-AC8E-9EF1-2C0D-3C2DE060492D}"/>
                </a:ext>
              </a:extLst>
            </p:cNvPr>
            <p:cNvGrpSpPr>
              <a:grpSpLocks/>
            </p:cNvGrpSpPr>
            <p:nvPr/>
          </p:nvGrpSpPr>
          <p:grpSpPr>
            <a:xfrm>
              <a:off x="7789439" y="3484366"/>
              <a:ext cx="811334" cy="987304"/>
              <a:chOff x="3726140" y="1617275"/>
              <a:chExt cx="1090650" cy="1327200"/>
            </a:xfrm>
            <a:grpFill/>
          </p:grpSpPr>
          <p:sp>
            <p:nvSpPr>
              <p:cNvPr id="4126" name="Google Shape;13504;p56">
                <a:extLst>
                  <a:ext uri="{FF2B5EF4-FFF2-40B4-BE49-F238E27FC236}">
                    <a16:creationId xmlns:a16="http://schemas.microsoft.com/office/drawing/2014/main" id="{5C133016-FF57-F6CC-AC7E-360EA7D20E8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901188" y="1792400"/>
                <a:ext cx="740475" cy="740375"/>
              </a:xfrm>
              <a:custGeom>
                <a:avLst/>
                <a:gdLst/>
                <a:ahLst/>
                <a:cxnLst/>
                <a:rect l="l" t="t" r="r" b="b"/>
                <a:pathLst>
                  <a:path w="29619" h="29615" extrusionOk="0">
                    <a:moveTo>
                      <a:pt x="14809" y="1"/>
                    </a:moveTo>
                    <a:cubicBezTo>
                      <a:pt x="6631" y="1"/>
                      <a:pt x="0" y="6631"/>
                      <a:pt x="0" y="14809"/>
                    </a:cubicBezTo>
                    <a:cubicBezTo>
                      <a:pt x="0" y="22988"/>
                      <a:pt x="6631" y="29615"/>
                      <a:pt x="14809" y="29615"/>
                    </a:cubicBezTo>
                    <a:cubicBezTo>
                      <a:pt x="22987" y="29615"/>
                      <a:pt x="29618" y="22988"/>
                      <a:pt x="29618" y="14809"/>
                    </a:cubicBezTo>
                    <a:cubicBezTo>
                      <a:pt x="29618" y="6631"/>
                      <a:pt x="22987" y="1"/>
                      <a:pt x="14809" y="1"/>
                    </a:cubicBezTo>
                    <a:close/>
                  </a:path>
                </a:pathLst>
              </a:custGeom>
              <a:blipFill dpi="0"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27" name="Google Shape;13505;p56">
                <a:extLst>
                  <a:ext uri="{FF2B5EF4-FFF2-40B4-BE49-F238E27FC236}">
                    <a16:creationId xmlns:a16="http://schemas.microsoft.com/office/drawing/2014/main" id="{EDF025E5-04FB-E464-46A9-595C086BB6C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26140" y="1617275"/>
                <a:ext cx="1090650" cy="1273950"/>
              </a:xfrm>
              <a:custGeom>
                <a:avLst/>
                <a:gdLst/>
                <a:ahLst/>
                <a:cxnLst/>
                <a:rect l="l" t="t" r="r" b="b"/>
                <a:pathLst>
                  <a:path w="43626" h="50958" extrusionOk="0">
                    <a:moveTo>
                      <a:pt x="21811" y="0"/>
                    </a:moveTo>
                    <a:cubicBezTo>
                      <a:pt x="9785" y="0"/>
                      <a:pt x="0" y="9788"/>
                      <a:pt x="0" y="21814"/>
                    </a:cubicBezTo>
                    <a:cubicBezTo>
                      <a:pt x="8" y="22289"/>
                      <a:pt x="401" y="22672"/>
                      <a:pt x="876" y="22672"/>
                    </a:cubicBezTo>
                    <a:cubicBezTo>
                      <a:pt x="1355" y="22672"/>
                      <a:pt x="1744" y="22289"/>
                      <a:pt x="1755" y="21814"/>
                    </a:cubicBezTo>
                    <a:cubicBezTo>
                      <a:pt x="1755" y="10757"/>
                      <a:pt x="10754" y="1755"/>
                      <a:pt x="21811" y="1755"/>
                    </a:cubicBezTo>
                    <a:cubicBezTo>
                      <a:pt x="32869" y="1755"/>
                      <a:pt x="41867" y="10753"/>
                      <a:pt x="41867" y="21814"/>
                    </a:cubicBezTo>
                    <a:cubicBezTo>
                      <a:pt x="41871" y="32872"/>
                      <a:pt x="32869" y="41870"/>
                      <a:pt x="21811" y="41870"/>
                    </a:cubicBezTo>
                    <a:cubicBezTo>
                      <a:pt x="21329" y="41870"/>
                      <a:pt x="20932" y="42263"/>
                      <a:pt x="20935" y="42750"/>
                    </a:cubicBezTo>
                    <a:lnTo>
                      <a:pt x="20935" y="50957"/>
                    </a:lnTo>
                    <a:lnTo>
                      <a:pt x="22691" y="50942"/>
                    </a:lnTo>
                    <a:lnTo>
                      <a:pt x="22691" y="43610"/>
                    </a:lnTo>
                    <a:cubicBezTo>
                      <a:pt x="34312" y="43147"/>
                      <a:pt x="43626" y="33547"/>
                      <a:pt x="43626" y="21814"/>
                    </a:cubicBezTo>
                    <a:cubicBezTo>
                      <a:pt x="43626" y="9785"/>
                      <a:pt x="33841" y="0"/>
                      <a:pt x="218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8" name="Google Shape;13506;p56">
                <a:extLst>
                  <a:ext uri="{FF2B5EF4-FFF2-40B4-BE49-F238E27FC236}">
                    <a16:creationId xmlns:a16="http://schemas.microsoft.com/office/drawing/2014/main" id="{5FCB5D78-47F9-1420-E4CD-2FC3495D0AD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21764" y="2771175"/>
                <a:ext cx="300875" cy="173300"/>
              </a:xfrm>
              <a:custGeom>
                <a:avLst/>
                <a:gdLst/>
                <a:ahLst/>
                <a:cxnLst/>
                <a:rect l="l" t="t" r="r" b="b"/>
                <a:pathLst>
                  <a:path w="12035" h="6932" extrusionOk="0">
                    <a:moveTo>
                      <a:pt x="11087" y="1"/>
                    </a:moveTo>
                    <a:cubicBezTo>
                      <a:pt x="10861" y="1"/>
                      <a:pt x="10636" y="87"/>
                      <a:pt x="10465" y="260"/>
                    </a:cubicBezTo>
                    <a:lnTo>
                      <a:pt x="6866" y="3859"/>
                    </a:lnTo>
                    <a:lnTo>
                      <a:pt x="5979" y="4742"/>
                    </a:lnTo>
                    <a:lnTo>
                      <a:pt x="5110" y="3874"/>
                    </a:lnTo>
                    <a:lnTo>
                      <a:pt x="1496" y="260"/>
                    </a:lnTo>
                    <a:cubicBezTo>
                      <a:pt x="1342" y="153"/>
                      <a:pt x="1166" y="102"/>
                      <a:pt x="990" y="102"/>
                    </a:cubicBezTo>
                    <a:cubicBezTo>
                      <a:pt x="731" y="102"/>
                      <a:pt x="475" y="214"/>
                      <a:pt x="298" y="427"/>
                    </a:cubicBezTo>
                    <a:cubicBezTo>
                      <a:pt x="1" y="783"/>
                      <a:pt x="23" y="1306"/>
                      <a:pt x="350" y="1636"/>
                    </a:cubicBezTo>
                    <a:lnTo>
                      <a:pt x="5389" y="6675"/>
                    </a:lnTo>
                    <a:cubicBezTo>
                      <a:pt x="5559" y="6846"/>
                      <a:pt x="5784" y="6931"/>
                      <a:pt x="6009" y="6931"/>
                    </a:cubicBezTo>
                    <a:cubicBezTo>
                      <a:pt x="6234" y="6931"/>
                      <a:pt x="6459" y="6846"/>
                      <a:pt x="6632" y="6675"/>
                    </a:cubicBezTo>
                    <a:lnTo>
                      <a:pt x="11667" y="1636"/>
                    </a:lnTo>
                    <a:cubicBezTo>
                      <a:pt x="12016" y="1250"/>
                      <a:pt x="12034" y="668"/>
                      <a:pt x="11712" y="260"/>
                    </a:cubicBezTo>
                    <a:cubicBezTo>
                      <a:pt x="11539" y="87"/>
                      <a:pt x="11313" y="1"/>
                      <a:pt x="1108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14" name="Google Shape;13507;p56">
              <a:extLst>
                <a:ext uri="{FF2B5EF4-FFF2-40B4-BE49-F238E27FC236}">
                  <a16:creationId xmlns:a16="http://schemas.microsoft.com/office/drawing/2014/main" id="{901F18A9-F12B-D7B1-ACCC-4AA2E3892AD4}"/>
                </a:ext>
              </a:extLst>
            </p:cNvPr>
            <p:cNvGrpSpPr>
              <a:grpSpLocks/>
            </p:cNvGrpSpPr>
            <p:nvPr/>
          </p:nvGrpSpPr>
          <p:grpSpPr>
            <a:xfrm>
              <a:off x="6752676" y="3484366"/>
              <a:ext cx="811428" cy="987303"/>
              <a:chOff x="2332454" y="1617275"/>
              <a:chExt cx="1090775" cy="1327199"/>
            </a:xfrm>
            <a:grpFill/>
          </p:grpSpPr>
          <p:sp>
            <p:nvSpPr>
              <p:cNvPr id="4123" name="Google Shape;13508;p56">
                <a:extLst>
                  <a:ext uri="{FF2B5EF4-FFF2-40B4-BE49-F238E27FC236}">
                    <a16:creationId xmlns:a16="http://schemas.microsoft.com/office/drawing/2014/main" id="{1EF7A08B-AFFB-A359-A919-E682FBC1D34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07606" y="1792401"/>
                <a:ext cx="740375" cy="740375"/>
              </a:xfrm>
              <a:custGeom>
                <a:avLst/>
                <a:gdLst/>
                <a:ahLst/>
                <a:cxnLst/>
                <a:rect l="l" t="t" r="r" b="b"/>
                <a:pathLst>
                  <a:path w="29615" h="29615" extrusionOk="0">
                    <a:moveTo>
                      <a:pt x="14810" y="1"/>
                    </a:moveTo>
                    <a:cubicBezTo>
                      <a:pt x="6631" y="1"/>
                      <a:pt x="1" y="6631"/>
                      <a:pt x="1" y="14809"/>
                    </a:cubicBezTo>
                    <a:cubicBezTo>
                      <a:pt x="1" y="22988"/>
                      <a:pt x="6631" y="29615"/>
                      <a:pt x="14810" y="29615"/>
                    </a:cubicBezTo>
                    <a:cubicBezTo>
                      <a:pt x="22988" y="29615"/>
                      <a:pt x="29615" y="22988"/>
                      <a:pt x="29615" y="14809"/>
                    </a:cubicBezTo>
                    <a:cubicBezTo>
                      <a:pt x="29615" y="6631"/>
                      <a:pt x="22988" y="1"/>
                      <a:pt x="14810" y="1"/>
                    </a:cubicBezTo>
                    <a:close/>
                  </a:path>
                </a:pathLst>
              </a:custGeom>
              <a:blipFill dpi="0"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24" name="Google Shape;13509;p56">
                <a:extLst>
                  <a:ext uri="{FF2B5EF4-FFF2-40B4-BE49-F238E27FC236}">
                    <a16:creationId xmlns:a16="http://schemas.microsoft.com/office/drawing/2014/main" id="{BD8FD9C9-0298-E496-9D3B-6D542CEC2AF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332454" y="1617275"/>
                <a:ext cx="1090775" cy="1273950"/>
              </a:xfrm>
              <a:custGeom>
                <a:avLst/>
                <a:gdLst/>
                <a:ahLst/>
                <a:cxnLst/>
                <a:rect l="l" t="t" r="r" b="b"/>
                <a:pathLst>
                  <a:path w="43631" h="50958" extrusionOk="0">
                    <a:moveTo>
                      <a:pt x="21816" y="0"/>
                    </a:moveTo>
                    <a:cubicBezTo>
                      <a:pt x="9786" y="0"/>
                      <a:pt x="1" y="9788"/>
                      <a:pt x="1" y="21814"/>
                    </a:cubicBezTo>
                    <a:cubicBezTo>
                      <a:pt x="12" y="22289"/>
                      <a:pt x="402" y="22672"/>
                      <a:pt x="880" y="22672"/>
                    </a:cubicBezTo>
                    <a:cubicBezTo>
                      <a:pt x="1355" y="22672"/>
                      <a:pt x="1745" y="22289"/>
                      <a:pt x="1756" y="21814"/>
                    </a:cubicBezTo>
                    <a:cubicBezTo>
                      <a:pt x="1756" y="10757"/>
                      <a:pt x="10754" y="1755"/>
                      <a:pt x="21812" y="1755"/>
                    </a:cubicBezTo>
                    <a:cubicBezTo>
                      <a:pt x="32869" y="1755"/>
                      <a:pt x="41871" y="10753"/>
                      <a:pt x="41871" y="21814"/>
                    </a:cubicBezTo>
                    <a:cubicBezTo>
                      <a:pt x="41871" y="32872"/>
                      <a:pt x="32873" y="41870"/>
                      <a:pt x="21816" y="41870"/>
                    </a:cubicBezTo>
                    <a:cubicBezTo>
                      <a:pt x="21329" y="41870"/>
                      <a:pt x="20936" y="42263"/>
                      <a:pt x="20936" y="42750"/>
                    </a:cubicBezTo>
                    <a:lnTo>
                      <a:pt x="20936" y="50957"/>
                    </a:lnTo>
                    <a:lnTo>
                      <a:pt x="22691" y="50942"/>
                    </a:lnTo>
                    <a:lnTo>
                      <a:pt x="22691" y="43610"/>
                    </a:lnTo>
                    <a:cubicBezTo>
                      <a:pt x="34317" y="43147"/>
                      <a:pt x="43630" y="33547"/>
                      <a:pt x="43627" y="21814"/>
                    </a:cubicBezTo>
                    <a:cubicBezTo>
                      <a:pt x="43627" y="9785"/>
                      <a:pt x="33842" y="0"/>
                      <a:pt x="2181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5" name="Google Shape;13510;p56">
                <a:extLst>
                  <a:ext uri="{FF2B5EF4-FFF2-40B4-BE49-F238E27FC236}">
                    <a16:creationId xmlns:a16="http://schemas.microsoft.com/office/drawing/2014/main" id="{C1299BDF-5F79-CD0F-2ABD-0D22DC7EE5E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728104" y="2771174"/>
                <a:ext cx="300950" cy="173300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6932" extrusionOk="0">
                    <a:moveTo>
                      <a:pt x="11088" y="1"/>
                    </a:moveTo>
                    <a:cubicBezTo>
                      <a:pt x="10863" y="1"/>
                      <a:pt x="10637" y="87"/>
                      <a:pt x="10465" y="260"/>
                    </a:cubicBezTo>
                    <a:lnTo>
                      <a:pt x="6869" y="3859"/>
                    </a:lnTo>
                    <a:lnTo>
                      <a:pt x="5982" y="4742"/>
                    </a:lnTo>
                    <a:lnTo>
                      <a:pt x="5110" y="3874"/>
                    </a:lnTo>
                    <a:lnTo>
                      <a:pt x="1496" y="260"/>
                    </a:lnTo>
                    <a:cubicBezTo>
                      <a:pt x="1342" y="153"/>
                      <a:pt x="1165" y="102"/>
                      <a:pt x="990" y="102"/>
                    </a:cubicBezTo>
                    <a:cubicBezTo>
                      <a:pt x="731" y="102"/>
                      <a:pt x="475" y="214"/>
                      <a:pt x="297" y="427"/>
                    </a:cubicBezTo>
                    <a:cubicBezTo>
                      <a:pt x="1" y="783"/>
                      <a:pt x="27" y="1306"/>
                      <a:pt x="353" y="1636"/>
                    </a:cubicBezTo>
                    <a:lnTo>
                      <a:pt x="5388" y="6675"/>
                    </a:lnTo>
                    <a:cubicBezTo>
                      <a:pt x="5561" y="6846"/>
                      <a:pt x="5785" y="6931"/>
                      <a:pt x="6010" y="6931"/>
                    </a:cubicBezTo>
                    <a:cubicBezTo>
                      <a:pt x="6234" y="6931"/>
                      <a:pt x="6459" y="6846"/>
                      <a:pt x="6632" y="6675"/>
                    </a:cubicBezTo>
                    <a:lnTo>
                      <a:pt x="11667" y="1636"/>
                    </a:lnTo>
                    <a:cubicBezTo>
                      <a:pt x="12019" y="1250"/>
                      <a:pt x="12038" y="668"/>
                      <a:pt x="11711" y="260"/>
                    </a:cubicBezTo>
                    <a:cubicBezTo>
                      <a:pt x="11539" y="87"/>
                      <a:pt x="11313" y="1"/>
                      <a:pt x="11088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15" name="Google Shape;13511;p56">
              <a:extLst>
                <a:ext uri="{FF2B5EF4-FFF2-40B4-BE49-F238E27FC236}">
                  <a16:creationId xmlns:a16="http://schemas.microsoft.com/office/drawing/2014/main" id="{2E2CE965-01EF-36EA-8527-454E9D300A70}"/>
                </a:ext>
              </a:extLst>
            </p:cNvPr>
            <p:cNvGrpSpPr>
              <a:grpSpLocks/>
            </p:cNvGrpSpPr>
            <p:nvPr/>
          </p:nvGrpSpPr>
          <p:grpSpPr>
            <a:xfrm>
              <a:off x="5716008" y="3484366"/>
              <a:ext cx="811334" cy="987304"/>
              <a:chOff x="938893" y="1617274"/>
              <a:chExt cx="1090650" cy="1327200"/>
            </a:xfrm>
            <a:grpFill/>
          </p:grpSpPr>
          <p:sp>
            <p:nvSpPr>
              <p:cNvPr id="4120" name="Google Shape;13512;p56">
                <a:extLst>
                  <a:ext uri="{FF2B5EF4-FFF2-40B4-BE49-F238E27FC236}">
                    <a16:creationId xmlns:a16="http://schemas.microsoft.com/office/drawing/2014/main" id="{D8DB3BB0-7706-2C7D-99FD-99ED5E5F8FE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13940" y="1792398"/>
                <a:ext cx="740475" cy="740375"/>
              </a:xfrm>
              <a:custGeom>
                <a:avLst/>
                <a:gdLst/>
                <a:ahLst/>
                <a:cxnLst/>
                <a:rect l="l" t="t" r="r" b="b"/>
                <a:pathLst>
                  <a:path w="29619" h="29615" extrusionOk="0">
                    <a:moveTo>
                      <a:pt x="14809" y="1"/>
                    </a:moveTo>
                    <a:cubicBezTo>
                      <a:pt x="6631" y="1"/>
                      <a:pt x="0" y="6631"/>
                      <a:pt x="0" y="14809"/>
                    </a:cubicBezTo>
                    <a:cubicBezTo>
                      <a:pt x="0" y="22988"/>
                      <a:pt x="6631" y="29615"/>
                      <a:pt x="14809" y="29615"/>
                    </a:cubicBezTo>
                    <a:cubicBezTo>
                      <a:pt x="22987" y="29615"/>
                      <a:pt x="29618" y="22988"/>
                      <a:pt x="29618" y="14809"/>
                    </a:cubicBezTo>
                    <a:cubicBezTo>
                      <a:pt x="29618" y="6631"/>
                      <a:pt x="22987" y="1"/>
                      <a:pt x="14809" y="1"/>
                    </a:cubicBezTo>
                    <a:close/>
                  </a:path>
                </a:pathLst>
              </a:custGeom>
              <a:blipFill dpi="0" rotWithShape="1"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21" name="Google Shape;13513;p56">
                <a:extLst>
                  <a:ext uri="{FF2B5EF4-FFF2-40B4-BE49-F238E27FC236}">
                    <a16:creationId xmlns:a16="http://schemas.microsoft.com/office/drawing/2014/main" id="{3E529046-2E92-24CC-3AC2-5EDB729C578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38893" y="1617274"/>
                <a:ext cx="1090650" cy="1273950"/>
              </a:xfrm>
              <a:custGeom>
                <a:avLst/>
                <a:gdLst/>
                <a:ahLst/>
                <a:cxnLst/>
                <a:rect l="l" t="t" r="r" b="b"/>
                <a:pathLst>
                  <a:path w="43626" h="50958" extrusionOk="0">
                    <a:moveTo>
                      <a:pt x="21811" y="0"/>
                    </a:moveTo>
                    <a:cubicBezTo>
                      <a:pt x="9785" y="0"/>
                      <a:pt x="0" y="9788"/>
                      <a:pt x="0" y="21814"/>
                    </a:cubicBezTo>
                    <a:cubicBezTo>
                      <a:pt x="8" y="22289"/>
                      <a:pt x="401" y="22672"/>
                      <a:pt x="876" y="22672"/>
                    </a:cubicBezTo>
                    <a:cubicBezTo>
                      <a:pt x="1355" y="22672"/>
                      <a:pt x="1744" y="22289"/>
                      <a:pt x="1755" y="21814"/>
                    </a:cubicBezTo>
                    <a:cubicBezTo>
                      <a:pt x="1755" y="10757"/>
                      <a:pt x="10754" y="1755"/>
                      <a:pt x="21811" y="1755"/>
                    </a:cubicBezTo>
                    <a:cubicBezTo>
                      <a:pt x="32869" y="1755"/>
                      <a:pt x="41867" y="10753"/>
                      <a:pt x="41867" y="21814"/>
                    </a:cubicBezTo>
                    <a:cubicBezTo>
                      <a:pt x="41871" y="32872"/>
                      <a:pt x="32869" y="41870"/>
                      <a:pt x="21811" y="41870"/>
                    </a:cubicBezTo>
                    <a:cubicBezTo>
                      <a:pt x="21329" y="41870"/>
                      <a:pt x="20932" y="42263"/>
                      <a:pt x="20936" y="42750"/>
                    </a:cubicBezTo>
                    <a:lnTo>
                      <a:pt x="20936" y="50957"/>
                    </a:lnTo>
                    <a:lnTo>
                      <a:pt x="22691" y="50942"/>
                    </a:lnTo>
                    <a:lnTo>
                      <a:pt x="22691" y="43610"/>
                    </a:lnTo>
                    <a:cubicBezTo>
                      <a:pt x="34312" y="43147"/>
                      <a:pt x="43626" y="33547"/>
                      <a:pt x="43626" y="21814"/>
                    </a:cubicBezTo>
                    <a:cubicBezTo>
                      <a:pt x="43626" y="9785"/>
                      <a:pt x="33841" y="0"/>
                      <a:pt x="218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2" name="Google Shape;13514;p56">
                <a:extLst>
                  <a:ext uri="{FF2B5EF4-FFF2-40B4-BE49-F238E27FC236}">
                    <a16:creationId xmlns:a16="http://schemas.microsoft.com/office/drawing/2014/main" id="{3E26EC86-6175-9571-3D85-80A5DDD1558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34541" y="2771174"/>
                <a:ext cx="300850" cy="173300"/>
              </a:xfrm>
              <a:custGeom>
                <a:avLst/>
                <a:gdLst/>
                <a:ahLst/>
                <a:cxnLst/>
                <a:rect l="l" t="t" r="r" b="b"/>
                <a:pathLst>
                  <a:path w="12034" h="6932" extrusionOk="0">
                    <a:moveTo>
                      <a:pt x="11086" y="1"/>
                    </a:moveTo>
                    <a:cubicBezTo>
                      <a:pt x="10860" y="1"/>
                      <a:pt x="10635" y="87"/>
                      <a:pt x="10464" y="260"/>
                    </a:cubicBezTo>
                    <a:lnTo>
                      <a:pt x="6865" y="3859"/>
                    </a:lnTo>
                    <a:lnTo>
                      <a:pt x="5978" y="4742"/>
                    </a:lnTo>
                    <a:lnTo>
                      <a:pt x="5110" y="3874"/>
                    </a:lnTo>
                    <a:lnTo>
                      <a:pt x="1495" y="260"/>
                    </a:lnTo>
                    <a:cubicBezTo>
                      <a:pt x="1341" y="153"/>
                      <a:pt x="1165" y="102"/>
                      <a:pt x="989" y="102"/>
                    </a:cubicBezTo>
                    <a:cubicBezTo>
                      <a:pt x="730" y="102"/>
                      <a:pt x="474" y="214"/>
                      <a:pt x="297" y="427"/>
                    </a:cubicBezTo>
                    <a:cubicBezTo>
                      <a:pt x="0" y="783"/>
                      <a:pt x="22" y="1306"/>
                      <a:pt x="349" y="1636"/>
                    </a:cubicBezTo>
                    <a:lnTo>
                      <a:pt x="5388" y="6675"/>
                    </a:lnTo>
                    <a:cubicBezTo>
                      <a:pt x="5559" y="6846"/>
                      <a:pt x="5783" y="6931"/>
                      <a:pt x="6008" y="6931"/>
                    </a:cubicBezTo>
                    <a:cubicBezTo>
                      <a:pt x="6233" y="6931"/>
                      <a:pt x="6458" y="6846"/>
                      <a:pt x="6631" y="6675"/>
                    </a:cubicBezTo>
                    <a:lnTo>
                      <a:pt x="11666" y="1636"/>
                    </a:lnTo>
                    <a:cubicBezTo>
                      <a:pt x="12015" y="1250"/>
                      <a:pt x="12034" y="668"/>
                      <a:pt x="11711" y="260"/>
                    </a:cubicBezTo>
                    <a:cubicBezTo>
                      <a:pt x="11538" y="87"/>
                      <a:pt x="11312" y="1"/>
                      <a:pt x="1108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4116" name="Google Shape;13515;p56">
              <a:extLst>
                <a:ext uri="{FF2B5EF4-FFF2-40B4-BE49-F238E27FC236}">
                  <a16:creationId xmlns:a16="http://schemas.microsoft.com/office/drawing/2014/main" id="{DFF0C2D1-6F91-13B6-D496-399EED4B58E4}"/>
                </a:ext>
              </a:extLst>
            </p:cNvPr>
            <p:cNvGrpSpPr>
              <a:grpSpLocks/>
            </p:cNvGrpSpPr>
            <p:nvPr/>
          </p:nvGrpSpPr>
          <p:grpSpPr>
            <a:xfrm>
              <a:off x="4679265" y="3484366"/>
              <a:ext cx="811409" cy="987304"/>
              <a:chOff x="-454767" y="1617275"/>
              <a:chExt cx="1090750" cy="1327200"/>
            </a:xfrm>
            <a:grpFill/>
          </p:grpSpPr>
          <p:sp>
            <p:nvSpPr>
              <p:cNvPr id="4117" name="Google Shape;13516;p56">
                <a:extLst>
                  <a:ext uri="{FF2B5EF4-FFF2-40B4-BE49-F238E27FC236}">
                    <a16:creationId xmlns:a16="http://schemas.microsoft.com/office/drawing/2014/main" id="{D0B76579-A56A-8508-C762-9E5C649510B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279641" y="1792400"/>
                <a:ext cx="740375" cy="740375"/>
              </a:xfrm>
              <a:custGeom>
                <a:avLst/>
                <a:gdLst/>
                <a:ahLst/>
                <a:cxnLst/>
                <a:rect l="l" t="t" r="r" b="b"/>
                <a:pathLst>
                  <a:path w="29615" h="29615" extrusionOk="0">
                    <a:moveTo>
                      <a:pt x="14810" y="1"/>
                    </a:moveTo>
                    <a:cubicBezTo>
                      <a:pt x="6631" y="1"/>
                      <a:pt x="1" y="6631"/>
                      <a:pt x="1" y="14809"/>
                    </a:cubicBezTo>
                    <a:cubicBezTo>
                      <a:pt x="1" y="22988"/>
                      <a:pt x="6631" y="29615"/>
                      <a:pt x="14810" y="29615"/>
                    </a:cubicBezTo>
                    <a:cubicBezTo>
                      <a:pt x="22988" y="29615"/>
                      <a:pt x="29615" y="22988"/>
                      <a:pt x="29615" y="14809"/>
                    </a:cubicBezTo>
                    <a:cubicBezTo>
                      <a:pt x="29615" y="6631"/>
                      <a:pt x="22988" y="1"/>
                      <a:pt x="14810" y="1"/>
                    </a:cubicBezTo>
                    <a:close/>
                  </a:path>
                </a:pathLst>
              </a:custGeom>
              <a:blipFill dpi="0" rotWithShape="1"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18" name="Google Shape;13517;p56">
                <a:extLst>
                  <a:ext uri="{FF2B5EF4-FFF2-40B4-BE49-F238E27FC236}">
                    <a16:creationId xmlns:a16="http://schemas.microsoft.com/office/drawing/2014/main" id="{000E413D-7818-CA65-D38E-AFD7217C63C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454767" y="1617275"/>
                <a:ext cx="1090750" cy="1273950"/>
              </a:xfrm>
              <a:custGeom>
                <a:avLst/>
                <a:gdLst/>
                <a:ahLst/>
                <a:cxnLst/>
                <a:rect l="l" t="t" r="r" b="b"/>
                <a:pathLst>
                  <a:path w="43630" h="50958" extrusionOk="0">
                    <a:moveTo>
                      <a:pt x="21815" y="0"/>
                    </a:moveTo>
                    <a:cubicBezTo>
                      <a:pt x="9785" y="0"/>
                      <a:pt x="0" y="9788"/>
                      <a:pt x="0" y="21814"/>
                    </a:cubicBezTo>
                    <a:cubicBezTo>
                      <a:pt x="11" y="22289"/>
                      <a:pt x="401" y="22672"/>
                      <a:pt x="879" y="22672"/>
                    </a:cubicBezTo>
                    <a:cubicBezTo>
                      <a:pt x="1354" y="22672"/>
                      <a:pt x="1744" y="22289"/>
                      <a:pt x="1755" y="21814"/>
                    </a:cubicBezTo>
                    <a:cubicBezTo>
                      <a:pt x="1755" y="10757"/>
                      <a:pt x="10753" y="1755"/>
                      <a:pt x="21811" y="1755"/>
                    </a:cubicBezTo>
                    <a:cubicBezTo>
                      <a:pt x="32869" y="1755"/>
                      <a:pt x="41870" y="10753"/>
                      <a:pt x="41870" y="21814"/>
                    </a:cubicBezTo>
                    <a:cubicBezTo>
                      <a:pt x="41870" y="32872"/>
                      <a:pt x="32872" y="41870"/>
                      <a:pt x="21815" y="41870"/>
                    </a:cubicBezTo>
                    <a:cubicBezTo>
                      <a:pt x="21329" y="41870"/>
                      <a:pt x="20935" y="42263"/>
                      <a:pt x="20935" y="42750"/>
                    </a:cubicBezTo>
                    <a:lnTo>
                      <a:pt x="20935" y="50957"/>
                    </a:lnTo>
                    <a:lnTo>
                      <a:pt x="22694" y="50942"/>
                    </a:lnTo>
                    <a:lnTo>
                      <a:pt x="22694" y="43610"/>
                    </a:lnTo>
                    <a:cubicBezTo>
                      <a:pt x="34316" y="43147"/>
                      <a:pt x="43629" y="33547"/>
                      <a:pt x="43626" y="21814"/>
                    </a:cubicBezTo>
                    <a:cubicBezTo>
                      <a:pt x="43626" y="9785"/>
                      <a:pt x="33841" y="0"/>
                      <a:pt x="2181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9" name="Google Shape;13518;p56">
                <a:extLst>
                  <a:ext uri="{FF2B5EF4-FFF2-40B4-BE49-F238E27FC236}">
                    <a16:creationId xmlns:a16="http://schemas.microsoft.com/office/drawing/2014/main" id="{45281FB8-1F82-7B43-B28C-28A9698E901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59143" y="2771175"/>
                <a:ext cx="300950" cy="173300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6932" extrusionOk="0">
                    <a:moveTo>
                      <a:pt x="11088" y="1"/>
                    </a:moveTo>
                    <a:cubicBezTo>
                      <a:pt x="10863" y="1"/>
                      <a:pt x="10637" y="87"/>
                      <a:pt x="10465" y="260"/>
                    </a:cubicBezTo>
                    <a:lnTo>
                      <a:pt x="6869" y="3859"/>
                    </a:lnTo>
                    <a:lnTo>
                      <a:pt x="5982" y="4742"/>
                    </a:lnTo>
                    <a:lnTo>
                      <a:pt x="5110" y="3874"/>
                    </a:lnTo>
                    <a:lnTo>
                      <a:pt x="1496" y="260"/>
                    </a:lnTo>
                    <a:cubicBezTo>
                      <a:pt x="1342" y="153"/>
                      <a:pt x="1165" y="102"/>
                      <a:pt x="990" y="102"/>
                    </a:cubicBezTo>
                    <a:cubicBezTo>
                      <a:pt x="731" y="102"/>
                      <a:pt x="475" y="214"/>
                      <a:pt x="298" y="427"/>
                    </a:cubicBezTo>
                    <a:cubicBezTo>
                      <a:pt x="1" y="783"/>
                      <a:pt x="27" y="1306"/>
                      <a:pt x="353" y="1636"/>
                    </a:cubicBezTo>
                    <a:lnTo>
                      <a:pt x="5389" y="6675"/>
                    </a:lnTo>
                    <a:cubicBezTo>
                      <a:pt x="5561" y="6846"/>
                      <a:pt x="5786" y="6931"/>
                      <a:pt x="6010" y="6931"/>
                    </a:cubicBezTo>
                    <a:cubicBezTo>
                      <a:pt x="6235" y="6931"/>
                      <a:pt x="6459" y="6846"/>
                      <a:pt x="6632" y="6675"/>
                    </a:cubicBezTo>
                    <a:lnTo>
                      <a:pt x="11667" y="1636"/>
                    </a:lnTo>
                    <a:cubicBezTo>
                      <a:pt x="12019" y="1250"/>
                      <a:pt x="12038" y="668"/>
                      <a:pt x="11711" y="260"/>
                    </a:cubicBezTo>
                    <a:cubicBezTo>
                      <a:pt x="11539" y="87"/>
                      <a:pt x="11313" y="1"/>
                      <a:pt x="11088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4136" name="ZoneTexte 4135">
            <a:extLst>
              <a:ext uri="{FF2B5EF4-FFF2-40B4-BE49-F238E27FC236}">
                <a16:creationId xmlns:a16="http://schemas.microsoft.com/office/drawing/2014/main" id="{A57E6098-9B39-A1F0-834C-C2A228E245E6}"/>
              </a:ext>
            </a:extLst>
          </p:cNvPr>
          <p:cNvSpPr txBox="1"/>
          <p:nvPr/>
        </p:nvSpPr>
        <p:spPr>
          <a:xfrm>
            <a:off x="1008729" y="2653883"/>
            <a:ext cx="1598891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300"/>
              </a:spcBef>
              <a:buClr>
                <a:srgbClr val="FCFCFC"/>
              </a:buClr>
              <a:buSzPts val="1800"/>
              <a:defRPr/>
            </a:pPr>
            <a:r>
              <a:rPr lang="en-US" sz="1200" b="1" dirty="0">
                <a:solidFill>
                  <a:srgbClr val="FCFCFC"/>
                </a:solidFill>
                <a:latin typeface="Montserrat" panose="00000500000000000000" pitchFamily="2" charset="0"/>
                <a:cs typeface="Poppins"/>
                <a:sym typeface="Poppins"/>
              </a:rPr>
              <a:t>Data Engineer</a:t>
            </a:r>
          </a:p>
          <a:p>
            <a:pPr lvl="0">
              <a:spcBef>
                <a:spcPts val="300"/>
              </a:spcBef>
              <a:buClr>
                <a:srgbClr val="FCFCFC"/>
              </a:buClr>
              <a:buSzPts val="1800"/>
              <a:defRPr/>
            </a:pPr>
            <a:r>
              <a:rPr lang="en-US" sz="1200" dirty="0">
                <a:solidFill>
                  <a:srgbClr val="FCFCFC"/>
                </a:solidFill>
                <a:latin typeface="Montserrat" panose="00000500000000000000" pitchFamily="2" charset="0"/>
                <a:cs typeface="Poppins"/>
                <a:sym typeface="Poppins"/>
              </a:rPr>
              <a:t>• Data collection (Yahoo Finance)</a:t>
            </a:r>
          </a:p>
          <a:p>
            <a:pPr lvl="0">
              <a:spcBef>
                <a:spcPts val="300"/>
              </a:spcBef>
              <a:buClr>
                <a:srgbClr val="FCFCFC"/>
              </a:buClr>
              <a:buSzPts val="1800"/>
              <a:defRPr/>
            </a:pPr>
            <a:r>
              <a:rPr lang="en-US" sz="1200" dirty="0">
                <a:solidFill>
                  <a:srgbClr val="FCFCFC"/>
                </a:solidFill>
                <a:latin typeface="Montserrat" panose="00000500000000000000" pitchFamily="2" charset="0"/>
                <a:cs typeface="Poppins"/>
                <a:sym typeface="Poppins"/>
              </a:rPr>
              <a:t>• Data cleaning and validation</a:t>
            </a:r>
          </a:p>
        </p:txBody>
      </p:sp>
      <p:sp>
        <p:nvSpPr>
          <p:cNvPr id="4137" name="ZoneTexte 4136">
            <a:extLst>
              <a:ext uri="{FF2B5EF4-FFF2-40B4-BE49-F238E27FC236}">
                <a16:creationId xmlns:a16="http://schemas.microsoft.com/office/drawing/2014/main" id="{925253A3-02C1-E3C3-7D06-FCD027C4FA75}"/>
              </a:ext>
            </a:extLst>
          </p:cNvPr>
          <p:cNvSpPr txBox="1"/>
          <p:nvPr/>
        </p:nvSpPr>
        <p:spPr>
          <a:xfrm>
            <a:off x="2666006" y="2653883"/>
            <a:ext cx="1598891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300"/>
              </a:spcBef>
              <a:buClr>
                <a:srgbClr val="FCFCFC"/>
              </a:buClr>
              <a:buSzPts val="1800"/>
              <a:defRPr/>
            </a:pPr>
            <a:r>
              <a:rPr lang="en-US" sz="1200" b="1" dirty="0">
                <a:solidFill>
                  <a:srgbClr val="FCFCFC"/>
                </a:solidFill>
                <a:latin typeface="Montserrat" panose="00000500000000000000" pitchFamily="2" charset="0"/>
                <a:cs typeface="Poppins"/>
                <a:sym typeface="Poppins"/>
              </a:rPr>
              <a:t>Quant Analyst</a:t>
            </a:r>
          </a:p>
          <a:p>
            <a:pPr lvl="0">
              <a:spcBef>
                <a:spcPts val="300"/>
              </a:spcBef>
              <a:buClr>
                <a:srgbClr val="FCFCFC"/>
              </a:buClr>
              <a:buSzPts val="1800"/>
              <a:defRPr/>
            </a:pPr>
            <a:r>
              <a:rPr lang="en-US" sz="1200" dirty="0">
                <a:solidFill>
                  <a:srgbClr val="FCFCFC"/>
                </a:solidFill>
                <a:latin typeface="Montserrat" panose="00000500000000000000" pitchFamily="2" charset="0"/>
                <a:cs typeface="Poppins"/>
                <a:sym typeface="Poppins"/>
              </a:rPr>
              <a:t>• Return computation</a:t>
            </a:r>
          </a:p>
          <a:p>
            <a:pPr lvl="0">
              <a:spcBef>
                <a:spcPts val="300"/>
              </a:spcBef>
              <a:buClr>
                <a:srgbClr val="FCFCFC"/>
              </a:buClr>
              <a:buSzPts val="1800"/>
              <a:defRPr/>
            </a:pPr>
            <a:r>
              <a:rPr lang="en-US" sz="1200" dirty="0">
                <a:solidFill>
                  <a:srgbClr val="FCFCFC"/>
                </a:solidFill>
                <a:latin typeface="Montserrat" panose="00000500000000000000" pitchFamily="2" charset="0"/>
                <a:cs typeface="Poppins"/>
                <a:sym typeface="Poppins"/>
              </a:rPr>
              <a:t>• Portfolio construction (equal weighting)</a:t>
            </a:r>
          </a:p>
        </p:txBody>
      </p:sp>
      <p:sp>
        <p:nvSpPr>
          <p:cNvPr id="4153" name="ZoneTexte 4152">
            <a:extLst>
              <a:ext uri="{FF2B5EF4-FFF2-40B4-BE49-F238E27FC236}">
                <a16:creationId xmlns:a16="http://schemas.microsoft.com/office/drawing/2014/main" id="{D5B1986C-8699-0B6E-BA81-F8B8F3AB31DD}"/>
              </a:ext>
            </a:extLst>
          </p:cNvPr>
          <p:cNvSpPr txBox="1"/>
          <p:nvPr/>
        </p:nvSpPr>
        <p:spPr>
          <a:xfrm>
            <a:off x="4323283" y="2653882"/>
            <a:ext cx="1598891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300"/>
              </a:spcBef>
              <a:buClr>
                <a:srgbClr val="FCFCFC"/>
              </a:buClr>
              <a:buSzPts val="1800"/>
              <a:defRPr/>
            </a:pPr>
            <a:r>
              <a:rPr lang="en-US" sz="1200" b="1" dirty="0">
                <a:solidFill>
                  <a:srgbClr val="FCFCFC"/>
                </a:solidFill>
                <a:latin typeface="Montserrat" panose="00000500000000000000" pitchFamily="2" charset="0"/>
                <a:cs typeface="Poppins"/>
                <a:sym typeface="Poppins"/>
              </a:rPr>
              <a:t>Risk Analyst</a:t>
            </a:r>
          </a:p>
          <a:p>
            <a:pPr lvl="0">
              <a:spcBef>
                <a:spcPts val="300"/>
              </a:spcBef>
              <a:buClr>
                <a:srgbClr val="FCFCFC"/>
              </a:buClr>
              <a:buSzPts val="1800"/>
              <a:defRPr/>
            </a:pPr>
            <a:r>
              <a:rPr lang="en-US" sz="1200" dirty="0">
                <a:solidFill>
                  <a:srgbClr val="FCFCFC"/>
                </a:solidFill>
                <a:latin typeface="Montserrat" panose="00000500000000000000" pitchFamily="2" charset="0"/>
                <a:cs typeface="Poppins"/>
                <a:sym typeface="Poppins"/>
              </a:rPr>
              <a:t>• </a:t>
            </a:r>
            <a:r>
              <a:rPr lang="en-US" sz="1200" dirty="0" err="1">
                <a:solidFill>
                  <a:srgbClr val="FCFCFC"/>
                </a:solidFill>
                <a:latin typeface="Montserrat" panose="00000500000000000000" pitchFamily="2" charset="0"/>
                <a:cs typeface="Poppins"/>
                <a:sym typeface="Poppins"/>
              </a:rPr>
              <a:t>VaR</a:t>
            </a:r>
            <a:r>
              <a:rPr lang="en-US" sz="1200" dirty="0">
                <a:solidFill>
                  <a:srgbClr val="FCFCFC"/>
                </a:solidFill>
                <a:latin typeface="Montserrat" panose="00000500000000000000" pitchFamily="2" charset="0"/>
                <a:cs typeface="Poppins"/>
                <a:sym typeface="Poppins"/>
              </a:rPr>
              <a:t> modeling (Historical, Parametric, Monte Carlo)</a:t>
            </a:r>
          </a:p>
          <a:p>
            <a:pPr lvl="0">
              <a:spcBef>
                <a:spcPts val="300"/>
              </a:spcBef>
              <a:buClr>
                <a:srgbClr val="FCFCFC"/>
              </a:buClr>
              <a:buSzPts val="1800"/>
              <a:defRPr/>
            </a:pPr>
            <a:r>
              <a:rPr lang="en-US" sz="1200" dirty="0">
                <a:solidFill>
                  <a:srgbClr val="FCFCFC"/>
                </a:solidFill>
                <a:latin typeface="Montserrat" panose="00000500000000000000" pitchFamily="2" charset="0"/>
                <a:cs typeface="Poppins"/>
                <a:sym typeface="Poppins"/>
              </a:rPr>
              <a:t>• Results comparison</a:t>
            </a:r>
          </a:p>
        </p:txBody>
      </p:sp>
      <p:sp>
        <p:nvSpPr>
          <p:cNvPr id="4154" name="ZoneTexte 4153">
            <a:extLst>
              <a:ext uri="{FF2B5EF4-FFF2-40B4-BE49-F238E27FC236}">
                <a16:creationId xmlns:a16="http://schemas.microsoft.com/office/drawing/2014/main" id="{F4DAD325-05D6-FEBB-4C84-8DDAAE1032ED}"/>
              </a:ext>
            </a:extLst>
          </p:cNvPr>
          <p:cNvSpPr txBox="1"/>
          <p:nvPr/>
        </p:nvSpPr>
        <p:spPr>
          <a:xfrm>
            <a:off x="5980560" y="2653881"/>
            <a:ext cx="1657277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300"/>
              </a:spcBef>
              <a:buClr>
                <a:srgbClr val="FCFCFC"/>
              </a:buClr>
              <a:buSzPts val="1800"/>
              <a:defRPr/>
            </a:pPr>
            <a:r>
              <a:rPr lang="en-US" sz="1200" b="1" dirty="0">
                <a:solidFill>
                  <a:srgbClr val="FCFCFC"/>
                </a:solidFill>
                <a:latin typeface="Montserrat" panose="00000500000000000000" pitchFamily="2" charset="0"/>
                <a:cs typeface="Poppins"/>
                <a:sym typeface="Poppins"/>
              </a:rPr>
              <a:t>Data Visualization</a:t>
            </a:r>
          </a:p>
          <a:p>
            <a:pPr lvl="0">
              <a:spcBef>
                <a:spcPts val="300"/>
              </a:spcBef>
              <a:buClr>
                <a:srgbClr val="FCFCFC"/>
              </a:buClr>
              <a:buSzPts val="1800"/>
              <a:defRPr/>
            </a:pPr>
            <a:r>
              <a:rPr lang="en-US" sz="1200" dirty="0">
                <a:solidFill>
                  <a:srgbClr val="FCFCFC"/>
                </a:solidFill>
                <a:latin typeface="Montserrat" panose="00000500000000000000" pitchFamily="2" charset="0"/>
                <a:cs typeface="Poppins"/>
                <a:sym typeface="Poppins"/>
              </a:rPr>
              <a:t>• Charts and dashboard (</a:t>
            </a:r>
            <a:r>
              <a:rPr lang="en-US" sz="1200" dirty="0" err="1">
                <a:solidFill>
                  <a:srgbClr val="FCFCFC"/>
                </a:solidFill>
                <a:latin typeface="Montserrat" panose="00000500000000000000" pitchFamily="2" charset="0"/>
                <a:cs typeface="Poppins"/>
                <a:sym typeface="Poppins"/>
              </a:rPr>
              <a:t>Streamlit</a:t>
            </a:r>
            <a:r>
              <a:rPr lang="en-US" sz="1200" dirty="0">
                <a:solidFill>
                  <a:srgbClr val="FCFCFC"/>
                </a:solidFill>
                <a:latin typeface="Montserrat" panose="00000500000000000000" pitchFamily="2" charset="0"/>
                <a:cs typeface="Poppins"/>
                <a:sym typeface="Poppins"/>
              </a:rPr>
              <a:t>)</a:t>
            </a:r>
          </a:p>
          <a:p>
            <a:pPr lvl="0">
              <a:spcBef>
                <a:spcPts val="300"/>
              </a:spcBef>
              <a:buClr>
                <a:srgbClr val="FCFCFC"/>
              </a:buClr>
              <a:buSzPts val="1800"/>
              <a:defRPr/>
            </a:pPr>
            <a:r>
              <a:rPr lang="en-US" sz="1200" dirty="0">
                <a:solidFill>
                  <a:srgbClr val="FCFCFC"/>
                </a:solidFill>
                <a:latin typeface="Montserrat" panose="00000500000000000000" pitchFamily="2" charset="0"/>
                <a:cs typeface="Poppins"/>
                <a:sym typeface="Poppins"/>
              </a:rPr>
              <a:t>• Presentation and interpretation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652;p31">
            <a:extLst>
              <a:ext uri="{FF2B5EF4-FFF2-40B4-BE49-F238E27FC236}">
                <a16:creationId xmlns:a16="http://schemas.microsoft.com/office/drawing/2014/main" id="{23ADC7D6-85BF-5947-36F8-C75EB0ED1A7E}"/>
              </a:ext>
            </a:extLst>
          </p:cNvPr>
          <p:cNvSpPr/>
          <p:nvPr/>
        </p:nvSpPr>
        <p:spPr>
          <a:xfrm rot="13833419">
            <a:off x="-362071" y="-96195"/>
            <a:ext cx="3046319" cy="3030085"/>
          </a:xfrm>
          <a:custGeom>
            <a:avLst/>
            <a:gdLst/>
            <a:ahLst/>
            <a:cxnLst/>
            <a:rect l="l" t="t" r="r" b="b"/>
            <a:pathLst>
              <a:path w="2199247" h="2187527" extrusionOk="0">
                <a:moveTo>
                  <a:pt x="27680" y="1108861"/>
                </a:moveTo>
                <a:lnTo>
                  <a:pt x="845687" y="51776"/>
                </a:lnTo>
                <a:cubicBezTo>
                  <a:pt x="891979" y="-8041"/>
                  <a:pt x="979895" y="-17375"/>
                  <a:pt x="1042188" y="30821"/>
                </a:cubicBezTo>
                <a:lnTo>
                  <a:pt x="2142611" y="883118"/>
                </a:lnTo>
                <a:cubicBezTo>
                  <a:pt x="2204810" y="931315"/>
                  <a:pt x="2217764" y="1018850"/>
                  <a:pt x="2171567" y="1078667"/>
                </a:cubicBezTo>
                <a:lnTo>
                  <a:pt x="1353560" y="2135751"/>
                </a:lnTo>
                <a:cubicBezTo>
                  <a:pt x="1307269" y="2195568"/>
                  <a:pt x="1219353" y="2204903"/>
                  <a:pt x="1157060" y="2156706"/>
                </a:cubicBezTo>
                <a:lnTo>
                  <a:pt x="56636" y="1304409"/>
                </a:lnTo>
                <a:cubicBezTo>
                  <a:pt x="-5562" y="1256213"/>
                  <a:pt x="-18516" y="1168678"/>
                  <a:pt x="27680" y="1108861"/>
                </a:cubicBezTo>
                <a:close/>
              </a:path>
            </a:pathLst>
          </a:custGeom>
          <a:solidFill>
            <a:srgbClr val="181D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2" name="Google Shape;4652;p31"/>
          <p:cNvSpPr/>
          <p:nvPr/>
        </p:nvSpPr>
        <p:spPr>
          <a:xfrm rot="-4983273">
            <a:off x="2130152" y="-2020579"/>
            <a:ext cx="3046319" cy="3030085"/>
          </a:xfrm>
          <a:custGeom>
            <a:avLst/>
            <a:gdLst/>
            <a:ahLst/>
            <a:cxnLst/>
            <a:rect l="l" t="t" r="r" b="b"/>
            <a:pathLst>
              <a:path w="2199247" h="2187527" extrusionOk="0">
                <a:moveTo>
                  <a:pt x="27680" y="1108861"/>
                </a:moveTo>
                <a:lnTo>
                  <a:pt x="845687" y="51776"/>
                </a:lnTo>
                <a:cubicBezTo>
                  <a:pt x="891979" y="-8041"/>
                  <a:pt x="979895" y="-17375"/>
                  <a:pt x="1042188" y="30821"/>
                </a:cubicBezTo>
                <a:lnTo>
                  <a:pt x="2142611" y="883118"/>
                </a:lnTo>
                <a:cubicBezTo>
                  <a:pt x="2204810" y="931315"/>
                  <a:pt x="2217764" y="1018850"/>
                  <a:pt x="2171567" y="1078667"/>
                </a:cubicBezTo>
                <a:lnTo>
                  <a:pt x="1353560" y="2135751"/>
                </a:lnTo>
                <a:cubicBezTo>
                  <a:pt x="1307269" y="2195568"/>
                  <a:pt x="1219353" y="2204903"/>
                  <a:pt x="1157060" y="2156706"/>
                </a:cubicBezTo>
                <a:lnTo>
                  <a:pt x="56636" y="1304409"/>
                </a:lnTo>
                <a:cubicBezTo>
                  <a:pt x="-5562" y="1256213"/>
                  <a:pt x="-18516" y="1168678"/>
                  <a:pt x="27680" y="110886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57" name="Google Shape;4157;p31"/>
          <p:cNvGrpSpPr/>
          <p:nvPr/>
        </p:nvGrpSpPr>
        <p:grpSpPr>
          <a:xfrm rot="10800000">
            <a:off x="4572011" y="1152442"/>
            <a:ext cx="4552378" cy="4582857"/>
            <a:chOff x="3819525" y="1138237"/>
            <a:chExt cx="4552378" cy="4582857"/>
          </a:xfrm>
        </p:grpSpPr>
        <p:grpSp>
          <p:nvGrpSpPr>
            <p:cNvPr id="4158" name="Google Shape;4158;p31"/>
            <p:cNvGrpSpPr/>
            <p:nvPr/>
          </p:nvGrpSpPr>
          <p:grpSpPr>
            <a:xfrm>
              <a:off x="3821144" y="1138237"/>
              <a:ext cx="4550759" cy="4582857"/>
              <a:chOff x="3821144" y="1138237"/>
              <a:chExt cx="4550759" cy="4582857"/>
            </a:xfrm>
          </p:grpSpPr>
          <p:sp>
            <p:nvSpPr>
              <p:cNvPr id="4159" name="Google Shape;4159;p31"/>
              <p:cNvSpPr/>
              <p:nvPr/>
            </p:nvSpPr>
            <p:spPr>
              <a:xfrm>
                <a:off x="3821144" y="5675089"/>
                <a:ext cx="23050" cy="46005"/>
              </a:xfrm>
              <a:custGeom>
                <a:avLst/>
                <a:gdLst/>
                <a:ahLst/>
                <a:cxnLst/>
                <a:rect l="l" t="t" r="r" b="b"/>
                <a:pathLst>
                  <a:path w="23050" h="46005" extrusionOk="0">
                    <a:moveTo>
                      <a:pt x="0" y="0"/>
                    </a:moveTo>
                    <a:cubicBezTo>
                      <a:pt x="12668" y="0"/>
                      <a:pt x="23051" y="10287"/>
                      <a:pt x="23051" y="22955"/>
                    </a:cubicBezTo>
                    <a:cubicBezTo>
                      <a:pt x="23051" y="35623"/>
                      <a:pt x="12764" y="46006"/>
                      <a:pt x="0" y="4600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0" name="Google Shape;4160;p31"/>
              <p:cNvSpPr/>
              <p:nvPr/>
            </p:nvSpPr>
            <p:spPr>
              <a:xfrm>
                <a:off x="3870960" y="5594127"/>
                <a:ext cx="45148" cy="45148"/>
              </a:xfrm>
              <a:custGeom>
                <a:avLst/>
                <a:gdLst/>
                <a:ahLst/>
                <a:cxnLst/>
                <a:rect l="l" t="t" r="r" b="b"/>
                <a:pathLst>
                  <a:path w="45148" h="45148" extrusionOk="0">
                    <a:moveTo>
                      <a:pt x="22574" y="45148"/>
                    </a:moveTo>
                    <a:cubicBezTo>
                      <a:pt x="10096" y="45148"/>
                      <a:pt x="0" y="35052"/>
                      <a:pt x="0" y="22574"/>
                    </a:cubicBezTo>
                    <a:cubicBezTo>
                      <a:pt x="0" y="10096"/>
                      <a:pt x="10096" y="0"/>
                      <a:pt x="22574" y="0"/>
                    </a:cubicBezTo>
                    <a:cubicBezTo>
                      <a:pt x="35052" y="0"/>
                      <a:pt x="45149" y="10096"/>
                      <a:pt x="45149" y="22574"/>
                    </a:cubicBezTo>
                    <a:cubicBezTo>
                      <a:pt x="45149" y="35052"/>
                      <a:pt x="35052" y="45148"/>
                      <a:pt x="22574" y="45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1" name="Google Shape;4161;p31"/>
              <p:cNvSpPr/>
              <p:nvPr/>
            </p:nvSpPr>
            <p:spPr>
              <a:xfrm>
                <a:off x="3952684" y="5513069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7"/>
                    </a:moveTo>
                    <a:cubicBezTo>
                      <a:pt x="9906" y="44387"/>
                      <a:pt x="0" y="34481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1"/>
                      <a:pt x="34481" y="44387"/>
                      <a:pt x="22193" y="443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2" name="Google Shape;4162;p31"/>
              <p:cNvSpPr/>
              <p:nvPr/>
            </p:nvSpPr>
            <p:spPr>
              <a:xfrm>
                <a:off x="4034504" y="5432011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811"/>
                      <a:pt x="43625" y="21812"/>
                    </a:cubicBezTo>
                    <a:cubicBezTo>
                      <a:pt x="43625" y="33814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3" name="Google Shape;4163;p31"/>
              <p:cNvSpPr/>
              <p:nvPr/>
            </p:nvSpPr>
            <p:spPr>
              <a:xfrm>
                <a:off x="4116323" y="5350953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4" name="Google Shape;4164;p31"/>
              <p:cNvSpPr/>
              <p:nvPr/>
            </p:nvSpPr>
            <p:spPr>
              <a:xfrm>
                <a:off x="4198238" y="5270086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5" name="Google Shape;4165;p31"/>
              <p:cNvSpPr/>
              <p:nvPr/>
            </p:nvSpPr>
            <p:spPr>
              <a:xfrm>
                <a:off x="4279963" y="5189028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6" name="Google Shape;4166;p31"/>
              <p:cNvSpPr/>
              <p:nvPr/>
            </p:nvSpPr>
            <p:spPr>
              <a:xfrm>
                <a:off x="4361783" y="5107971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7" name="Google Shape;4167;p31"/>
              <p:cNvSpPr/>
              <p:nvPr/>
            </p:nvSpPr>
            <p:spPr>
              <a:xfrm>
                <a:off x="4443602" y="5026913"/>
                <a:ext cx="39624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8" name="Google Shape;4168;p31"/>
              <p:cNvSpPr/>
              <p:nvPr/>
            </p:nvSpPr>
            <p:spPr>
              <a:xfrm>
                <a:off x="4525518" y="4946046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9" name="Google Shape;4169;p31"/>
              <p:cNvSpPr/>
              <p:nvPr/>
            </p:nvSpPr>
            <p:spPr>
              <a:xfrm>
                <a:off x="4607337" y="486498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0" name="Google Shape;4170;p31"/>
              <p:cNvSpPr/>
              <p:nvPr/>
            </p:nvSpPr>
            <p:spPr>
              <a:xfrm>
                <a:off x="4689062" y="4783930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1" name="Google Shape;4171;p31"/>
              <p:cNvSpPr/>
              <p:nvPr/>
            </p:nvSpPr>
            <p:spPr>
              <a:xfrm>
                <a:off x="4770881" y="4702872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2" name="Google Shape;4172;p31"/>
              <p:cNvSpPr/>
              <p:nvPr/>
            </p:nvSpPr>
            <p:spPr>
              <a:xfrm>
                <a:off x="4852797" y="4622005"/>
                <a:ext cx="35432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2" h="35433" extrusionOk="0">
                    <a:moveTo>
                      <a:pt x="17716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6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6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3" name="Google Shape;4173;p31"/>
              <p:cNvSpPr/>
              <p:nvPr/>
            </p:nvSpPr>
            <p:spPr>
              <a:xfrm>
                <a:off x="4934616" y="4540947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4" name="Google Shape;4174;p31"/>
              <p:cNvSpPr/>
              <p:nvPr/>
            </p:nvSpPr>
            <p:spPr>
              <a:xfrm>
                <a:off x="5016436" y="4459890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5" name="Google Shape;4175;p31"/>
              <p:cNvSpPr/>
              <p:nvPr/>
            </p:nvSpPr>
            <p:spPr>
              <a:xfrm>
                <a:off x="5098161" y="4378832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6" name="Google Shape;4176;p31"/>
              <p:cNvSpPr/>
              <p:nvPr/>
            </p:nvSpPr>
            <p:spPr>
              <a:xfrm>
                <a:off x="5180075" y="4297870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193"/>
                    </a:cubicBezTo>
                    <a:cubicBezTo>
                      <a:pt x="32195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7" name="Google Shape;4177;p31"/>
              <p:cNvSpPr/>
              <p:nvPr/>
            </p:nvSpPr>
            <p:spPr>
              <a:xfrm>
                <a:off x="5261895" y="421690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8" name="Google Shape;4178;p31"/>
              <p:cNvSpPr/>
              <p:nvPr/>
            </p:nvSpPr>
            <p:spPr>
              <a:xfrm>
                <a:off x="5343715" y="413584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9" name="Google Shape;4179;p31"/>
              <p:cNvSpPr/>
              <p:nvPr/>
            </p:nvSpPr>
            <p:spPr>
              <a:xfrm>
                <a:off x="5425535" y="4054792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0" name="Google Shape;4180;p31"/>
              <p:cNvSpPr/>
              <p:nvPr/>
            </p:nvSpPr>
            <p:spPr>
              <a:xfrm>
                <a:off x="5507259" y="3973734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1" name="Google Shape;4181;p31"/>
              <p:cNvSpPr/>
              <p:nvPr/>
            </p:nvSpPr>
            <p:spPr>
              <a:xfrm>
                <a:off x="5589174" y="3892867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2" name="Google Shape;4182;p31"/>
              <p:cNvSpPr/>
              <p:nvPr/>
            </p:nvSpPr>
            <p:spPr>
              <a:xfrm>
                <a:off x="5670994" y="3811809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3" name="Google Shape;4183;p31"/>
              <p:cNvSpPr/>
              <p:nvPr/>
            </p:nvSpPr>
            <p:spPr>
              <a:xfrm>
                <a:off x="5752814" y="3730751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4" name="Google Shape;4184;p31"/>
              <p:cNvSpPr/>
              <p:nvPr/>
            </p:nvSpPr>
            <p:spPr>
              <a:xfrm>
                <a:off x="5834633" y="364969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5" name="Google Shape;4185;p31"/>
              <p:cNvSpPr/>
              <p:nvPr/>
            </p:nvSpPr>
            <p:spPr>
              <a:xfrm>
                <a:off x="5916453" y="35688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6" name="Google Shape;4186;p31"/>
              <p:cNvSpPr/>
              <p:nvPr/>
            </p:nvSpPr>
            <p:spPr>
              <a:xfrm>
                <a:off x="5998273" y="348767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7" name="Google Shape;4187;p31"/>
              <p:cNvSpPr/>
              <p:nvPr/>
            </p:nvSpPr>
            <p:spPr>
              <a:xfrm>
                <a:off x="6080093" y="340661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8" name="Google Shape;4188;p31"/>
              <p:cNvSpPr/>
              <p:nvPr/>
            </p:nvSpPr>
            <p:spPr>
              <a:xfrm>
                <a:off x="6161912" y="332555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9" name="Google Shape;4189;p31"/>
              <p:cNvSpPr/>
              <p:nvPr/>
            </p:nvSpPr>
            <p:spPr>
              <a:xfrm>
                <a:off x="6243828" y="3244690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0" name="Google Shape;4190;p31"/>
              <p:cNvSpPr/>
              <p:nvPr/>
            </p:nvSpPr>
            <p:spPr>
              <a:xfrm>
                <a:off x="6325552" y="316363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8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8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8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1" name="Google Shape;4191;p31"/>
              <p:cNvSpPr/>
              <p:nvPr/>
            </p:nvSpPr>
            <p:spPr>
              <a:xfrm>
                <a:off x="6407372" y="3082575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2" name="Google Shape;4192;p31"/>
              <p:cNvSpPr/>
              <p:nvPr/>
            </p:nvSpPr>
            <p:spPr>
              <a:xfrm>
                <a:off x="6489191" y="3001517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3" name="Google Shape;4193;p31"/>
              <p:cNvSpPr/>
              <p:nvPr/>
            </p:nvSpPr>
            <p:spPr>
              <a:xfrm>
                <a:off x="6571107" y="292065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4" name="Google Shape;4194;p31"/>
              <p:cNvSpPr/>
              <p:nvPr/>
            </p:nvSpPr>
            <p:spPr>
              <a:xfrm>
                <a:off x="6652926" y="283959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5" name="Google Shape;4195;p31"/>
              <p:cNvSpPr/>
              <p:nvPr/>
            </p:nvSpPr>
            <p:spPr>
              <a:xfrm>
                <a:off x="6734651" y="275853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6" name="Google Shape;4196;p31"/>
              <p:cNvSpPr/>
              <p:nvPr/>
            </p:nvSpPr>
            <p:spPr>
              <a:xfrm>
                <a:off x="6816471" y="267747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7" name="Google Shape;4197;p31"/>
              <p:cNvSpPr/>
              <p:nvPr/>
            </p:nvSpPr>
            <p:spPr>
              <a:xfrm>
                <a:off x="6898385" y="2596419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8" name="Google Shape;4198;p31"/>
              <p:cNvSpPr/>
              <p:nvPr/>
            </p:nvSpPr>
            <p:spPr>
              <a:xfrm>
                <a:off x="6980205" y="2515552"/>
                <a:ext cx="14478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4477" extrusionOk="0">
                    <a:moveTo>
                      <a:pt x="7239" y="14478"/>
                    </a:moveTo>
                    <a:cubicBezTo>
                      <a:pt x="3239" y="14478"/>
                      <a:pt x="0" y="11239"/>
                      <a:pt x="0" y="7239"/>
                    </a:cubicBezTo>
                    <a:cubicBezTo>
                      <a:pt x="0" y="3238"/>
                      <a:pt x="3239" y="0"/>
                      <a:pt x="7239" y="0"/>
                    </a:cubicBezTo>
                    <a:cubicBezTo>
                      <a:pt x="11240" y="0"/>
                      <a:pt x="14478" y="3238"/>
                      <a:pt x="14478" y="7239"/>
                    </a:cubicBezTo>
                    <a:cubicBezTo>
                      <a:pt x="14478" y="11239"/>
                      <a:pt x="11240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9" name="Google Shape;4199;p31"/>
              <p:cNvSpPr/>
              <p:nvPr/>
            </p:nvSpPr>
            <p:spPr>
              <a:xfrm>
                <a:off x="7062025" y="2434494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0" name="Google Shape;4200;p31"/>
              <p:cNvSpPr/>
              <p:nvPr/>
            </p:nvSpPr>
            <p:spPr>
              <a:xfrm>
                <a:off x="7143750" y="2353436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1" name="Google Shape;4201;p31"/>
              <p:cNvSpPr/>
              <p:nvPr/>
            </p:nvSpPr>
            <p:spPr>
              <a:xfrm>
                <a:off x="7225569" y="2272378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2" name="Google Shape;4202;p31"/>
              <p:cNvSpPr/>
              <p:nvPr/>
            </p:nvSpPr>
            <p:spPr>
              <a:xfrm>
                <a:off x="7307484" y="219151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3" name="Google Shape;4203;p31"/>
              <p:cNvSpPr/>
              <p:nvPr/>
            </p:nvSpPr>
            <p:spPr>
              <a:xfrm>
                <a:off x="7389304" y="211045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4" name="Google Shape;4204;p31"/>
              <p:cNvSpPr/>
              <p:nvPr/>
            </p:nvSpPr>
            <p:spPr>
              <a:xfrm>
                <a:off x="7471124" y="2029395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6" y="2191"/>
                      <a:pt x="9716" y="4858"/>
                    </a:cubicBezTo>
                    <a:cubicBezTo>
                      <a:pt x="9716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5" name="Google Shape;4205;p31"/>
              <p:cNvSpPr/>
              <p:nvPr/>
            </p:nvSpPr>
            <p:spPr>
              <a:xfrm>
                <a:off x="7552848" y="1948338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6" name="Google Shape;4206;p31"/>
              <p:cNvSpPr/>
              <p:nvPr/>
            </p:nvSpPr>
            <p:spPr>
              <a:xfrm>
                <a:off x="7634763" y="1867470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7" name="Google Shape;4207;p31"/>
              <p:cNvSpPr/>
              <p:nvPr/>
            </p:nvSpPr>
            <p:spPr>
              <a:xfrm>
                <a:off x="7716583" y="1786413"/>
                <a:ext cx="7238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8" h="7238" extrusionOk="0">
                    <a:moveTo>
                      <a:pt x="3619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19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19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8" name="Google Shape;4208;p31"/>
              <p:cNvSpPr/>
              <p:nvPr/>
            </p:nvSpPr>
            <p:spPr>
              <a:xfrm>
                <a:off x="7798403" y="1705355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9" name="Google Shape;4209;p31"/>
              <p:cNvSpPr/>
              <p:nvPr/>
            </p:nvSpPr>
            <p:spPr>
              <a:xfrm>
                <a:off x="7880223" y="1624297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0" name="Google Shape;4210;p31"/>
              <p:cNvSpPr/>
              <p:nvPr/>
            </p:nvSpPr>
            <p:spPr>
              <a:xfrm>
                <a:off x="7962042" y="1543430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1" name="Google Shape;4211;p31"/>
              <p:cNvSpPr/>
              <p:nvPr/>
            </p:nvSpPr>
            <p:spPr>
              <a:xfrm>
                <a:off x="8043862" y="1462372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048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2" name="Google Shape;4212;p31"/>
              <p:cNvSpPr/>
              <p:nvPr/>
            </p:nvSpPr>
            <p:spPr>
              <a:xfrm>
                <a:off x="8125682" y="1381315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3" name="Google Shape;4213;p31"/>
              <p:cNvSpPr/>
              <p:nvPr/>
            </p:nvSpPr>
            <p:spPr>
              <a:xfrm>
                <a:off x="8207501" y="1300257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4" name="Google Shape;4214;p31"/>
              <p:cNvSpPr/>
              <p:nvPr/>
            </p:nvSpPr>
            <p:spPr>
              <a:xfrm>
                <a:off x="8289416" y="1219390"/>
                <a:ext cx="1524" cy="152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1523" extrusionOk="0">
                    <a:moveTo>
                      <a:pt x="762" y="1524"/>
                    </a:moveTo>
                    <a:cubicBezTo>
                      <a:pt x="762" y="1524"/>
                      <a:pt x="0" y="1143"/>
                      <a:pt x="0" y="762"/>
                    </a:cubicBezTo>
                    <a:cubicBezTo>
                      <a:pt x="0" y="381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524"/>
                      <a:pt x="762" y="1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5" name="Google Shape;4215;p31"/>
              <p:cNvSpPr/>
              <p:nvPr/>
            </p:nvSpPr>
            <p:spPr>
              <a:xfrm>
                <a:off x="8371141" y="1138237"/>
                <a:ext cx="762" cy="76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761" extrusionOk="0">
                    <a:moveTo>
                      <a:pt x="381" y="762"/>
                    </a:moveTo>
                    <a:cubicBezTo>
                      <a:pt x="381" y="762"/>
                      <a:pt x="0" y="572"/>
                      <a:pt x="0" y="381"/>
                    </a:cubicBezTo>
                    <a:cubicBezTo>
                      <a:pt x="0" y="191"/>
                      <a:pt x="191" y="0"/>
                      <a:pt x="381" y="0"/>
                    </a:cubicBezTo>
                    <a:cubicBezTo>
                      <a:pt x="572" y="0"/>
                      <a:pt x="762" y="191"/>
                      <a:pt x="762" y="381"/>
                    </a:cubicBezTo>
                    <a:cubicBezTo>
                      <a:pt x="762" y="572"/>
                      <a:pt x="572" y="762"/>
                      <a:pt x="381" y="7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16" name="Google Shape;4216;p31"/>
            <p:cNvGrpSpPr/>
            <p:nvPr/>
          </p:nvGrpSpPr>
          <p:grpSpPr>
            <a:xfrm>
              <a:off x="3819525" y="1144142"/>
              <a:ext cx="4396262" cy="4419980"/>
              <a:chOff x="3819525" y="1144142"/>
              <a:chExt cx="4396262" cy="4419980"/>
            </a:xfrm>
          </p:grpSpPr>
          <p:sp>
            <p:nvSpPr>
              <p:cNvPr id="4217" name="Google Shape;4217;p31"/>
              <p:cNvSpPr/>
              <p:nvPr/>
            </p:nvSpPr>
            <p:spPr>
              <a:xfrm>
                <a:off x="3819525" y="5518879"/>
                <a:ext cx="22574" cy="45243"/>
              </a:xfrm>
              <a:custGeom>
                <a:avLst/>
                <a:gdLst/>
                <a:ahLst/>
                <a:cxnLst/>
                <a:rect l="l" t="t" r="r" b="b"/>
                <a:pathLst>
                  <a:path w="22574" h="45243" extrusionOk="0">
                    <a:moveTo>
                      <a:pt x="0" y="95"/>
                    </a:moveTo>
                    <a:cubicBezTo>
                      <a:pt x="12478" y="95"/>
                      <a:pt x="22574" y="10192"/>
                      <a:pt x="22574" y="22670"/>
                    </a:cubicBezTo>
                    <a:cubicBezTo>
                      <a:pt x="22574" y="35147"/>
                      <a:pt x="12478" y="45244"/>
                      <a:pt x="0" y="452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8" name="Google Shape;4218;p31"/>
              <p:cNvSpPr/>
              <p:nvPr/>
            </p:nvSpPr>
            <p:spPr>
              <a:xfrm>
                <a:off x="3877532" y="5438012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6"/>
                    </a:moveTo>
                    <a:cubicBezTo>
                      <a:pt x="9906" y="44386"/>
                      <a:pt x="0" y="34480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0"/>
                      <a:pt x="34481" y="44386"/>
                      <a:pt x="22193" y="44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9" name="Google Shape;4219;p31"/>
              <p:cNvSpPr/>
              <p:nvPr/>
            </p:nvSpPr>
            <p:spPr>
              <a:xfrm>
                <a:off x="3959352" y="5356859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5"/>
                    </a:moveTo>
                    <a:cubicBezTo>
                      <a:pt x="9811" y="43625"/>
                      <a:pt x="0" y="33909"/>
                      <a:pt x="0" y="21812"/>
                    </a:cubicBezTo>
                    <a:cubicBezTo>
                      <a:pt x="0" y="9716"/>
                      <a:pt x="9715" y="0"/>
                      <a:pt x="21812" y="0"/>
                    </a:cubicBezTo>
                    <a:cubicBezTo>
                      <a:pt x="33909" y="0"/>
                      <a:pt x="43625" y="9716"/>
                      <a:pt x="43625" y="21812"/>
                    </a:cubicBezTo>
                    <a:cubicBezTo>
                      <a:pt x="43625" y="33909"/>
                      <a:pt x="33909" y="43625"/>
                      <a:pt x="21812" y="436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0" name="Google Shape;4220;p31"/>
              <p:cNvSpPr/>
              <p:nvPr/>
            </p:nvSpPr>
            <p:spPr>
              <a:xfrm>
                <a:off x="4041171" y="5275801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620"/>
                      <a:pt x="42863" y="21431"/>
                    </a:cubicBezTo>
                    <a:cubicBezTo>
                      <a:pt x="42863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1" name="Google Shape;4221;p31"/>
              <p:cNvSpPr/>
              <p:nvPr/>
            </p:nvSpPr>
            <p:spPr>
              <a:xfrm>
                <a:off x="4123086" y="5194934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2" name="Google Shape;4222;p31"/>
              <p:cNvSpPr/>
              <p:nvPr/>
            </p:nvSpPr>
            <p:spPr>
              <a:xfrm>
                <a:off x="4204906" y="5113876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3" name="Google Shape;4223;p31"/>
              <p:cNvSpPr/>
              <p:nvPr/>
            </p:nvSpPr>
            <p:spPr>
              <a:xfrm>
                <a:off x="4286631" y="5032819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4" name="Google Shape;4224;p31"/>
              <p:cNvSpPr/>
              <p:nvPr/>
            </p:nvSpPr>
            <p:spPr>
              <a:xfrm>
                <a:off x="4368450" y="4951761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5" name="Google Shape;4225;p31"/>
              <p:cNvSpPr/>
              <p:nvPr/>
            </p:nvSpPr>
            <p:spPr>
              <a:xfrm>
                <a:off x="4450365" y="4870894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6" name="Google Shape;4226;p31"/>
              <p:cNvSpPr/>
              <p:nvPr/>
            </p:nvSpPr>
            <p:spPr>
              <a:xfrm>
                <a:off x="4532185" y="4789836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7" name="Google Shape;4227;p31"/>
              <p:cNvSpPr/>
              <p:nvPr/>
            </p:nvSpPr>
            <p:spPr>
              <a:xfrm>
                <a:off x="4614005" y="470877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8" name="Google Shape;4228;p31"/>
              <p:cNvSpPr/>
              <p:nvPr/>
            </p:nvSpPr>
            <p:spPr>
              <a:xfrm>
                <a:off x="4695729" y="462772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9" name="Google Shape;4229;p31"/>
              <p:cNvSpPr/>
              <p:nvPr/>
            </p:nvSpPr>
            <p:spPr>
              <a:xfrm>
                <a:off x="4777644" y="4546758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432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0" name="Google Shape;4230;p31"/>
              <p:cNvSpPr/>
              <p:nvPr/>
            </p:nvSpPr>
            <p:spPr>
              <a:xfrm>
                <a:off x="4859464" y="4465795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1" name="Google Shape;4231;p31"/>
              <p:cNvSpPr/>
              <p:nvPr/>
            </p:nvSpPr>
            <p:spPr>
              <a:xfrm>
                <a:off x="4941284" y="4384737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2" name="Google Shape;4232;p31"/>
              <p:cNvSpPr/>
              <p:nvPr/>
            </p:nvSpPr>
            <p:spPr>
              <a:xfrm>
                <a:off x="5023104" y="4303680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3" name="Google Shape;4233;p31"/>
              <p:cNvSpPr/>
              <p:nvPr/>
            </p:nvSpPr>
            <p:spPr>
              <a:xfrm>
                <a:off x="5104923" y="4222622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097" y="32385"/>
                    </a:moveTo>
                    <a:cubicBezTo>
                      <a:pt x="7144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097" y="0"/>
                    </a:cubicBezTo>
                    <a:cubicBezTo>
                      <a:pt x="2495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097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4" name="Google Shape;4234;p31"/>
              <p:cNvSpPr/>
              <p:nvPr/>
            </p:nvSpPr>
            <p:spPr>
              <a:xfrm>
                <a:off x="5186743" y="4141755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5" name="Google Shape;4235;p31"/>
              <p:cNvSpPr/>
              <p:nvPr/>
            </p:nvSpPr>
            <p:spPr>
              <a:xfrm>
                <a:off x="5268563" y="4060697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6" name="Google Shape;4236;p31"/>
              <p:cNvSpPr/>
              <p:nvPr/>
            </p:nvSpPr>
            <p:spPr>
              <a:xfrm>
                <a:off x="5350383" y="3979639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7" name="Google Shape;4237;p31"/>
              <p:cNvSpPr/>
              <p:nvPr/>
            </p:nvSpPr>
            <p:spPr>
              <a:xfrm>
                <a:off x="5432202" y="389858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8" name="Google Shape;4238;p31"/>
              <p:cNvSpPr/>
              <p:nvPr/>
            </p:nvSpPr>
            <p:spPr>
              <a:xfrm>
                <a:off x="5514022" y="3817714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9" name="Google Shape;4239;p31"/>
              <p:cNvSpPr/>
              <p:nvPr/>
            </p:nvSpPr>
            <p:spPr>
              <a:xfrm>
                <a:off x="5595842" y="3736657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27432" y="13716"/>
                    </a:moveTo>
                    <a:cubicBezTo>
                      <a:pt x="27432" y="21291"/>
                      <a:pt x="21291" y="27432"/>
                      <a:pt x="13716" y="27432"/>
                    </a:cubicBezTo>
                    <a:cubicBezTo>
                      <a:pt x="6141" y="27432"/>
                      <a:pt x="0" y="21291"/>
                      <a:pt x="0" y="13716"/>
                    </a:cubicBezTo>
                    <a:cubicBezTo>
                      <a:pt x="0" y="6141"/>
                      <a:pt x="6141" y="0"/>
                      <a:pt x="13716" y="0"/>
                    </a:cubicBezTo>
                    <a:cubicBezTo>
                      <a:pt x="21291" y="0"/>
                      <a:pt x="27432" y="6141"/>
                      <a:pt x="27432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0" name="Google Shape;4240;p31"/>
              <p:cNvSpPr/>
              <p:nvPr/>
            </p:nvSpPr>
            <p:spPr>
              <a:xfrm>
                <a:off x="5677662" y="3655599"/>
                <a:ext cx="26670" cy="26669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69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1" name="Google Shape;4241;p31"/>
              <p:cNvSpPr/>
              <p:nvPr/>
            </p:nvSpPr>
            <p:spPr>
              <a:xfrm>
                <a:off x="5759481" y="3574541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2" name="Google Shape;4242;p31"/>
              <p:cNvSpPr/>
              <p:nvPr/>
            </p:nvSpPr>
            <p:spPr>
              <a:xfrm>
                <a:off x="5841396" y="3493674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3" name="Google Shape;4243;p31"/>
              <p:cNvSpPr/>
              <p:nvPr/>
            </p:nvSpPr>
            <p:spPr>
              <a:xfrm>
                <a:off x="5923121" y="3412616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4"/>
                    </a:moveTo>
                    <a:cubicBezTo>
                      <a:pt x="5429" y="24194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4"/>
                      <a:pt x="12097" y="24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4" name="Google Shape;4244;p31"/>
              <p:cNvSpPr/>
              <p:nvPr/>
            </p:nvSpPr>
            <p:spPr>
              <a:xfrm>
                <a:off x="6004941" y="3331558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5" name="Google Shape;4245;p31"/>
              <p:cNvSpPr/>
              <p:nvPr/>
            </p:nvSpPr>
            <p:spPr>
              <a:xfrm>
                <a:off x="6086760" y="3250500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6" name="Google Shape;4246;p31"/>
              <p:cNvSpPr/>
              <p:nvPr/>
            </p:nvSpPr>
            <p:spPr>
              <a:xfrm>
                <a:off x="6168675" y="3169538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7" name="Google Shape;4247;p31"/>
              <p:cNvSpPr/>
              <p:nvPr/>
            </p:nvSpPr>
            <p:spPr>
              <a:xfrm>
                <a:off x="6250400" y="308848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8" name="Google Shape;4248;p31"/>
              <p:cNvSpPr/>
              <p:nvPr/>
            </p:nvSpPr>
            <p:spPr>
              <a:xfrm>
                <a:off x="6332219" y="3007423"/>
                <a:ext cx="20193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3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9" name="Google Shape;4249;p31"/>
              <p:cNvSpPr/>
              <p:nvPr/>
            </p:nvSpPr>
            <p:spPr>
              <a:xfrm>
                <a:off x="6414039" y="2926365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0" name="Google Shape;4250;p31"/>
              <p:cNvSpPr/>
              <p:nvPr/>
            </p:nvSpPr>
            <p:spPr>
              <a:xfrm>
                <a:off x="6495954" y="2845498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8" y="4137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1" name="Google Shape;4251;p31"/>
              <p:cNvSpPr/>
              <p:nvPr/>
            </p:nvSpPr>
            <p:spPr>
              <a:xfrm>
                <a:off x="6577774" y="2764440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0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0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2" name="Google Shape;4252;p31"/>
              <p:cNvSpPr/>
              <p:nvPr/>
            </p:nvSpPr>
            <p:spPr>
              <a:xfrm>
                <a:off x="6659499" y="268338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3" name="Google Shape;4253;p31"/>
              <p:cNvSpPr/>
              <p:nvPr/>
            </p:nvSpPr>
            <p:spPr>
              <a:xfrm>
                <a:off x="6741318" y="260232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4" name="Google Shape;4254;p31"/>
              <p:cNvSpPr/>
              <p:nvPr/>
            </p:nvSpPr>
            <p:spPr>
              <a:xfrm>
                <a:off x="6823138" y="2521362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620"/>
                    </a:cubicBezTo>
                    <a:cubicBezTo>
                      <a:pt x="0" y="333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620"/>
                    </a:cubicBezTo>
                    <a:cubicBezTo>
                      <a:pt x="15430" y="11811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5" name="Google Shape;4255;p31"/>
              <p:cNvSpPr/>
              <p:nvPr/>
            </p:nvSpPr>
            <p:spPr>
              <a:xfrm>
                <a:off x="6905053" y="2440399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6" name="Google Shape;4256;p31"/>
              <p:cNvSpPr/>
              <p:nvPr/>
            </p:nvSpPr>
            <p:spPr>
              <a:xfrm>
                <a:off x="6986873" y="2359341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7" name="Google Shape;4257;p31"/>
              <p:cNvSpPr/>
              <p:nvPr/>
            </p:nvSpPr>
            <p:spPr>
              <a:xfrm>
                <a:off x="7068597" y="2278284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7" y="0"/>
                      <a:pt x="12954" y="2857"/>
                      <a:pt x="12954" y="6477"/>
                    </a:cubicBezTo>
                    <a:cubicBezTo>
                      <a:pt x="12954" y="10096"/>
                      <a:pt x="10097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8" name="Google Shape;4258;p31"/>
              <p:cNvSpPr/>
              <p:nvPr/>
            </p:nvSpPr>
            <p:spPr>
              <a:xfrm>
                <a:off x="7150417" y="2197226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9" name="Google Shape;4259;p31"/>
              <p:cNvSpPr/>
              <p:nvPr/>
            </p:nvSpPr>
            <p:spPr>
              <a:xfrm>
                <a:off x="7232332" y="2116359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0" name="Google Shape;4260;p31"/>
              <p:cNvSpPr/>
              <p:nvPr/>
            </p:nvSpPr>
            <p:spPr>
              <a:xfrm>
                <a:off x="7314152" y="2035301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7" y="2381"/>
                      <a:pt x="10477" y="5239"/>
                    </a:cubicBezTo>
                    <a:cubicBezTo>
                      <a:pt x="10477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1" name="Google Shape;4261;p31"/>
              <p:cNvSpPr/>
              <p:nvPr/>
            </p:nvSpPr>
            <p:spPr>
              <a:xfrm>
                <a:off x="7395972" y="1954243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2" name="Google Shape;4262;p31"/>
              <p:cNvSpPr/>
              <p:nvPr/>
            </p:nvSpPr>
            <p:spPr>
              <a:xfrm>
                <a:off x="7477696" y="187318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3" name="Google Shape;4263;p31"/>
              <p:cNvSpPr/>
              <p:nvPr/>
            </p:nvSpPr>
            <p:spPr>
              <a:xfrm>
                <a:off x="7559611" y="1792318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4" name="Google Shape;4264;p31"/>
              <p:cNvSpPr/>
              <p:nvPr/>
            </p:nvSpPr>
            <p:spPr>
              <a:xfrm>
                <a:off x="7641431" y="1711260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5" name="Google Shape;4265;p31"/>
              <p:cNvSpPr/>
              <p:nvPr/>
            </p:nvSpPr>
            <p:spPr>
              <a:xfrm>
                <a:off x="7723250" y="1630203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6" name="Google Shape;4266;p31"/>
              <p:cNvSpPr/>
              <p:nvPr/>
            </p:nvSpPr>
            <p:spPr>
              <a:xfrm>
                <a:off x="7805070" y="1549145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7" name="Google Shape;4267;p31"/>
              <p:cNvSpPr/>
              <p:nvPr/>
            </p:nvSpPr>
            <p:spPr>
              <a:xfrm>
                <a:off x="7886890" y="1468278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8" name="Google Shape;4268;p31"/>
              <p:cNvSpPr/>
              <p:nvPr/>
            </p:nvSpPr>
            <p:spPr>
              <a:xfrm>
                <a:off x="7968710" y="1387220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4000" y="2000"/>
                    </a:moveTo>
                    <a:cubicBezTo>
                      <a:pt x="4000" y="3105"/>
                      <a:pt x="3105" y="4000"/>
                      <a:pt x="2000" y="4000"/>
                    </a:cubicBezTo>
                    <a:cubicBezTo>
                      <a:pt x="896" y="4000"/>
                      <a:pt x="0" y="3105"/>
                      <a:pt x="0" y="2000"/>
                    </a:cubicBezTo>
                    <a:cubicBezTo>
                      <a:pt x="0" y="896"/>
                      <a:pt x="896" y="0"/>
                      <a:pt x="2000" y="0"/>
                    </a:cubicBezTo>
                    <a:cubicBezTo>
                      <a:pt x="3105" y="0"/>
                      <a:pt x="4000" y="896"/>
                      <a:pt x="4000" y="20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9" name="Google Shape;4269;p31"/>
              <p:cNvSpPr/>
              <p:nvPr/>
            </p:nvSpPr>
            <p:spPr>
              <a:xfrm>
                <a:off x="8050530" y="1306162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7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0" name="Google Shape;4270;p31"/>
              <p:cNvSpPr/>
              <p:nvPr/>
            </p:nvSpPr>
            <p:spPr>
              <a:xfrm>
                <a:off x="8132349" y="1225104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2"/>
                      <a:pt x="571" y="0"/>
                      <a:pt x="1238" y="0"/>
                    </a:cubicBezTo>
                    <a:cubicBezTo>
                      <a:pt x="1905" y="0"/>
                      <a:pt x="2476" y="572"/>
                      <a:pt x="2476" y="1238"/>
                    </a:cubicBezTo>
                    <a:cubicBezTo>
                      <a:pt x="2476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1" name="Google Shape;4271;p31"/>
              <p:cNvSpPr/>
              <p:nvPr/>
            </p:nvSpPr>
            <p:spPr>
              <a:xfrm>
                <a:off x="8214264" y="1144142"/>
                <a:ext cx="1523" cy="1619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1619" extrusionOk="0">
                    <a:moveTo>
                      <a:pt x="762" y="1619"/>
                    </a:moveTo>
                    <a:cubicBezTo>
                      <a:pt x="762" y="1619"/>
                      <a:pt x="0" y="1238"/>
                      <a:pt x="0" y="762"/>
                    </a:cubicBezTo>
                    <a:cubicBezTo>
                      <a:pt x="0" y="286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619"/>
                      <a:pt x="762" y="16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72" name="Google Shape;4272;p31"/>
            <p:cNvGrpSpPr/>
            <p:nvPr/>
          </p:nvGrpSpPr>
          <p:grpSpPr>
            <a:xfrm>
              <a:off x="3821525" y="1149952"/>
              <a:ext cx="4238148" cy="4257198"/>
              <a:chOff x="3821525" y="1149952"/>
              <a:chExt cx="4238148" cy="4257198"/>
            </a:xfrm>
          </p:grpSpPr>
          <p:sp>
            <p:nvSpPr>
              <p:cNvPr id="4273" name="Google Shape;4273;p31"/>
              <p:cNvSpPr/>
              <p:nvPr/>
            </p:nvSpPr>
            <p:spPr>
              <a:xfrm>
                <a:off x="3821525" y="5362764"/>
                <a:ext cx="22193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22193" h="44386" extrusionOk="0">
                    <a:moveTo>
                      <a:pt x="0" y="0"/>
                    </a:moveTo>
                    <a:cubicBezTo>
                      <a:pt x="12287" y="0"/>
                      <a:pt x="22193" y="9906"/>
                      <a:pt x="22193" y="22193"/>
                    </a:cubicBezTo>
                    <a:cubicBezTo>
                      <a:pt x="22193" y="34481"/>
                      <a:pt x="12287" y="44387"/>
                      <a:pt x="0" y="4438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4" name="Google Shape;4274;p31"/>
              <p:cNvSpPr/>
              <p:nvPr/>
            </p:nvSpPr>
            <p:spPr>
              <a:xfrm>
                <a:off x="3884199" y="5281707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715"/>
                      <a:pt x="43625" y="21812"/>
                    </a:cubicBezTo>
                    <a:cubicBezTo>
                      <a:pt x="43625" y="33909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5" name="Google Shape;4275;p31"/>
              <p:cNvSpPr/>
              <p:nvPr/>
            </p:nvSpPr>
            <p:spPr>
              <a:xfrm>
                <a:off x="3966019" y="5200649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2" y="9620"/>
                      <a:pt x="42862" y="21431"/>
                    </a:cubicBezTo>
                    <a:cubicBezTo>
                      <a:pt x="42862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6" name="Google Shape;4276;p31"/>
              <p:cNvSpPr/>
              <p:nvPr/>
            </p:nvSpPr>
            <p:spPr>
              <a:xfrm>
                <a:off x="4047934" y="5119782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7" name="Google Shape;4277;p31"/>
              <p:cNvSpPr/>
              <p:nvPr/>
            </p:nvSpPr>
            <p:spPr>
              <a:xfrm>
                <a:off x="4129754" y="5038724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8" name="Google Shape;4278;p31"/>
              <p:cNvSpPr/>
              <p:nvPr/>
            </p:nvSpPr>
            <p:spPr>
              <a:xfrm>
                <a:off x="4211478" y="4957666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9" name="Google Shape;4279;p31"/>
              <p:cNvSpPr/>
              <p:nvPr/>
            </p:nvSpPr>
            <p:spPr>
              <a:xfrm>
                <a:off x="4293298" y="4876609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0" name="Google Shape;4280;p31"/>
              <p:cNvSpPr/>
              <p:nvPr/>
            </p:nvSpPr>
            <p:spPr>
              <a:xfrm>
                <a:off x="4375213" y="479574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1" name="Google Shape;4281;p31"/>
              <p:cNvSpPr/>
              <p:nvPr/>
            </p:nvSpPr>
            <p:spPr>
              <a:xfrm>
                <a:off x="4457033" y="4714684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2" name="Google Shape;4282;p31"/>
              <p:cNvSpPr/>
              <p:nvPr/>
            </p:nvSpPr>
            <p:spPr>
              <a:xfrm>
                <a:off x="4538852" y="4633626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3" name="Google Shape;4283;p31"/>
              <p:cNvSpPr/>
              <p:nvPr/>
            </p:nvSpPr>
            <p:spPr>
              <a:xfrm>
                <a:off x="4620577" y="4552568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4" name="Google Shape;4284;p31"/>
              <p:cNvSpPr/>
              <p:nvPr/>
            </p:nvSpPr>
            <p:spPr>
              <a:xfrm>
                <a:off x="4702492" y="4471701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5" name="Google Shape;4285;p31"/>
              <p:cNvSpPr/>
              <p:nvPr/>
            </p:nvSpPr>
            <p:spPr>
              <a:xfrm>
                <a:off x="4784312" y="4390643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6" name="Google Shape;4286;p31"/>
              <p:cNvSpPr/>
              <p:nvPr/>
            </p:nvSpPr>
            <p:spPr>
              <a:xfrm>
                <a:off x="4866131" y="4309585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7" name="Google Shape;4287;p31"/>
              <p:cNvSpPr/>
              <p:nvPr/>
            </p:nvSpPr>
            <p:spPr>
              <a:xfrm>
                <a:off x="4947951" y="4228528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8" name="Google Shape;4288;p31"/>
              <p:cNvSpPr/>
              <p:nvPr/>
            </p:nvSpPr>
            <p:spPr>
              <a:xfrm>
                <a:off x="5029771" y="4147565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5" y="7239"/>
                      <a:pt x="32195" y="16097"/>
                    </a:cubicBezTo>
                    <a:cubicBezTo>
                      <a:pt x="32195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9" name="Google Shape;4289;p31"/>
              <p:cNvSpPr/>
              <p:nvPr/>
            </p:nvSpPr>
            <p:spPr>
              <a:xfrm>
                <a:off x="5111591" y="4066603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0" name="Google Shape;4290;p31"/>
              <p:cNvSpPr/>
              <p:nvPr/>
            </p:nvSpPr>
            <p:spPr>
              <a:xfrm>
                <a:off x="5193411" y="3985545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1" name="Google Shape;4291;p31"/>
              <p:cNvSpPr/>
              <p:nvPr/>
            </p:nvSpPr>
            <p:spPr>
              <a:xfrm>
                <a:off x="5275230" y="3904487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2" name="Google Shape;4292;p31"/>
              <p:cNvSpPr/>
              <p:nvPr/>
            </p:nvSpPr>
            <p:spPr>
              <a:xfrm>
                <a:off x="5357050" y="3823429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3" name="Google Shape;4293;p31"/>
              <p:cNvSpPr/>
              <p:nvPr/>
            </p:nvSpPr>
            <p:spPr>
              <a:xfrm>
                <a:off x="5438870" y="3742562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4" name="Google Shape;4294;p31"/>
              <p:cNvSpPr/>
              <p:nvPr/>
            </p:nvSpPr>
            <p:spPr>
              <a:xfrm>
                <a:off x="5520690" y="3661504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096" y="0"/>
                      <a:pt x="13716" y="0"/>
                    </a:cubicBezTo>
                    <a:cubicBezTo>
                      <a:pt x="21336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5" name="Google Shape;4295;p31"/>
              <p:cNvSpPr/>
              <p:nvPr/>
            </p:nvSpPr>
            <p:spPr>
              <a:xfrm>
                <a:off x="5602509" y="3580446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6" name="Google Shape;4296;p31"/>
              <p:cNvSpPr/>
              <p:nvPr/>
            </p:nvSpPr>
            <p:spPr>
              <a:xfrm>
                <a:off x="5684329" y="3499389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7" name="Google Shape;4297;p31"/>
              <p:cNvSpPr/>
              <p:nvPr/>
            </p:nvSpPr>
            <p:spPr>
              <a:xfrm>
                <a:off x="5766244" y="34184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8" name="Google Shape;4298;p31"/>
              <p:cNvSpPr/>
              <p:nvPr/>
            </p:nvSpPr>
            <p:spPr>
              <a:xfrm>
                <a:off x="5847969" y="3337464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9" name="Google Shape;4299;p31"/>
              <p:cNvSpPr/>
              <p:nvPr/>
            </p:nvSpPr>
            <p:spPr>
              <a:xfrm>
                <a:off x="5929788" y="3256406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0" name="Google Shape;4300;p31"/>
              <p:cNvSpPr/>
              <p:nvPr/>
            </p:nvSpPr>
            <p:spPr>
              <a:xfrm>
                <a:off x="6011608" y="3175348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1" name="Google Shape;4301;p31"/>
              <p:cNvSpPr/>
              <p:nvPr/>
            </p:nvSpPr>
            <p:spPr>
              <a:xfrm>
                <a:off x="6093523" y="3094481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2" name="Google Shape;4302;p31"/>
              <p:cNvSpPr/>
              <p:nvPr/>
            </p:nvSpPr>
            <p:spPr>
              <a:xfrm>
                <a:off x="6175343" y="3013328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3" name="Google Shape;4303;p31"/>
              <p:cNvSpPr/>
              <p:nvPr/>
            </p:nvSpPr>
            <p:spPr>
              <a:xfrm>
                <a:off x="6257067" y="293227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4" name="Google Shape;4304;p31"/>
              <p:cNvSpPr/>
              <p:nvPr/>
            </p:nvSpPr>
            <p:spPr>
              <a:xfrm>
                <a:off x="6338887" y="285121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145"/>
                      <a:pt x="0" y="9716"/>
                    </a:cubicBezTo>
                    <a:cubicBezTo>
                      <a:pt x="0" y="4286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5" name="Google Shape;4305;p31"/>
              <p:cNvSpPr/>
              <p:nvPr/>
            </p:nvSpPr>
            <p:spPr>
              <a:xfrm>
                <a:off x="6420802" y="2770345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6" name="Google Shape;4306;p31"/>
              <p:cNvSpPr/>
              <p:nvPr/>
            </p:nvSpPr>
            <p:spPr>
              <a:xfrm>
                <a:off x="6502622" y="268928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7" name="Google Shape;4307;p31"/>
              <p:cNvSpPr/>
              <p:nvPr/>
            </p:nvSpPr>
            <p:spPr>
              <a:xfrm>
                <a:off x="6584441" y="2608230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8" name="Google Shape;4308;p31"/>
              <p:cNvSpPr/>
              <p:nvPr/>
            </p:nvSpPr>
            <p:spPr>
              <a:xfrm>
                <a:off x="6666166" y="2527172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9" name="Google Shape;4309;p31"/>
              <p:cNvSpPr/>
              <p:nvPr/>
            </p:nvSpPr>
            <p:spPr>
              <a:xfrm>
                <a:off x="6748081" y="2446114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0"/>
                    </a:moveTo>
                    <a:cubicBezTo>
                      <a:pt x="3429" y="15430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0"/>
                      <a:pt x="7620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0" name="Google Shape;4310;p31"/>
              <p:cNvSpPr/>
              <p:nvPr/>
            </p:nvSpPr>
            <p:spPr>
              <a:xfrm>
                <a:off x="6829901" y="2365247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1" name="Google Shape;4311;p31"/>
              <p:cNvSpPr/>
              <p:nvPr/>
            </p:nvSpPr>
            <p:spPr>
              <a:xfrm>
                <a:off x="6911721" y="2284189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2" name="Google Shape;4312;p31"/>
              <p:cNvSpPr/>
              <p:nvPr/>
            </p:nvSpPr>
            <p:spPr>
              <a:xfrm>
                <a:off x="6993540" y="220313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3" name="Google Shape;4313;p31"/>
              <p:cNvSpPr/>
              <p:nvPr/>
            </p:nvSpPr>
            <p:spPr>
              <a:xfrm>
                <a:off x="7075265" y="2122074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4" name="Google Shape;4314;p31"/>
              <p:cNvSpPr/>
              <p:nvPr/>
            </p:nvSpPr>
            <p:spPr>
              <a:xfrm>
                <a:off x="7157180" y="2041207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5" name="Google Shape;4315;p31"/>
              <p:cNvSpPr/>
              <p:nvPr/>
            </p:nvSpPr>
            <p:spPr>
              <a:xfrm>
                <a:off x="7239000" y="1960149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6" name="Google Shape;4316;p31"/>
              <p:cNvSpPr/>
              <p:nvPr/>
            </p:nvSpPr>
            <p:spPr>
              <a:xfrm>
                <a:off x="7320819" y="187909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7" name="Google Shape;4317;p31"/>
              <p:cNvSpPr/>
              <p:nvPr/>
            </p:nvSpPr>
            <p:spPr>
              <a:xfrm>
                <a:off x="7402639" y="1798033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8" name="Google Shape;4318;p31"/>
              <p:cNvSpPr/>
              <p:nvPr/>
            </p:nvSpPr>
            <p:spPr>
              <a:xfrm>
                <a:off x="7484459" y="1717166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9" name="Google Shape;4319;p31"/>
              <p:cNvSpPr/>
              <p:nvPr/>
            </p:nvSpPr>
            <p:spPr>
              <a:xfrm>
                <a:off x="7566278" y="1636108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0" name="Google Shape;4320;p31"/>
              <p:cNvSpPr/>
              <p:nvPr/>
            </p:nvSpPr>
            <p:spPr>
              <a:xfrm>
                <a:off x="7648098" y="1555050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1" name="Google Shape;4321;p31"/>
              <p:cNvSpPr/>
              <p:nvPr/>
            </p:nvSpPr>
            <p:spPr>
              <a:xfrm>
                <a:off x="7729918" y="1473993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2" name="Google Shape;4322;p31"/>
              <p:cNvSpPr/>
              <p:nvPr/>
            </p:nvSpPr>
            <p:spPr>
              <a:xfrm>
                <a:off x="7811833" y="1393126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3" name="Google Shape;4323;p31"/>
              <p:cNvSpPr/>
              <p:nvPr/>
            </p:nvSpPr>
            <p:spPr>
              <a:xfrm>
                <a:off x="7893558" y="1312068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4" name="Google Shape;4324;p31"/>
              <p:cNvSpPr/>
              <p:nvPr/>
            </p:nvSpPr>
            <p:spPr>
              <a:xfrm>
                <a:off x="7975377" y="1231010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5" name="Google Shape;4325;p31"/>
              <p:cNvSpPr/>
              <p:nvPr/>
            </p:nvSpPr>
            <p:spPr>
              <a:xfrm>
                <a:off x="8057197" y="1149952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26" name="Google Shape;4326;p31"/>
            <p:cNvGrpSpPr/>
            <p:nvPr/>
          </p:nvGrpSpPr>
          <p:grpSpPr>
            <a:xfrm>
              <a:off x="3825335" y="1155858"/>
              <a:ext cx="4078128" cy="4094320"/>
              <a:chOff x="3825335" y="1155858"/>
              <a:chExt cx="4078128" cy="4094320"/>
            </a:xfrm>
          </p:grpSpPr>
          <p:sp>
            <p:nvSpPr>
              <p:cNvPr id="4327" name="Google Shape;4327;p31"/>
              <p:cNvSpPr/>
              <p:nvPr/>
            </p:nvSpPr>
            <p:spPr>
              <a:xfrm>
                <a:off x="3825335" y="5206554"/>
                <a:ext cx="21812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43624" extrusionOk="0">
                    <a:moveTo>
                      <a:pt x="0" y="43625"/>
                    </a:moveTo>
                    <a:cubicBezTo>
                      <a:pt x="12002" y="43625"/>
                      <a:pt x="21812" y="33909"/>
                      <a:pt x="21812" y="21812"/>
                    </a:cubicBezTo>
                    <a:cubicBezTo>
                      <a:pt x="21812" y="9716"/>
                      <a:pt x="12097" y="0"/>
                      <a:pt x="0" y="0"/>
                    </a:cubicBezTo>
                    <a:lnTo>
                      <a:pt x="0" y="4362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8" name="Google Shape;4328;p31"/>
              <p:cNvSpPr/>
              <p:nvPr/>
            </p:nvSpPr>
            <p:spPr>
              <a:xfrm>
                <a:off x="3890867" y="5125592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9" name="Google Shape;4329;p31"/>
              <p:cNvSpPr/>
              <p:nvPr/>
            </p:nvSpPr>
            <p:spPr>
              <a:xfrm>
                <a:off x="3972782" y="5044629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0" name="Google Shape;4330;p31"/>
              <p:cNvSpPr/>
              <p:nvPr/>
            </p:nvSpPr>
            <p:spPr>
              <a:xfrm>
                <a:off x="4054602" y="4963572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1" name="Google Shape;4331;p31"/>
              <p:cNvSpPr/>
              <p:nvPr/>
            </p:nvSpPr>
            <p:spPr>
              <a:xfrm>
                <a:off x="4136326" y="4882514"/>
                <a:ext cx="40386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2" name="Google Shape;4332;p31"/>
              <p:cNvSpPr/>
              <p:nvPr/>
            </p:nvSpPr>
            <p:spPr>
              <a:xfrm>
                <a:off x="4218146" y="4801456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3" name="Google Shape;4333;p31"/>
              <p:cNvSpPr/>
              <p:nvPr/>
            </p:nvSpPr>
            <p:spPr>
              <a:xfrm>
                <a:off x="4300061" y="4720589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4" name="Google Shape;4334;p31"/>
              <p:cNvSpPr/>
              <p:nvPr/>
            </p:nvSpPr>
            <p:spPr>
              <a:xfrm>
                <a:off x="4381881" y="4639531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5" name="Google Shape;4335;p31"/>
              <p:cNvSpPr/>
              <p:nvPr/>
            </p:nvSpPr>
            <p:spPr>
              <a:xfrm>
                <a:off x="4463700" y="4558473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6" name="Google Shape;4336;p31"/>
              <p:cNvSpPr/>
              <p:nvPr/>
            </p:nvSpPr>
            <p:spPr>
              <a:xfrm>
                <a:off x="4545425" y="4477416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7" name="Google Shape;4337;p31"/>
              <p:cNvSpPr/>
              <p:nvPr/>
            </p:nvSpPr>
            <p:spPr>
              <a:xfrm>
                <a:off x="4627340" y="4396548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7"/>
                    </a:cubicBezTo>
                    <a:cubicBezTo>
                      <a:pt x="35433" y="27527"/>
                      <a:pt x="27432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8" name="Google Shape;4338;p31"/>
              <p:cNvSpPr/>
              <p:nvPr/>
            </p:nvSpPr>
            <p:spPr>
              <a:xfrm>
                <a:off x="4709160" y="4315491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9" name="Google Shape;4339;p31"/>
              <p:cNvSpPr/>
              <p:nvPr/>
            </p:nvSpPr>
            <p:spPr>
              <a:xfrm>
                <a:off x="4790979" y="4234433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0" name="Google Shape;4340;p31"/>
              <p:cNvSpPr/>
              <p:nvPr/>
            </p:nvSpPr>
            <p:spPr>
              <a:xfrm>
                <a:off x="4872799" y="4153375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8"/>
                      <a:pt x="0" y="16574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4"/>
                    </a:cubicBezTo>
                    <a:cubicBezTo>
                      <a:pt x="33147" y="25718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1" name="Google Shape;4341;p31"/>
              <p:cNvSpPr/>
              <p:nvPr/>
            </p:nvSpPr>
            <p:spPr>
              <a:xfrm>
                <a:off x="4954524" y="4072413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2" name="Google Shape;4342;p31"/>
              <p:cNvSpPr/>
              <p:nvPr/>
            </p:nvSpPr>
            <p:spPr>
              <a:xfrm>
                <a:off x="5036439" y="3991450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3" name="Google Shape;4343;p31"/>
              <p:cNvSpPr/>
              <p:nvPr/>
            </p:nvSpPr>
            <p:spPr>
              <a:xfrm>
                <a:off x="5118258" y="3910393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4" name="Google Shape;4344;p31"/>
              <p:cNvSpPr/>
              <p:nvPr/>
            </p:nvSpPr>
            <p:spPr>
              <a:xfrm>
                <a:off x="5200078" y="3829335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5" name="Google Shape;4345;p31"/>
              <p:cNvSpPr/>
              <p:nvPr/>
            </p:nvSpPr>
            <p:spPr>
              <a:xfrm>
                <a:off x="5281898" y="3748277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4"/>
                      <a:pt x="6525" y="0"/>
                      <a:pt x="14573" y="0"/>
                    </a:cubicBezTo>
                    <a:cubicBezTo>
                      <a:pt x="22622" y="0"/>
                      <a:pt x="29146" y="6524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6" name="Google Shape;4346;p31"/>
              <p:cNvSpPr/>
              <p:nvPr/>
            </p:nvSpPr>
            <p:spPr>
              <a:xfrm>
                <a:off x="5363717" y="3667410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7" name="Google Shape;4347;p31"/>
              <p:cNvSpPr/>
              <p:nvPr/>
            </p:nvSpPr>
            <p:spPr>
              <a:xfrm>
                <a:off x="5445537" y="3586352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8" name="Google Shape;4348;p31"/>
              <p:cNvSpPr/>
              <p:nvPr/>
            </p:nvSpPr>
            <p:spPr>
              <a:xfrm>
                <a:off x="5527357" y="3505294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9" name="Google Shape;4349;p31"/>
              <p:cNvSpPr/>
              <p:nvPr/>
            </p:nvSpPr>
            <p:spPr>
              <a:xfrm>
                <a:off x="5609177" y="3424237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0" name="Google Shape;4350;p31"/>
              <p:cNvSpPr/>
              <p:nvPr/>
            </p:nvSpPr>
            <p:spPr>
              <a:xfrm>
                <a:off x="5691092" y="3343369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1" name="Google Shape;4351;p31"/>
              <p:cNvSpPr/>
              <p:nvPr/>
            </p:nvSpPr>
            <p:spPr>
              <a:xfrm>
                <a:off x="5772816" y="3262312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2" name="Google Shape;4352;p31"/>
              <p:cNvSpPr/>
              <p:nvPr/>
            </p:nvSpPr>
            <p:spPr>
              <a:xfrm>
                <a:off x="5854636" y="3181254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3" name="Google Shape;4353;p31"/>
              <p:cNvSpPr/>
              <p:nvPr/>
            </p:nvSpPr>
            <p:spPr>
              <a:xfrm>
                <a:off x="5936456" y="3100196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4" name="Google Shape;4354;p31"/>
              <p:cNvSpPr/>
              <p:nvPr/>
            </p:nvSpPr>
            <p:spPr>
              <a:xfrm>
                <a:off x="6018371" y="3019329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5" name="Google Shape;4355;p31"/>
              <p:cNvSpPr/>
              <p:nvPr/>
            </p:nvSpPr>
            <p:spPr>
              <a:xfrm>
                <a:off x="6100191" y="2938271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6" name="Google Shape;4356;p31"/>
              <p:cNvSpPr/>
              <p:nvPr/>
            </p:nvSpPr>
            <p:spPr>
              <a:xfrm>
                <a:off x="6181915" y="2857213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7" name="Google Shape;4357;p31"/>
              <p:cNvSpPr/>
              <p:nvPr/>
            </p:nvSpPr>
            <p:spPr>
              <a:xfrm>
                <a:off x="6263735" y="2776156"/>
                <a:ext cx="19431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0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8" name="Google Shape;4358;p31"/>
              <p:cNvSpPr/>
              <p:nvPr/>
            </p:nvSpPr>
            <p:spPr>
              <a:xfrm>
                <a:off x="6345650" y="2695193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8"/>
                    </a:moveTo>
                    <a:cubicBezTo>
                      <a:pt x="4096" y="18478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8"/>
                      <a:pt x="9239" y="18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9" name="Google Shape;4359;p31"/>
              <p:cNvSpPr/>
              <p:nvPr/>
            </p:nvSpPr>
            <p:spPr>
              <a:xfrm>
                <a:off x="6427469" y="2614135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0" name="Google Shape;4360;p31"/>
              <p:cNvSpPr/>
              <p:nvPr/>
            </p:nvSpPr>
            <p:spPr>
              <a:xfrm>
                <a:off x="6509289" y="2533078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5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1" name="Google Shape;4361;p31"/>
              <p:cNvSpPr/>
              <p:nvPr/>
            </p:nvSpPr>
            <p:spPr>
              <a:xfrm>
                <a:off x="6591014" y="2452020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2" name="Google Shape;4362;p31"/>
              <p:cNvSpPr/>
              <p:nvPr/>
            </p:nvSpPr>
            <p:spPr>
              <a:xfrm>
                <a:off x="6672833" y="2371057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715"/>
                    </a:cubicBezTo>
                    <a:cubicBezTo>
                      <a:pt x="0" y="352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2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3" name="Google Shape;4363;p31"/>
              <p:cNvSpPr/>
              <p:nvPr/>
            </p:nvSpPr>
            <p:spPr>
              <a:xfrm>
                <a:off x="6754749" y="2290095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4" name="Google Shape;4364;p31"/>
              <p:cNvSpPr/>
              <p:nvPr/>
            </p:nvSpPr>
            <p:spPr>
              <a:xfrm>
                <a:off x="6836568" y="2209037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5" name="Google Shape;4365;p31"/>
              <p:cNvSpPr/>
              <p:nvPr/>
            </p:nvSpPr>
            <p:spPr>
              <a:xfrm>
                <a:off x="6918388" y="2127979"/>
                <a:ext cx="12954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6" name="Google Shape;4366;p31"/>
              <p:cNvSpPr/>
              <p:nvPr/>
            </p:nvSpPr>
            <p:spPr>
              <a:xfrm>
                <a:off x="7000113" y="2046922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7" name="Google Shape;4367;p31"/>
              <p:cNvSpPr/>
              <p:nvPr/>
            </p:nvSpPr>
            <p:spPr>
              <a:xfrm>
                <a:off x="7082027" y="1966054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7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8" name="Google Shape;4368;p31"/>
              <p:cNvSpPr/>
              <p:nvPr/>
            </p:nvSpPr>
            <p:spPr>
              <a:xfrm>
                <a:off x="7163847" y="1884997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9" name="Google Shape;4369;p31"/>
              <p:cNvSpPr/>
              <p:nvPr/>
            </p:nvSpPr>
            <p:spPr>
              <a:xfrm>
                <a:off x="7245667" y="1803939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0" name="Google Shape;4370;p31"/>
              <p:cNvSpPr/>
              <p:nvPr/>
            </p:nvSpPr>
            <p:spPr>
              <a:xfrm>
                <a:off x="7327487" y="1722881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1" name="Google Shape;4371;p31"/>
              <p:cNvSpPr/>
              <p:nvPr/>
            </p:nvSpPr>
            <p:spPr>
              <a:xfrm>
                <a:off x="7409307" y="1642014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2" name="Google Shape;4372;p31"/>
              <p:cNvSpPr/>
              <p:nvPr/>
            </p:nvSpPr>
            <p:spPr>
              <a:xfrm>
                <a:off x="7491126" y="1560956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3" name="Google Shape;4373;p31"/>
              <p:cNvSpPr/>
              <p:nvPr/>
            </p:nvSpPr>
            <p:spPr>
              <a:xfrm>
                <a:off x="7572946" y="1479898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4" name="Google Shape;4374;p31"/>
              <p:cNvSpPr/>
              <p:nvPr/>
            </p:nvSpPr>
            <p:spPr>
              <a:xfrm>
                <a:off x="7654766" y="1398841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5" name="Google Shape;4375;p31"/>
              <p:cNvSpPr/>
              <p:nvPr/>
            </p:nvSpPr>
            <p:spPr>
              <a:xfrm>
                <a:off x="7736681" y="1317973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6" name="Google Shape;4376;p31"/>
              <p:cNvSpPr/>
              <p:nvPr/>
            </p:nvSpPr>
            <p:spPr>
              <a:xfrm>
                <a:off x="7818405" y="1236915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8" y="4001"/>
                      <a:pt x="0" y="3143"/>
                      <a:pt x="0" y="2000"/>
                    </a:cubicBezTo>
                    <a:cubicBezTo>
                      <a:pt x="0" y="857"/>
                      <a:pt x="858" y="0"/>
                      <a:pt x="2000" y="0"/>
                    </a:cubicBezTo>
                    <a:cubicBezTo>
                      <a:pt x="3143" y="0"/>
                      <a:pt x="4001" y="857"/>
                      <a:pt x="4001" y="2000"/>
                    </a:cubicBezTo>
                    <a:cubicBezTo>
                      <a:pt x="4001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7" name="Google Shape;4377;p31"/>
              <p:cNvSpPr/>
              <p:nvPr/>
            </p:nvSpPr>
            <p:spPr>
              <a:xfrm>
                <a:off x="7900225" y="1155858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6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6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78" name="Google Shape;4378;p31"/>
            <p:cNvGrpSpPr/>
            <p:nvPr/>
          </p:nvGrpSpPr>
          <p:grpSpPr>
            <a:xfrm>
              <a:off x="3826954" y="1161763"/>
              <a:ext cx="3920299" cy="3931539"/>
              <a:chOff x="3826954" y="1161763"/>
              <a:chExt cx="3920299" cy="3931539"/>
            </a:xfrm>
          </p:grpSpPr>
          <p:sp>
            <p:nvSpPr>
              <p:cNvPr id="4379" name="Google Shape;4379;p31"/>
              <p:cNvSpPr/>
              <p:nvPr/>
            </p:nvSpPr>
            <p:spPr>
              <a:xfrm>
                <a:off x="3826954" y="5050440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0" name="Google Shape;4380;p31"/>
              <p:cNvSpPr/>
              <p:nvPr/>
            </p:nvSpPr>
            <p:spPr>
              <a:xfrm>
                <a:off x="3897629" y="4969572"/>
                <a:ext cx="41910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10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1" name="Google Shape;4381;p31"/>
              <p:cNvSpPr/>
              <p:nvPr/>
            </p:nvSpPr>
            <p:spPr>
              <a:xfrm>
                <a:off x="3979449" y="4888420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2" name="Google Shape;4382;p31"/>
              <p:cNvSpPr/>
              <p:nvPr/>
            </p:nvSpPr>
            <p:spPr>
              <a:xfrm>
                <a:off x="4061269" y="4807362"/>
                <a:ext cx="40386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3" name="Google Shape;4383;p31"/>
              <p:cNvSpPr/>
              <p:nvPr/>
            </p:nvSpPr>
            <p:spPr>
              <a:xfrm>
                <a:off x="4142993" y="4726304"/>
                <a:ext cx="39623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3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4" name="Google Shape;4384;p31"/>
              <p:cNvSpPr/>
              <p:nvPr/>
            </p:nvSpPr>
            <p:spPr>
              <a:xfrm>
                <a:off x="4224909" y="4645437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5" name="Google Shape;4385;p31"/>
              <p:cNvSpPr/>
              <p:nvPr/>
            </p:nvSpPr>
            <p:spPr>
              <a:xfrm>
                <a:off x="4306728" y="4564379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6" name="Google Shape;4386;p31"/>
              <p:cNvSpPr/>
              <p:nvPr/>
            </p:nvSpPr>
            <p:spPr>
              <a:xfrm>
                <a:off x="4388548" y="4483321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7" name="Google Shape;4387;p31"/>
              <p:cNvSpPr/>
              <p:nvPr/>
            </p:nvSpPr>
            <p:spPr>
              <a:xfrm>
                <a:off x="4470368" y="4402263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8" name="Google Shape;4388;p31"/>
              <p:cNvSpPr/>
              <p:nvPr/>
            </p:nvSpPr>
            <p:spPr>
              <a:xfrm rot="-128855">
                <a:off x="4552045" y="4321410"/>
                <a:ext cx="35458" cy="3545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35433" y="17716"/>
                    </a:moveTo>
                    <a:cubicBezTo>
                      <a:pt x="35433" y="27501"/>
                      <a:pt x="27501" y="35433"/>
                      <a:pt x="17716" y="35433"/>
                    </a:cubicBezTo>
                    <a:cubicBezTo>
                      <a:pt x="7932" y="35433"/>
                      <a:pt x="0" y="27501"/>
                      <a:pt x="0" y="17716"/>
                    </a:cubicBezTo>
                    <a:cubicBezTo>
                      <a:pt x="0" y="7932"/>
                      <a:pt x="7932" y="0"/>
                      <a:pt x="17716" y="0"/>
                    </a:cubicBezTo>
                    <a:cubicBezTo>
                      <a:pt x="27501" y="0"/>
                      <a:pt x="35433" y="7932"/>
                      <a:pt x="35433" y="17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9" name="Google Shape;4389;p31"/>
              <p:cNvSpPr/>
              <p:nvPr/>
            </p:nvSpPr>
            <p:spPr>
              <a:xfrm>
                <a:off x="4634007" y="4240338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0" name="Google Shape;4390;p31"/>
              <p:cNvSpPr/>
              <p:nvPr/>
            </p:nvSpPr>
            <p:spPr>
              <a:xfrm>
                <a:off x="4715827" y="4159281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1" name="Google Shape;4391;p31"/>
              <p:cNvSpPr/>
              <p:nvPr/>
            </p:nvSpPr>
            <p:spPr>
              <a:xfrm>
                <a:off x="4797647" y="4078223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2" name="Google Shape;4392;p31"/>
              <p:cNvSpPr/>
              <p:nvPr/>
            </p:nvSpPr>
            <p:spPr>
              <a:xfrm>
                <a:off x="4879562" y="3997261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2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4" y="7239"/>
                      <a:pt x="32194" y="16192"/>
                    </a:cubicBezTo>
                    <a:cubicBezTo>
                      <a:pt x="32194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3" name="Google Shape;4393;p31"/>
              <p:cNvSpPr/>
              <p:nvPr/>
            </p:nvSpPr>
            <p:spPr>
              <a:xfrm>
                <a:off x="4961286" y="3916298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2" y="7048"/>
                      <a:pt x="31432" y="15716"/>
                    </a:cubicBezTo>
                    <a:cubicBezTo>
                      <a:pt x="31432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4" name="Google Shape;4394;p31"/>
              <p:cNvSpPr/>
              <p:nvPr/>
            </p:nvSpPr>
            <p:spPr>
              <a:xfrm>
                <a:off x="5043106" y="3835240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0" y="6858"/>
                      <a:pt x="30670" y="15335"/>
                    </a:cubicBezTo>
                    <a:cubicBezTo>
                      <a:pt x="30670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5" name="Google Shape;4395;p31"/>
              <p:cNvSpPr/>
              <p:nvPr/>
            </p:nvSpPr>
            <p:spPr>
              <a:xfrm>
                <a:off x="5124926" y="3754183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6" name="Google Shape;4396;p31"/>
              <p:cNvSpPr/>
              <p:nvPr/>
            </p:nvSpPr>
            <p:spPr>
              <a:xfrm>
                <a:off x="5206746" y="3673125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7"/>
                      <a:pt x="14573" y="29147"/>
                    </a:cubicBezTo>
                    <a:cubicBezTo>
                      <a:pt x="6525" y="29147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7" name="Google Shape;4397;p31"/>
              <p:cNvSpPr/>
              <p:nvPr/>
            </p:nvSpPr>
            <p:spPr>
              <a:xfrm>
                <a:off x="5288565" y="3592258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8" name="Google Shape;4398;p31"/>
              <p:cNvSpPr/>
              <p:nvPr/>
            </p:nvSpPr>
            <p:spPr>
              <a:xfrm>
                <a:off x="5370385" y="3511200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9" name="Google Shape;4399;p31"/>
              <p:cNvSpPr/>
              <p:nvPr/>
            </p:nvSpPr>
            <p:spPr>
              <a:xfrm>
                <a:off x="5452205" y="3430142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0" name="Google Shape;4400;p31"/>
              <p:cNvSpPr/>
              <p:nvPr/>
            </p:nvSpPr>
            <p:spPr>
              <a:xfrm>
                <a:off x="5534025" y="3349084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1" name="Google Shape;4401;p31"/>
              <p:cNvSpPr/>
              <p:nvPr/>
            </p:nvSpPr>
            <p:spPr>
              <a:xfrm>
                <a:off x="5615940" y="3268217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2" name="Google Shape;4402;p31"/>
              <p:cNvSpPr/>
              <p:nvPr/>
            </p:nvSpPr>
            <p:spPr>
              <a:xfrm>
                <a:off x="5697759" y="3187159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3" name="Google Shape;4403;p31"/>
              <p:cNvSpPr/>
              <p:nvPr/>
            </p:nvSpPr>
            <p:spPr>
              <a:xfrm>
                <a:off x="5779484" y="310610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4" name="Google Shape;4404;p31"/>
              <p:cNvSpPr/>
              <p:nvPr/>
            </p:nvSpPr>
            <p:spPr>
              <a:xfrm>
                <a:off x="5861304" y="3025044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5" name="Google Shape;4405;p31"/>
              <p:cNvSpPr/>
              <p:nvPr/>
            </p:nvSpPr>
            <p:spPr>
              <a:xfrm>
                <a:off x="5943219" y="2944177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6" name="Google Shape;4406;p31"/>
              <p:cNvSpPr/>
              <p:nvPr/>
            </p:nvSpPr>
            <p:spPr>
              <a:xfrm>
                <a:off x="6025038" y="2863119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7" name="Google Shape;4407;p31"/>
              <p:cNvSpPr/>
              <p:nvPr/>
            </p:nvSpPr>
            <p:spPr>
              <a:xfrm>
                <a:off x="6106763" y="2782061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8" name="Google Shape;4408;p31"/>
              <p:cNvSpPr/>
              <p:nvPr/>
            </p:nvSpPr>
            <p:spPr>
              <a:xfrm>
                <a:off x="6188583" y="2701003"/>
                <a:ext cx="1943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0" extrusionOk="0">
                    <a:moveTo>
                      <a:pt x="9716" y="19431"/>
                    </a:moveTo>
                    <a:cubicBezTo>
                      <a:pt x="4381" y="19431"/>
                      <a:pt x="0" y="15049"/>
                      <a:pt x="0" y="9715"/>
                    </a:cubicBezTo>
                    <a:cubicBezTo>
                      <a:pt x="0" y="4381"/>
                      <a:pt x="4381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9" name="Google Shape;4409;p31"/>
              <p:cNvSpPr/>
              <p:nvPr/>
            </p:nvSpPr>
            <p:spPr>
              <a:xfrm>
                <a:off x="6270498" y="2620041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8"/>
                      <a:pt x="9239" y="18478"/>
                    </a:cubicBezTo>
                    <a:cubicBezTo>
                      <a:pt x="4137" y="18478"/>
                      <a:pt x="0" y="14342"/>
                      <a:pt x="0" y="9239"/>
                    </a:cubicBezTo>
                    <a:cubicBezTo>
                      <a:pt x="0" y="4136"/>
                      <a:pt x="4137" y="0"/>
                      <a:pt x="9239" y="0"/>
                    </a:cubicBezTo>
                    <a:cubicBezTo>
                      <a:pt x="14342" y="0"/>
                      <a:pt x="18479" y="4136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0" name="Google Shape;4410;p31"/>
              <p:cNvSpPr/>
              <p:nvPr/>
            </p:nvSpPr>
            <p:spPr>
              <a:xfrm>
                <a:off x="6352317" y="2538983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1" name="Google Shape;4411;p31"/>
              <p:cNvSpPr/>
              <p:nvPr/>
            </p:nvSpPr>
            <p:spPr>
              <a:xfrm>
                <a:off x="6434137" y="2457925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2" name="Google Shape;4412;p31"/>
              <p:cNvSpPr/>
              <p:nvPr/>
            </p:nvSpPr>
            <p:spPr>
              <a:xfrm>
                <a:off x="6515861" y="237686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3" name="Google Shape;4413;p31"/>
              <p:cNvSpPr/>
              <p:nvPr/>
            </p:nvSpPr>
            <p:spPr>
              <a:xfrm>
                <a:off x="6597776" y="2295810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4" name="Google Shape;4414;p31"/>
              <p:cNvSpPr/>
              <p:nvPr/>
            </p:nvSpPr>
            <p:spPr>
              <a:xfrm>
                <a:off x="6679596" y="2214943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5" name="Google Shape;4415;p31"/>
              <p:cNvSpPr/>
              <p:nvPr/>
            </p:nvSpPr>
            <p:spPr>
              <a:xfrm>
                <a:off x="6761416" y="2133885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6" name="Google Shape;4416;p31"/>
              <p:cNvSpPr/>
              <p:nvPr/>
            </p:nvSpPr>
            <p:spPr>
              <a:xfrm>
                <a:off x="6843236" y="2052827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7" name="Google Shape;4417;p31"/>
              <p:cNvSpPr/>
              <p:nvPr/>
            </p:nvSpPr>
            <p:spPr>
              <a:xfrm>
                <a:off x="6924960" y="1971769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8" name="Google Shape;4418;p31"/>
              <p:cNvSpPr/>
              <p:nvPr/>
            </p:nvSpPr>
            <p:spPr>
              <a:xfrm>
                <a:off x="7006875" y="1890902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9" name="Google Shape;4419;p31"/>
              <p:cNvSpPr/>
              <p:nvPr/>
            </p:nvSpPr>
            <p:spPr>
              <a:xfrm>
                <a:off x="7088695" y="1809844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0" name="Google Shape;4420;p31"/>
              <p:cNvSpPr/>
              <p:nvPr/>
            </p:nvSpPr>
            <p:spPr>
              <a:xfrm>
                <a:off x="7170515" y="1728787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1" name="Google Shape;4421;p31"/>
              <p:cNvSpPr/>
              <p:nvPr/>
            </p:nvSpPr>
            <p:spPr>
              <a:xfrm>
                <a:off x="7252334" y="1647729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2" name="Google Shape;4422;p31"/>
              <p:cNvSpPr/>
              <p:nvPr/>
            </p:nvSpPr>
            <p:spPr>
              <a:xfrm>
                <a:off x="7334154" y="156686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3" name="Google Shape;4423;p31"/>
              <p:cNvSpPr/>
              <p:nvPr/>
            </p:nvSpPr>
            <p:spPr>
              <a:xfrm>
                <a:off x="7415974" y="1485804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4" name="Google Shape;4424;p31"/>
              <p:cNvSpPr/>
              <p:nvPr/>
            </p:nvSpPr>
            <p:spPr>
              <a:xfrm>
                <a:off x="7497794" y="1404746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5" name="Google Shape;4425;p31"/>
              <p:cNvSpPr/>
              <p:nvPr/>
            </p:nvSpPr>
            <p:spPr>
              <a:xfrm>
                <a:off x="7579614" y="1323688"/>
                <a:ext cx="5714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6" name="Google Shape;4426;p31"/>
              <p:cNvSpPr/>
              <p:nvPr/>
            </p:nvSpPr>
            <p:spPr>
              <a:xfrm>
                <a:off x="7661528" y="1242821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7" name="Google Shape;4427;p31"/>
              <p:cNvSpPr/>
              <p:nvPr/>
            </p:nvSpPr>
            <p:spPr>
              <a:xfrm>
                <a:off x="7743253" y="1161763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0" y="857"/>
                      <a:pt x="4000" y="2000"/>
                    </a:cubicBezTo>
                    <a:cubicBezTo>
                      <a:pt x="4000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28" name="Google Shape;4428;p31"/>
            <p:cNvGrpSpPr/>
            <p:nvPr/>
          </p:nvGrpSpPr>
          <p:grpSpPr>
            <a:xfrm>
              <a:off x="3822477" y="1167669"/>
              <a:ext cx="3768661" cy="3768660"/>
              <a:chOff x="3822477" y="1167669"/>
              <a:chExt cx="3768661" cy="3768660"/>
            </a:xfrm>
          </p:grpSpPr>
          <p:sp>
            <p:nvSpPr>
              <p:cNvPr id="4429" name="Google Shape;4429;p31"/>
              <p:cNvSpPr/>
              <p:nvPr/>
            </p:nvSpPr>
            <p:spPr>
              <a:xfrm>
                <a:off x="3822477" y="4894420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0" name="Google Shape;4430;p31"/>
              <p:cNvSpPr/>
              <p:nvPr/>
            </p:nvSpPr>
            <p:spPr>
              <a:xfrm>
                <a:off x="3904297" y="4813362"/>
                <a:ext cx="41148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8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1" name="Google Shape;4431;p31"/>
              <p:cNvSpPr/>
              <p:nvPr/>
            </p:nvSpPr>
            <p:spPr>
              <a:xfrm>
                <a:off x="3986117" y="4732305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2" name="Google Shape;4432;p31"/>
              <p:cNvSpPr/>
              <p:nvPr/>
            </p:nvSpPr>
            <p:spPr>
              <a:xfrm>
                <a:off x="4067841" y="4651152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3" name="Google Shape;4433;p31"/>
              <p:cNvSpPr/>
              <p:nvPr/>
            </p:nvSpPr>
            <p:spPr>
              <a:xfrm>
                <a:off x="4149756" y="457028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4" name="Google Shape;4434;p31"/>
              <p:cNvSpPr/>
              <p:nvPr/>
            </p:nvSpPr>
            <p:spPr>
              <a:xfrm>
                <a:off x="4231576" y="4489227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5" name="Google Shape;4435;p31"/>
              <p:cNvSpPr/>
              <p:nvPr/>
            </p:nvSpPr>
            <p:spPr>
              <a:xfrm>
                <a:off x="4313396" y="4408169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6" name="Google Shape;4436;p31"/>
              <p:cNvSpPr/>
              <p:nvPr/>
            </p:nvSpPr>
            <p:spPr>
              <a:xfrm>
                <a:off x="4395215" y="4327111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7" name="Google Shape;4437;p31"/>
              <p:cNvSpPr/>
              <p:nvPr/>
            </p:nvSpPr>
            <p:spPr>
              <a:xfrm>
                <a:off x="4477035" y="4246149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812"/>
                    </a:cubicBezTo>
                    <a:cubicBezTo>
                      <a:pt x="0" y="800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812"/>
                    </a:cubicBezTo>
                    <a:cubicBezTo>
                      <a:pt x="35433" y="27718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8" name="Google Shape;4438;p31"/>
              <p:cNvSpPr/>
              <p:nvPr/>
            </p:nvSpPr>
            <p:spPr>
              <a:xfrm>
                <a:off x="4558855" y="4165186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0" y="0"/>
                      <a:pt x="34671" y="7810"/>
                      <a:pt x="34671" y="17335"/>
                    </a:cubicBezTo>
                    <a:cubicBezTo>
                      <a:pt x="34671" y="26860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9" name="Google Shape;4439;p31"/>
              <p:cNvSpPr/>
              <p:nvPr/>
            </p:nvSpPr>
            <p:spPr>
              <a:xfrm>
                <a:off x="4640675" y="4084128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0" name="Google Shape;4440;p31"/>
              <p:cNvSpPr/>
              <p:nvPr/>
            </p:nvSpPr>
            <p:spPr>
              <a:xfrm>
                <a:off x="4722495" y="4003071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1" name="Google Shape;4441;p31"/>
              <p:cNvSpPr/>
              <p:nvPr/>
            </p:nvSpPr>
            <p:spPr>
              <a:xfrm>
                <a:off x="4804314" y="3922013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192" y="32385"/>
                    </a:moveTo>
                    <a:cubicBezTo>
                      <a:pt x="7239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192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2" name="Google Shape;4442;p31"/>
              <p:cNvSpPr/>
              <p:nvPr/>
            </p:nvSpPr>
            <p:spPr>
              <a:xfrm>
                <a:off x="4886134" y="3841146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3" name="Google Shape;4443;p31"/>
              <p:cNvSpPr/>
              <p:nvPr/>
            </p:nvSpPr>
            <p:spPr>
              <a:xfrm>
                <a:off x="4967954" y="3760088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4" name="Google Shape;4444;p31"/>
              <p:cNvSpPr/>
              <p:nvPr/>
            </p:nvSpPr>
            <p:spPr>
              <a:xfrm>
                <a:off x="5049774" y="3679030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5" name="Google Shape;4445;p31"/>
              <p:cNvSpPr/>
              <p:nvPr/>
            </p:nvSpPr>
            <p:spPr>
              <a:xfrm>
                <a:off x="5131593" y="3597972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6" name="Google Shape;4446;p31"/>
              <p:cNvSpPr/>
              <p:nvPr/>
            </p:nvSpPr>
            <p:spPr>
              <a:xfrm>
                <a:off x="5213508" y="3517105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7" name="Google Shape;4447;p31"/>
              <p:cNvSpPr/>
              <p:nvPr/>
            </p:nvSpPr>
            <p:spPr>
              <a:xfrm>
                <a:off x="5295233" y="3436048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8" name="Google Shape;4448;p31"/>
              <p:cNvSpPr/>
              <p:nvPr/>
            </p:nvSpPr>
            <p:spPr>
              <a:xfrm>
                <a:off x="5377053" y="3354990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9" name="Google Shape;4449;p31"/>
              <p:cNvSpPr/>
              <p:nvPr/>
            </p:nvSpPr>
            <p:spPr>
              <a:xfrm>
                <a:off x="5458872" y="3273932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0" name="Google Shape;4450;p31"/>
              <p:cNvSpPr/>
              <p:nvPr/>
            </p:nvSpPr>
            <p:spPr>
              <a:xfrm>
                <a:off x="5540787" y="3193065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1" name="Google Shape;4451;p31"/>
              <p:cNvSpPr/>
              <p:nvPr/>
            </p:nvSpPr>
            <p:spPr>
              <a:xfrm>
                <a:off x="5622607" y="3112007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2" name="Google Shape;4452;p31"/>
              <p:cNvSpPr/>
              <p:nvPr/>
            </p:nvSpPr>
            <p:spPr>
              <a:xfrm>
                <a:off x="5704332" y="3030949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3" name="Google Shape;4453;p31"/>
              <p:cNvSpPr/>
              <p:nvPr/>
            </p:nvSpPr>
            <p:spPr>
              <a:xfrm>
                <a:off x="5786151" y="2949891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4" name="Google Shape;4454;p31"/>
              <p:cNvSpPr/>
              <p:nvPr/>
            </p:nvSpPr>
            <p:spPr>
              <a:xfrm>
                <a:off x="5868066" y="2869024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5" name="Google Shape;4455;p31"/>
              <p:cNvSpPr/>
              <p:nvPr/>
            </p:nvSpPr>
            <p:spPr>
              <a:xfrm>
                <a:off x="5949886" y="2787966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6" name="Google Shape;4456;p31"/>
              <p:cNvSpPr/>
              <p:nvPr/>
            </p:nvSpPr>
            <p:spPr>
              <a:xfrm>
                <a:off x="6031706" y="2706909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7" name="Google Shape;4457;p31"/>
              <p:cNvSpPr/>
              <p:nvPr/>
            </p:nvSpPr>
            <p:spPr>
              <a:xfrm>
                <a:off x="6113430" y="2625851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286" y="0"/>
                      <a:pt x="9716" y="0"/>
                    </a:cubicBezTo>
                    <a:cubicBezTo>
                      <a:pt x="15145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8" name="Google Shape;4458;p31"/>
              <p:cNvSpPr/>
              <p:nvPr/>
            </p:nvSpPr>
            <p:spPr>
              <a:xfrm>
                <a:off x="6195345" y="2544889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9" name="Google Shape;4459;p31"/>
              <p:cNvSpPr/>
              <p:nvPr/>
            </p:nvSpPr>
            <p:spPr>
              <a:xfrm>
                <a:off x="6277165" y="2463926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1"/>
                      <a:pt x="4001" y="0"/>
                      <a:pt x="8858" y="0"/>
                    </a:cubicBezTo>
                    <a:cubicBezTo>
                      <a:pt x="13716" y="0"/>
                      <a:pt x="17717" y="4001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0" name="Google Shape;4460;p31"/>
              <p:cNvSpPr/>
              <p:nvPr/>
            </p:nvSpPr>
            <p:spPr>
              <a:xfrm>
                <a:off x="6358985" y="2382773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5" y="3810"/>
                      <a:pt x="16955" y="8477"/>
                    </a:cubicBezTo>
                    <a:cubicBezTo>
                      <a:pt x="16955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1" name="Google Shape;4461;p31"/>
              <p:cNvSpPr/>
              <p:nvPr/>
            </p:nvSpPr>
            <p:spPr>
              <a:xfrm>
                <a:off x="6440805" y="2301715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2" name="Google Shape;4462;p31"/>
              <p:cNvSpPr/>
              <p:nvPr/>
            </p:nvSpPr>
            <p:spPr>
              <a:xfrm>
                <a:off x="6522529" y="2220753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3" name="Google Shape;4463;p31"/>
              <p:cNvSpPr/>
              <p:nvPr/>
            </p:nvSpPr>
            <p:spPr>
              <a:xfrm>
                <a:off x="6604444" y="2139790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4" name="Google Shape;4464;p31"/>
              <p:cNvSpPr/>
              <p:nvPr/>
            </p:nvSpPr>
            <p:spPr>
              <a:xfrm>
                <a:off x="6686264" y="2058732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5" name="Google Shape;4465;p31"/>
              <p:cNvSpPr/>
              <p:nvPr/>
            </p:nvSpPr>
            <p:spPr>
              <a:xfrm>
                <a:off x="6768083" y="1977675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6" name="Google Shape;4466;p31"/>
              <p:cNvSpPr/>
              <p:nvPr/>
            </p:nvSpPr>
            <p:spPr>
              <a:xfrm>
                <a:off x="6849903" y="1896617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7" name="Google Shape;4467;p31"/>
              <p:cNvSpPr/>
              <p:nvPr/>
            </p:nvSpPr>
            <p:spPr>
              <a:xfrm>
                <a:off x="6931723" y="1815750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8" name="Google Shape;4468;p31"/>
              <p:cNvSpPr/>
              <p:nvPr/>
            </p:nvSpPr>
            <p:spPr>
              <a:xfrm>
                <a:off x="7013543" y="1734692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9" name="Google Shape;4469;p31"/>
              <p:cNvSpPr/>
              <p:nvPr/>
            </p:nvSpPr>
            <p:spPr>
              <a:xfrm>
                <a:off x="7095363" y="1653634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0" name="Google Shape;4470;p31"/>
              <p:cNvSpPr/>
              <p:nvPr/>
            </p:nvSpPr>
            <p:spPr>
              <a:xfrm>
                <a:off x="7177182" y="157257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1" name="Google Shape;4471;p31"/>
              <p:cNvSpPr/>
              <p:nvPr/>
            </p:nvSpPr>
            <p:spPr>
              <a:xfrm>
                <a:off x="7259002" y="1491709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2" name="Google Shape;4472;p31"/>
              <p:cNvSpPr/>
              <p:nvPr/>
            </p:nvSpPr>
            <p:spPr>
              <a:xfrm>
                <a:off x="7340822" y="1410652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3" name="Google Shape;4473;p31"/>
              <p:cNvSpPr/>
              <p:nvPr/>
            </p:nvSpPr>
            <p:spPr>
              <a:xfrm>
                <a:off x="7422641" y="1329594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4" name="Google Shape;4474;p31"/>
              <p:cNvSpPr/>
              <p:nvPr/>
            </p:nvSpPr>
            <p:spPr>
              <a:xfrm>
                <a:off x="7504461" y="1248536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5" name="Google Shape;4475;p31"/>
              <p:cNvSpPr/>
              <p:nvPr/>
            </p:nvSpPr>
            <p:spPr>
              <a:xfrm>
                <a:off x="7586376" y="1167669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76" name="Google Shape;4476;p31"/>
            <p:cNvGrpSpPr/>
            <p:nvPr/>
          </p:nvGrpSpPr>
          <p:grpSpPr>
            <a:xfrm>
              <a:off x="3829145" y="1173384"/>
              <a:ext cx="3605878" cy="3605973"/>
              <a:chOff x="3829145" y="1173384"/>
              <a:chExt cx="3605878" cy="3605973"/>
            </a:xfrm>
          </p:grpSpPr>
          <p:sp>
            <p:nvSpPr>
              <p:cNvPr id="4477" name="Google Shape;4477;p31"/>
              <p:cNvSpPr/>
              <p:nvPr/>
            </p:nvSpPr>
            <p:spPr>
              <a:xfrm>
                <a:off x="3829145" y="4738210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8" name="Google Shape;4478;p31"/>
              <p:cNvSpPr/>
              <p:nvPr/>
            </p:nvSpPr>
            <p:spPr>
              <a:xfrm>
                <a:off x="3910965" y="4657153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9" name="Google Shape;4479;p31"/>
              <p:cNvSpPr/>
              <p:nvPr/>
            </p:nvSpPr>
            <p:spPr>
              <a:xfrm>
                <a:off x="3992689" y="4576095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0" name="Google Shape;4480;p31"/>
              <p:cNvSpPr/>
              <p:nvPr/>
            </p:nvSpPr>
            <p:spPr>
              <a:xfrm>
                <a:off x="4074604" y="4495228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1" name="Google Shape;4481;p31"/>
              <p:cNvSpPr/>
              <p:nvPr/>
            </p:nvSpPr>
            <p:spPr>
              <a:xfrm>
                <a:off x="4156424" y="4414170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2" name="Google Shape;4482;p31"/>
              <p:cNvSpPr/>
              <p:nvPr/>
            </p:nvSpPr>
            <p:spPr>
              <a:xfrm>
                <a:off x="4238243" y="4333017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3" name="Google Shape;4483;p31"/>
              <p:cNvSpPr/>
              <p:nvPr/>
            </p:nvSpPr>
            <p:spPr>
              <a:xfrm>
                <a:off x="4320063" y="4251959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4" name="Google Shape;4484;p31"/>
              <p:cNvSpPr/>
              <p:nvPr/>
            </p:nvSpPr>
            <p:spPr>
              <a:xfrm>
                <a:off x="4401883" y="4171092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5" name="Google Shape;4485;p31"/>
              <p:cNvSpPr/>
              <p:nvPr/>
            </p:nvSpPr>
            <p:spPr>
              <a:xfrm>
                <a:off x="4483703" y="4090034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6" name="Google Shape;4486;p31"/>
              <p:cNvSpPr/>
              <p:nvPr/>
            </p:nvSpPr>
            <p:spPr>
              <a:xfrm>
                <a:off x="4565522" y="4008976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7" name="Google Shape;4487;p31"/>
              <p:cNvSpPr/>
              <p:nvPr/>
            </p:nvSpPr>
            <p:spPr>
              <a:xfrm>
                <a:off x="4647342" y="3927919"/>
                <a:ext cx="33146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6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8" name="Google Shape;4488;p31"/>
              <p:cNvSpPr/>
              <p:nvPr/>
            </p:nvSpPr>
            <p:spPr>
              <a:xfrm>
                <a:off x="4729257" y="3846956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4" y="7239"/>
                      <a:pt x="32194" y="16097"/>
                    </a:cubicBezTo>
                    <a:cubicBezTo>
                      <a:pt x="32194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9" name="Google Shape;4489;p31"/>
              <p:cNvSpPr/>
              <p:nvPr/>
            </p:nvSpPr>
            <p:spPr>
              <a:xfrm>
                <a:off x="4810982" y="3765994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0" name="Google Shape;4490;p31"/>
              <p:cNvSpPr/>
              <p:nvPr/>
            </p:nvSpPr>
            <p:spPr>
              <a:xfrm>
                <a:off x="4892802" y="3684936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1" name="Google Shape;4491;p31"/>
              <p:cNvSpPr/>
              <p:nvPr/>
            </p:nvSpPr>
            <p:spPr>
              <a:xfrm>
                <a:off x="4974621" y="3603878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8" y="29909"/>
                      <a:pt x="0" y="23241"/>
                      <a:pt x="0" y="14954"/>
                    </a:cubicBezTo>
                    <a:cubicBezTo>
                      <a:pt x="0" y="6668"/>
                      <a:pt x="6668" y="0"/>
                      <a:pt x="14954" y="0"/>
                    </a:cubicBezTo>
                    <a:cubicBezTo>
                      <a:pt x="23241" y="0"/>
                      <a:pt x="29909" y="6668"/>
                      <a:pt x="29909" y="14954"/>
                    </a:cubicBezTo>
                    <a:cubicBezTo>
                      <a:pt x="29909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2" name="Google Shape;4492;p31"/>
              <p:cNvSpPr/>
              <p:nvPr/>
            </p:nvSpPr>
            <p:spPr>
              <a:xfrm>
                <a:off x="5056441" y="3522916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3" name="Google Shape;4493;p31"/>
              <p:cNvSpPr/>
              <p:nvPr/>
            </p:nvSpPr>
            <p:spPr>
              <a:xfrm>
                <a:off x="5138356" y="3441953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4" name="Google Shape;4494;p31"/>
              <p:cNvSpPr/>
              <p:nvPr/>
            </p:nvSpPr>
            <p:spPr>
              <a:xfrm>
                <a:off x="5220080" y="3360895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5" name="Google Shape;4495;p31"/>
              <p:cNvSpPr/>
              <p:nvPr/>
            </p:nvSpPr>
            <p:spPr>
              <a:xfrm>
                <a:off x="5301900" y="3279837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6" name="Google Shape;4496;p31"/>
              <p:cNvSpPr/>
              <p:nvPr/>
            </p:nvSpPr>
            <p:spPr>
              <a:xfrm>
                <a:off x="5383720" y="3198780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7" name="Google Shape;4497;p31"/>
              <p:cNvSpPr/>
              <p:nvPr/>
            </p:nvSpPr>
            <p:spPr>
              <a:xfrm>
                <a:off x="5465635" y="3117912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8" name="Google Shape;4498;p31"/>
              <p:cNvSpPr/>
              <p:nvPr/>
            </p:nvSpPr>
            <p:spPr>
              <a:xfrm>
                <a:off x="5547455" y="3036855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9" name="Google Shape;4499;p31"/>
              <p:cNvSpPr/>
              <p:nvPr/>
            </p:nvSpPr>
            <p:spPr>
              <a:xfrm>
                <a:off x="5629179" y="2955797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0" name="Google Shape;4500;p31"/>
              <p:cNvSpPr/>
              <p:nvPr/>
            </p:nvSpPr>
            <p:spPr>
              <a:xfrm>
                <a:off x="5710999" y="2874739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1" name="Google Shape;4501;p31"/>
              <p:cNvSpPr/>
              <p:nvPr/>
            </p:nvSpPr>
            <p:spPr>
              <a:xfrm>
                <a:off x="5792914" y="2793872"/>
                <a:ext cx="21717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6" extrusionOk="0">
                    <a:moveTo>
                      <a:pt x="10859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9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9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2" name="Google Shape;4502;p31"/>
              <p:cNvSpPr/>
              <p:nvPr/>
            </p:nvSpPr>
            <p:spPr>
              <a:xfrm>
                <a:off x="5874734" y="2712814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3" name="Google Shape;4503;p31"/>
              <p:cNvSpPr/>
              <p:nvPr/>
            </p:nvSpPr>
            <p:spPr>
              <a:xfrm>
                <a:off x="5956554" y="2631757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4" name="Google Shape;4504;p31"/>
              <p:cNvSpPr/>
              <p:nvPr/>
            </p:nvSpPr>
            <p:spPr>
              <a:xfrm>
                <a:off x="6038278" y="2550699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5" name="Google Shape;4505;p31"/>
              <p:cNvSpPr/>
              <p:nvPr/>
            </p:nvSpPr>
            <p:spPr>
              <a:xfrm>
                <a:off x="6120193" y="2469832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6" name="Google Shape;4506;p31"/>
              <p:cNvSpPr/>
              <p:nvPr/>
            </p:nvSpPr>
            <p:spPr>
              <a:xfrm>
                <a:off x="6202013" y="238867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7" name="Google Shape;4507;p31"/>
              <p:cNvSpPr/>
              <p:nvPr/>
            </p:nvSpPr>
            <p:spPr>
              <a:xfrm>
                <a:off x="6283833" y="2307716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8" name="Google Shape;4508;p31"/>
              <p:cNvSpPr/>
              <p:nvPr/>
            </p:nvSpPr>
            <p:spPr>
              <a:xfrm>
                <a:off x="6365652" y="2226658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9" name="Google Shape;4509;p31"/>
              <p:cNvSpPr/>
              <p:nvPr/>
            </p:nvSpPr>
            <p:spPr>
              <a:xfrm>
                <a:off x="6447377" y="2145601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1" y="0"/>
                      <a:pt x="15430" y="3429"/>
                      <a:pt x="15430" y="7715"/>
                    </a:cubicBezTo>
                    <a:cubicBezTo>
                      <a:pt x="15430" y="12001"/>
                      <a:pt x="12001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0" name="Google Shape;4510;p31"/>
              <p:cNvSpPr/>
              <p:nvPr/>
            </p:nvSpPr>
            <p:spPr>
              <a:xfrm>
                <a:off x="6529292" y="2064638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1" name="Google Shape;4511;p31"/>
              <p:cNvSpPr/>
              <p:nvPr/>
            </p:nvSpPr>
            <p:spPr>
              <a:xfrm>
                <a:off x="6611111" y="1983580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2" name="Google Shape;4512;p31"/>
              <p:cNvSpPr/>
              <p:nvPr/>
            </p:nvSpPr>
            <p:spPr>
              <a:xfrm>
                <a:off x="6692931" y="190252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3" name="Google Shape;4513;p31"/>
              <p:cNvSpPr/>
              <p:nvPr/>
            </p:nvSpPr>
            <p:spPr>
              <a:xfrm>
                <a:off x="6774751" y="1821465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4" name="Google Shape;4514;p31"/>
              <p:cNvSpPr/>
              <p:nvPr/>
            </p:nvSpPr>
            <p:spPr>
              <a:xfrm>
                <a:off x="6856571" y="1740598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6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5" name="Google Shape;4515;p31"/>
              <p:cNvSpPr/>
              <p:nvPr/>
            </p:nvSpPr>
            <p:spPr>
              <a:xfrm>
                <a:off x="6938391" y="1659540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6" name="Google Shape;4516;p31"/>
              <p:cNvSpPr/>
              <p:nvPr/>
            </p:nvSpPr>
            <p:spPr>
              <a:xfrm>
                <a:off x="7020210" y="1578482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7" name="Google Shape;4517;p31"/>
              <p:cNvSpPr/>
              <p:nvPr/>
            </p:nvSpPr>
            <p:spPr>
              <a:xfrm>
                <a:off x="7102030" y="1497424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8" name="Google Shape;4518;p31"/>
              <p:cNvSpPr/>
              <p:nvPr/>
            </p:nvSpPr>
            <p:spPr>
              <a:xfrm>
                <a:off x="7183945" y="1416557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9" name="Google Shape;4519;p31"/>
              <p:cNvSpPr/>
              <p:nvPr/>
            </p:nvSpPr>
            <p:spPr>
              <a:xfrm>
                <a:off x="7265669" y="1335499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0" name="Google Shape;4520;p31"/>
              <p:cNvSpPr/>
              <p:nvPr/>
            </p:nvSpPr>
            <p:spPr>
              <a:xfrm>
                <a:off x="7347489" y="1254441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1" name="Google Shape;4521;p31"/>
              <p:cNvSpPr/>
              <p:nvPr/>
            </p:nvSpPr>
            <p:spPr>
              <a:xfrm>
                <a:off x="7429309" y="1173384"/>
                <a:ext cx="5714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22" name="Google Shape;4522;p31"/>
            <p:cNvGrpSpPr/>
            <p:nvPr/>
          </p:nvGrpSpPr>
          <p:grpSpPr>
            <a:xfrm>
              <a:off x="3835812" y="1179289"/>
              <a:ext cx="3443001" cy="3443097"/>
              <a:chOff x="3835812" y="1179289"/>
              <a:chExt cx="3443001" cy="3443097"/>
            </a:xfrm>
          </p:grpSpPr>
          <p:sp>
            <p:nvSpPr>
              <p:cNvPr id="4523" name="Google Shape;4523;p31"/>
              <p:cNvSpPr/>
              <p:nvPr/>
            </p:nvSpPr>
            <p:spPr>
              <a:xfrm>
                <a:off x="3835812" y="4582000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4" name="Google Shape;4524;p31"/>
              <p:cNvSpPr/>
              <p:nvPr/>
            </p:nvSpPr>
            <p:spPr>
              <a:xfrm>
                <a:off x="3917632" y="4500943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5" name="Google Shape;4525;p31"/>
              <p:cNvSpPr/>
              <p:nvPr/>
            </p:nvSpPr>
            <p:spPr>
              <a:xfrm>
                <a:off x="3999452" y="442007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6" name="Google Shape;4526;p31"/>
              <p:cNvSpPr/>
              <p:nvPr/>
            </p:nvSpPr>
            <p:spPr>
              <a:xfrm>
                <a:off x="4081271" y="433901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7" name="Google Shape;4527;p31"/>
              <p:cNvSpPr/>
              <p:nvPr/>
            </p:nvSpPr>
            <p:spPr>
              <a:xfrm>
                <a:off x="4163091" y="4257864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8" name="Google Shape;4528;p31"/>
              <p:cNvSpPr/>
              <p:nvPr/>
            </p:nvSpPr>
            <p:spPr>
              <a:xfrm>
                <a:off x="4244911" y="417680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9" name="Google Shape;4529;p31"/>
              <p:cNvSpPr/>
              <p:nvPr/>
            </p:nvSpPr>
            <p:spPr>
              <a:xfrm>
                <a:off x="4326826" y="4095939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7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0" name="Google Shape;4530;p31"/>
              <p:cNvSpPr/>
              <p:nvPr/>
            </p:nvSpPr>
            <p:spPr>
              <a:xfrm>
                <a:off x="4408551" y="4014882"/>
                <a:ext cx="34671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1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1" y="0"/>
                      <a:pt x="34671" y="7810"/>
                      <a:pt x="34671" y="17335"/>
                    </a:cubicBezTo>
                    <a:cubicBezTo>
                      <a:pt x="34671" y="26860"/>
                      <a:pt x="26861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1" name="Google Shape;4531;p31"/>
              <p:cNvSpPr/>
              <p:nvPr/>
            </p:nvSpPr>
            <p:spPr>
              <a:xfrm>
                <a:off x="4490370" y="3933824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2" name="Google Shape;4532;p31"/>
              <p:cNvSpPr/>
              <p:nvPr/>
            </p:nvSpPr>
            <p:spPr>
              <a:xfrm>
                <a:off x="4572190" y="3852862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3" name="Google Shape;4533;p31"/>
              <p:cNvSpPr/>
              <p:nvPr/>
            </p:nvSpPr>
            <p:spPr>
              <a:xfrm>
                <a:off x="4654010" y="3771804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4" name="Google Shape;4534;p31"/>
              <p:cNvSpPr/>
              <p:nvPr/>
            </p:nvSpPr>
            <p:spPr>
              <a:xfrm>
                <a:off x="4735829" y="3690841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5" name="Google Shape;4535;p31"/>
              <p:cNvSpPr/>
              <p:nvPr/>
            </p:nvSpPr>
            <p:spPr>
              <a:xfrm>
                <a:off x="4817649" y="3609784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6" name="Google Shape;4536;p31"/>
              <p:cNvSpPr/>
              <p:nvPr/>
            </p:nvSpPr>
            <p:spPr>
              <a:xfrm>
                <a:off x="4899469" y="3528726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7" name="Google Shape;4537;p31"/>
              <p:cNvSpPr/>
              <p:nvPr/>
            </p:nvSpPr>
            <p:spPr>
              <a:xfrm>
                <a:off x="4981289" y="3447668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69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69"/>
                      <a:pt x="22669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8" name="Google Shape;4538;p31"/>
              <p:cNvSpPr/>
              <p:nvPr/>
            </p:nvSpPr>
            <p:spPr>
              <a:xfrm>
                <a:off x="5063204" y="3366801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9" name="Google Shape;4539;p31"/>
              <p:cNvSpPr/>
              <p:nvPr/>
            </p:nvSpPr>
            <p:spPr>
              <a:xfrm>
                <a:off x="5144928" y="3285743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0" name="Google Shape;4540;p31"/>
              <p:cNvSpPr/>
              <p:nvPr/>
            </p:nvSpPr>
            <p:spPr>
              <a:xfrm>
                <a:off x="5226748" y="3204685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1" name="Google Shape;4541;p31"/>
              <p:cNvSpPr/>
              <p:nvPr/>
            </p:nvSpPr>
            <p:spPr>
              <a:xfrm>
                <a:off x="5308568" y="3123628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2" name="Google Shape;4542;p31"/>
              <p:cNvSpPr/>
              <p:nvPr/>
            </p:nvSpPr>
            <p:spPr>
              <a:xfrm>
                <a:off x="5390483" y="3042760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3" name="Google Shape;4543;p31"/>
              <p:cNvSpPr/>
              <p:nvPr/>
            </p:nvSpPr>
            <p:spPr>
              <a:xfrm>
                <a:off x="5472303" y="296170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4" name="Google Shape;4544;p31"/>
              <p:cNvSpPr/>
              <p:nvPr/>
            </p:nvSpPr>
            <p:spPr>
              <a:xfrm>
                <a:off x="5554027" y="288064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5" name="Google Shape;4545;p31"/>
              <p:cNvSpPr/>
              <p:nvPr/>
            </p:nvSpPr>
            <p:spPr>
              <a:xfrm>
                <a:off x="5635847" y="279958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6" name="Google Shape;4546;p31"/>
              <p:cNvSpPr/>
              <p:nvPr/>
            </p:nvSpPr>
            <p:spPr>
              <a:xfrm>
                <a:off x="5717762" y="2718720"/>
                <a:ext cx="21717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9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9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7" name="Google Shape;4547;p31"/>
              <p:cNvSpPr/>
              <p:nvPr/>
            </p:nvSpPr>
            <p:spPr>
              <a:xfrm>
                <a:off x="5799582" y="263766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8" name="Google Shape;4548;p31"/>
              <p:cNvSpPr/>
              <p:nvPr/>
            </p:nvSpPr>
            <p:spPr>
              <a:xfrm>
                <a:off x="5881401" y="2556604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9" name="Google Shape;4549;p31"/>
              <p:cNvSpPr/>
              <p:nvPr/>
            </p:nvSpPr>
            <p:spPr>
              <a:xfrm>
                <a:off x="5963126" y="2475546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0" name="Google Shape;4550;p31"/>
              <p:cNvSpPr/>
              <p:nvPr/>
            </p:nvSpPr>
            <p:spPr>
              <a:xfrm>
                <a:off x="6045041" y="2394584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1" name="Google Shape;4551;p31"/>
              <p:cNvSpPr/>
              <p:nvPr/>
            </p:nvSpPr>
            <p:spPr>
              <a:xfrm>
                <a:off x="6126861" y="231362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0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2" name="Google Shape;4552;p31"/>
              <p:cNvSpPr/>
              <p:nvPr/>
            </p:nvSpPr>
            <p:spPr>
              <a:xfrm>
                <a:off x="6208680" y="223256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3" name="Google Shape;4553;p31"/>
              <p:cNvSpPr/>
              <p:nvPr/>
            </p:nvSpPr>
            <p:spPr>
              <a:xfrm>
                <a:off x="6290500" y="2151506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19" y="16193"/>
                      <a:pt x="0" y="12573"/>
                      <a:pt x="0" y="8096"/>
                    </a:cubicBezTo>
                    <a:cubicBezTo>
                      <a:pt x="0" y="3620"/>
                      <a:pt x="3619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4" name="Google Shape;4554;p31"/>
              <p:cNvSpPr/>
              <p:nvPr/>
            </p:nvSpPr>
            <p:spPr>
              <a:xfrm>
                <a:off x="6372225" y="2070448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5" name="Google Shape;4555;p31"/>
              <p:cNvSpPr/>
              <p:nvPr/>
            </p:nvSpPr>
            <p:spPr>
              <a:xfrm>
                <a:off x="6454140" y="1989581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6" name="Google Shape;4556;p31"/>
              <p:cNvSpPr/>
              <p:nvPr/>
            </p:nvSpPr>
            <p:spPr>
              <a:xfrm>
                <a:off x="6535959" y="1908428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7" name="Google Shape;4557;p31"/>
              <p:cNvSpPr/>
              <p:nvPr/>
            </p:nvSpPr>
            <p:spPr>
              <a:xfrm>
                <a:off x="6617779" y="1827370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8" name="Google Shape;4558;p31"/>
              <p:cNvSpPr/>
              <p:nvPr/>
            </p:nvSpPr>
            <p:spPr>
              <a:xfrm>
                <a:off x="6699599" y="1746313"/>
                <a:ext cx="12191" cy="12192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2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9" name="Google Shape;4559;p31"/>
              <p:cNvSpPr/>
              <p:nvPr/>
            </p:nvSpPr>
            <p:spPr>
              <a:xfrm>
                <a:off x="6781418" y="1665445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0" name="Google Shape;4560;p31"/>
              <p:cNvSpPr/>
              <p:nvPr/>
            </p:nvSpPr>
            <p:spPr>
              <a:xfrm>
                <a:off x="6863238" y="1584388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1" name="Google Shape;4561;p31"/>
              <p:cNvSpPr/>
              <p:nvPr/>
            </p:nvSpPr>
            <p:spPr>
              <a:xfrm>
                <a:off x="6945058" y="1503330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2" name="Google Shape;4562;p31"/>
              <p:cNvSpPr/>
              <p:nvPr/>
            </p:nvSpPr>
            <p:spPr>
              <a:xfrm>
                <a:off x="7026878" y="1422272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3" name="Google Shape;4563;p31"/>
              <p:cNvSpPr/>
              <p:nvPr/>
            </p:nvSpPr>
            <p:spPr>
              <a:xfrm>
                <a:off x="7108793" y="1341405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4" name="Google Shape;4564;p31"/>
              <p:cNvSpPr/>
              <p:nvPr/>
            </p:nvSpPr>
            <p:spPr>
              <a:xfrm>
                <a:off x="7190517" y="1260347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5" name="Google Shape;4565;p31"/>
              <p:cNvSpPr/>
              <p:nvPr/>
            </p:nvSpPr>
            <p:spPr>
              <a:xfrm>
                <a:off x="7272337" y="1179289"/>
                <a:ext cx="6476" cy="6476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6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66" name="Google Shape;4566;p31"/>
            <p:cNvGrpSpPr/>
            <p:nvPr/>
          </p:nvGrpSpPr>
          <p:grpSpPr>
            <a:xfrm>
              <a:off x="3842480" y="1185195"/>
              <a:ext cx="3280124" cy="3280218"/>
              <a:chOff x="3842480" y="1185195"/>
              <a:chExt cx="3280124" cy="3280218"/>
            </a:xfrm>
          </p:grpSpPr>
          <p:sp>
            <p:nvSpPr>
              <p:cNvPr id="4567" name="Google Shape;4567;p31"/>
              <p:cNvSpPr/>
              <p:nvPr/>
            </p:nvSpPr>
            <p:spPr>
              <a:xfrm>
                <a:off x="3842480" y="4425790"/>
                <a:ext cx="39624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3" extrusionOk="0">
                    <a:moveTo>
                      <a:pt x="39624" y="19812"/>
                    </a:moveTo>
                    <a:cubicBezTo>
                      <a:pt x="39624" y="30754"/>
                      <a:pt x="30754" y="39624"/>
                      <a:pt x="19812" y="39624"/>
                    </a:cubicBezTo>
                    <a:cubicBezTo>
                      <a:pt x="8870" y="39624"/>
                      <a:pt x="0" y="30754"/>
                      <a:pt x="0" y="19812"/>
                    </a:cubicBezTo>
                    <a:cubicBezTo>
                      <a:pt x="0" y="8870"/>
                      <a:pt x="8870" y="0"/>
                      <a:pt x="19812" y="0"/>
                    </a:cubicBezTo>
                    <a:cubicBezTo>
                      <a:pt x="30754" y="0"/>
                      <a:pt x="39624" y="8870"/>
                      <a:pt x="39624" y="198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8" name="Google Shape;4568;p31"/>
              <p:cNvSpPr/>
              <p:nvPr/>
            </p:nvSpPr>
            <p:spPr>
              <a:xfrm>
                <a:off x="3924300" y="4344923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9" name="Google Shape;4569;p31"/>
              <p:cNvSpPr/>
              <p:nvPr/>
            </p:nvSpPr>
            <p:spPr>
              <a:xfrm>
                <a:off x="4006119" y="4263865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0" name="Google Shape;4570;p31"/>
              <p:cNvSpPr/>
              <p:nvPr/>
            </p:nvSpPr>
            <p:spPr>
              <a:xfrm>
                <a:off x="4087939" y="418280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1" name="Google Shape;4571;p31"/>
              <p:cNvSpPr/>
              <p:nvPr/>
            </p:nvSpPr>
            <p:spPr>
              <a:xfrm>
                <a:off x="4169759" y="410175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2" name="Google Shape;4572;p31"/>
              <p:cNvSpPr/>
              <p:nvPr/>
            </p:nvSpPr>
            <p:spPr>
              <a:xfrm>
                <a:off x="4251674" y="4020787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3" name="Google Shape;4573;p31"/>
              <p:cNvSpPr/>
              <p:nvPr/>
            </p:nvSpPr>
            <p:spPr>
              <a:xfrm>
                <a:off x="4333398" y="3939729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4" name="Google Shape;4574;p31"/>
              <p:cNvSpPr/>
              <p:nvPr/>
            </p:nvSpPr>
            <p:spPr>
              <a:xfrm>
                <a:off x="4415218" y="3858672"/>
                <a:ext cx="33908" cy="33909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9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5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5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5" name="Google Shape;4575;p31"/>
              <p:cNvSpPr/>
              <p:nvPr/>
            </p:nvSpPr>
            <p:spPr>
              <a:xfrm>
                <a:off x="4497038" y="3777709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6" name="Google Shape;4576;p31"/>
              <p:cNvSpPr/>
              <p:nvPr/>
            </p:nvSpPr>
            <p:spPr>
              <a:xfrm rot="-5391406">
                <a:off x="4578878" y="3696629"/>
                <a:ext cx="32385" cy="32385"/>
              </a:xfrm>
              <a:custGeom>
                <a:avLst/>
                <a:gdLst/>
                <a:ahLst/>
                <a:cxnLst/>
                <a:rect l="l" t="t" r="r" b="b"/>
                <a:pathLst>
                  <a:path w="32385" h="32385" extrusionOk="0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49"/>
                      <a:pt x="32385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7" name="Google Shape;4577;p31"/>
              <p:cNvSpPr/>
              <p:nvPr/>
            </p:nvSpPr>
            <p:spPr>
              <a:xfrm>
                <a:off x="4660772" y="3615689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8" name="Google Shape;4578;p31"/>
              <p:cNvSpPr/>
              <p:nvPr/>
            </p:nvSpPr>
            <p:spPr>
              <a:xfrm>
                <a:off x="4742497" y="3534631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9" name="Google Shape;4579;p31"/>
              <p:cNvSpPr/>
              <p:nvPr/>
            </p:nvSpPr>
            <p:spPr>
              <a:xfrm>
                <a:off x="4824317" y="3453574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0" name="Google Shape;4580;p31"/>
              <p:cNvSpPr/>
              <p:nvPr/>
            </p:nvSpPr>
            <p:spPr>
              <a:xfrm>
                <a:off x="4906137" y="337261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1" name="Google Shape;4581;p31"/>
              <p:cNvSpPr/>
              <p:nvPr/>
            </p:nvSpPr>
            <p:spPr>
              <a:xfrm>
                <a:off x="4988052" y="3291649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8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2" name="Google Shape;4582;p31"/>
              <p:cNvSpPr/>
              <p:nvPr/>
            </p:nvSpPr>
            <p:spPr>
              <a:xfrm>
                <a:off x="5069871" y="3210591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3" name="Google Shape;4583;p31"/>
              <p:cNvSpPr/>
              <p:nvPr/>
            </p:nvSpPr>
            <p:spPr>
              <a:xfrm>
                <a:off x="5151596" y="3129533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4" name="Google Shape;4584;p31"/>
              <p:cNvSpPr/>
              <p:nvPr/>
            </p:nvSpPr>
            <p:spPr>
              <a:xfrm>
                <a:off x="5233416" y="3048475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5" name="Google Shape;4585;p31"/>
              <p:cNvSpPr/>
              <p:nvPr/>
            </p:nvSpPr>
            <p:spPr>
              <a:xfrm>
                <a:off x="5315330" y="2967608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6" name="Google Shape;4586;p31"/>
              <p:cNvSpPr/>
              <p:nvPr/>
            </p:nvSpPr>
            <p:spPr>
              <a:xfrm>
                <a:off x="5397150" y="2886550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7" name="Google Shape;4587;p31"/>
              <p:cNvSpPr/>
              <p:nvPr/>
            </p:nvSpPr>
            <p:spPr>
              <a:xfrm>
                <a:off x="5478970" y="280549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8" name="Google Shape;4588;p31"/>
              <p:cNvSpPr/>
              <p:nvPr/>
            </p:nvSpPr>
            <p:spPr>
              <a:xfrm>
                <a:off x="5560695" y="2724435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22669" y="11335"/>
                    </a:moveTo>
                    <a:cubicBezTo>
                      <a:pt x="22669" y="17595"/>
                      <a:pt x="17595" y="22670"/>
                      <a:pt x="11335" y="22670"/>
                    </a:cubicBezTo>
                    <a:cubicBezTo>
                      <a:pt x="5075" y="22670"/>
                      <a:pt x="0" y="17595"/>
                      <a:pt x="0" y="11335"/>
                    </a:cubicBezTo>
                    <a:cubicBezTo>
                      <a:pt x="0" y="5075"/>
                      <a:pt x="5075" y="0"/>
                      <a:pt x="11335" y="0"/>
                    </a:cubicBezTo>
                    <a:cubicBezTo>
                      <a:pt x="17595" y="0"/>
                      <a:pt x="22669" y="5075"/>
                      <a:pt x="22669" y="11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9" name="Google Shape;4589;p31"/>
              <p:cNvSpPr/>
              <p:nvPr/>
            </p:nvSpPr>
            <p:spPr>
              <a:xfrm>
                <a:off x="5642609" y="2643567"/>
                <a:ext cx="21716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0" name="Google Shape;4590;p31"/>
              <p:cNvSpPr/>
              <p:nvPr/>
            </p:nvSpPr>
            <p:spPr>
              <a:xfrm>
                <a:off x="5724429" y="256251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20955" y="10478"/>
                    </a:moveTo>
                    <a:cubicBezTo>
                      <a:pt x="20955" y="16264"/>
                      <a:pt x="16264" y="20955"/>
                      <a:pt x="10477" y="20955"/>
                    </a:cubicBezTo>
                    <a:cubicBezTo>
                      <a:pt x="4691" y="20955"/>
                      <a:pt x="0" y="16264"/>
                      <a:pt x="0" y="10478"/>
                    </a:cubicBezTo>
                    <a:cubicBezTo>
                      <a:pt x="0" y="4691"/>
                      <a:pt x="4691" y="0"/>
                      <a:pt x="10477" y="0"/>
                    </a:cubicBezTo>
                    <a:cubicBezTo>
                      <a:pt x="16264" y="0"/>
                      <a:pt x="20955" y="4691"/>
                      <a:pt x="20955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1" name="Google Shape;4591;p31"/>
              <p:cNvSpPr/>
              <p:nvPr/>
            </p:nvSpPr>
            <p:spPr>
              <a:xfrm>
                <a:off x="5806249" y="2481452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2" name="Google Shape;4592;p31"/>
              <p:cNvSpPr/>
              <p:nvPr/>
            </p:nvSpPr>
            <p:spPr>
              <a:xfrm>
                <a:off x="5888069" y="2400394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50"/>
                      <a:pt x="0" y="9716"/>
                    </a:cubicBezTo>
                    <a:cubicBezTo>
                      <a:pt x="0" y="4382"/>
                      <a:pt x="4382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3" name="Google Shape;4593;p31"/>
              <p:cNvSpPr/>
              <p:nvPr/>
            </p:nvSpPr>
            <p:spPr>
              <a:xfrm>
                <a:off x="5969888" y="2319527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4" name="Google Shape;4594;p31"/>
              <p:cNvSpPr/>
              <p:nvPr/>
            </p:nvSpPr>
            <p:spPr>
              <a:xfrm>
                <a:off x="6051708" y="223846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7"/>
                      <a:pt x="8858" y="17717"/>
                    </a:cubicBezTo>
                    <a:cubicBezTo>
                      <a:pt x="3966" y="17717"/>
                      <a:pt x="0" y="13751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5" name="Google Shape;4595;p31"/>
              <p:cNvSpPr/>
              <p:nvPr/>
            </p:nvSpPr>
            <p:spPr>
              <a:xfrm>
                <a:off x="6133528" y="215741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6" name="Google Shape;4596;p31"/>
              <p:cNvSpPr/>
              <p:nvPr/>
            </p:nvSpPr>
            <p:spPr>
              <a:xfrm>
                <a:off x="6215348" y="207635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7" name="Google Shape;4597;p31"/>
              <p:cNvSpPr/>
              <p:nvPr/>
            </p:nvSpPr>
            <p:spPr>
              <a:xfrm>
                <a:off x="6297167" y="1995296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1"/>
                      <a:pt x="12002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8" name="Google Shape;4598;p31"/>
              <p:cNvSpPr/>
              <p:nvPr/>
            </p:nvSpPr>
            <p:spPr>
              <a:xfrm>
                <a:off x="6378987" y="1914334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9" name="Google Shape;4599;p31"/>
              <p:cNvSpPr/>
              <p:nvPr/>
            </p:nvSpPr>
            <p:spPr>
              <a:xfrm>
                <a:off x="6460807" y="1833371"/>
                <a:ext cx="13716" cy="13715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5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0" name="Google Shape;4600;p31"/>
              <p:cNvSpPr/>
              <p:nvPr/>
            </p:nvSpPr>
            <p:spPr>
              <a:xfrm>
                <a:off x="6542627" y="1752313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1" name="Google Shape;4601;p31"/>
              <p:cNvSpPr/>
              <p:nvPr/>
            </p:nvSpPr>
            <p:spPr>
              <a:xfrm>
                <a:off x="6624447" y="1671160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2" name="Google Shape;4602;p31"/>
              <p:cNvSpPr/>
              <p:nvPr/>
            </p:nvSpPr>
            <p:spPr>
              <a:xfrm>
                <a:off x="6706361" y="1590293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3" name="Google Shape;4603;p31"/>
              <p:cNvSpPr/>
              <p:nvPr/>
            </p:nvSpPr>
            <p:spPr>
              <a:xfrm>
                <a:off x="6788086" y="1509235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4" name="Google Shape;4604;p31"/>
              <p:cNvSpPr/>
              <p:nvPr/>
            </p:nvSpPr>
            <p:spPr>
              <a:xfrm>
                <a:off x="6869906" y="1428178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5"/>
                    </a:moveTo>
                    <a:cubicBezTo>
                      <a:pt x="2191" y="9715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5"/>
                      <a:pt x="4858" y="9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5" name="Google Shape;4605;p31"/>
              <p:cNvSpPr/>
              <p:nvPr/>
            </p:nvSpPr>
            <p:spPr>
              <a:xfrm>
                <a:off x="6951725" y="1347120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6" name="Google Shape;4606;p31"/>
              <p:cNvSpPr/>
              <p:nvPr/>
            </p:nvSpPr>
            <p:spPr>
              <a:xfrm>
                <a:off x="7033641" y="126625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7" name="Google Shape;4607;p31"/>
              <p:cNvSpPr/>
              <p:nvPr/>
            </p:nvSpPr>
            <p:spPr>
              <a:xfrm>
                <a:off x="7115365" y="1185195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08" name="Google Shape;4608;p31"/>
            <p:cNvGrpSpPr/>
            <p:nvPr/>
          </p:nvGrpSpPr>
          <p:grpSpPr>
            <a:xfrm>
              <a:off x="3849147" y="1191100"/>
              <a:ext cx="3117342" cy="3117342"/>
              <a:chOff x="3849147" y="1191100"/>
              <a:chExt cx="3117342" cy="3117342"/>
            </a:xfrm>
          </p:grpSpPr>
          <p:sp>
            <p:nvSpPr>
              <p:cNvPr id="4609" name="Google Shape;4609;p31"/>
              <p:cNvSpPr/>
              <p:nvPr/>
            </p:nvSpPr>
            <p:spPr>
              <a:xfrm>
                <a:off x="3849147" y="426977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0" name="Google Shape;4610;p31"/>
              <p:cNvSpPr/>
              <p:nvPr/>
            </p:nvSpPr>
            <p:spPr>
              <a:xfrm>
                <a:off x="3930967" y="4188713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1" name="Google Shape;4611;p31"/>
              <p:cNvSpPr/>
              <p:nvPr/>
            </p:nvSpPr>
            <p:spPr>
              <a:xfrm>
                <a:off x="4012787" y="4107655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37148" y="18574"/>
                    </a:moveTo>
                    <a:cubicBezTo>
                      <a:pt x="37148" y="28832"/>
                      <a:pt x="28832" y="37148"/>
                      <a:pt x="18574" y="37148"/>
                    </a:cubicBezTo>
                    <a:cubicBezTo>
                      <a:pt x="8316" y="37148"/>
                      <a:pt x="0" y="28832"/>
                      <a:pt x="0" y="18574"/>
                    </a:cubicBezTo>
                    <a:cubicBezTo>
                      <a:pt x="0" y="8316"/>
                      <a:pt x="8316" y="0"/>
                      <a:pt x="18574" y="0"/>
                    </a:cubicBezTo>
                    <a:cubicBezTo>
                      <a:pt x="28832" y="0"/>
                      <a:pt x="37148" y="8316"/>
                      <a:pt x="37148" y="18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2" name="Google Shape;4612;p31"/>
              <p:cNvSpPr/>
              <p:nvPr/>
            </p:nvSpPr>
            <p:spPr>
              <a:xfrm>
                <a:off x="4094606" y="402659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3" name="Google Shape;4613;p31"/>
              <p:cNvSpPr/>
              <p:nvPr/>
            </p:nvSpPr>
            <p:spPr>
              <a:xfrm>
                <a:off x="4176521" y="3945730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4" name="Google Shape;4614;p31"/>
              <p:cNvSpPr/>
              <p:nvPr/>
            </p:nvSpPr>
            <p:spPr>
              <a:xfrm>
                <a:off x="4258246" y="3864672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5" name="Google Shape;4615;p31"/>
              <p:cNvSpPr/>
              <p:nvPr/>
            </p:nvSpPr>
            <p:spPr>
              <a:xfrm>
                <a:off x="4340066" y="3783615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6" name="Google Shape;4616;p31"/>
              <p:cNvSpPr/>
              <p:nvPr/>
            </p:nvSpPr>
            <p:spPr>
              <a:xfrm>
                <a:off x="4421886" y="3702557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7" name="Google Shape;4617;p31"/>
              <p:cNvSpPr/>
              <p:nvPr/>
            </p:nvSpPr>
            <p:spPr>
              <a:xfrm>
                <a:off x="4503800" y="3621499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097"/>
                    </a:cubicBezTo>
                    <a:cubicBezTo>
                      <a:pt x="32195" y="24955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8" name="Google Shape;4618;p31"/>
              <p:cNvSpPr/>
              <p:nvPr/>
            </p:nvSpPr>
            <p:spPr>
              <a:xfrm>
                <a:off x="4585620" y="354053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9" name="Google Shape;4619;p31"/>
              <p:cNvSpPr/>
              <p:nvPr/>
            </p:nvSpPr>
            <p:spPr>
              <a:xfrm>
                <a:off x="4667345" y="345947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0" name="Google Shape;4620;p31"/>
              <p:cNvSpPr/>
              <p:nvPr/>
            </p:nvSpPr>
            <p:spPr>
              <a:xfrm>
                <a:off x="4749164" y="3378421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1" name="Google Shape;4621;p31"/>
              <p:cNvSpPr/>
              <p:nvPr/>
            </p:nvSpPr>
            <p:spPr>
              <a:xfrm>
                <a:off x="4830984" y="3297363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7"/>
                    </a:moveTo>
                    <a:cubicBezTo>
                      <a:pt x="6572" y="29147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70"/>
                      <a:pt x="22669" y="29147"/>
                      <a:pt x="14573" y="29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2" name="Google Shape;4622;p31"/>
              <p:cNvSpPr/>
              <p:nvPr/>
            </p:nvSpPr>
            <p:spPr>
              <a:xfrm>
                <a:off x="4912899" y="3216496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3" name="Google Shape;4623;p31"/>
              <p:cNvSpPr/>
              <p:nvPr/>
            </p:nvSpPr>
            <p:spPr>
              <a:xfrm>
                <a:off x="4994719" y="3135438"/>
                <a:ext cx="27432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4" name="Google Shape;4624;p31"/>
              <p:cNvSpPr/>
              <p:nvPr/>
            </p:nvSpPr>
            <p:spPr>
              <a:xfrm>
                <a:off x="5076444" y="3054381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5" name="Google Shape;4625;p31"/>
              <p:cNvSpPr/>
              <p:nvPr/>
            </p:nvSpPr>
            <p:spPr>
              <a:xfrm>
                <a:off x="5158263" y="297332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6" name="Google Shape;4626;p31"/>
              <p:cNvSpPr/>
              <p:nvPr/>
            </p:nvSpPr>
            <p:spPr>
              <a:xfrm>
                <a:off x="5240178" y="289245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7" name="Google Shape;4627;p31"/>
              <p:cNvSpPr/>
              <p:nvPr/>
            </p:nvSpPr>
            <p:spPr>
              <a:xfrm>
                <a:off x="5321998" y="2811398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8" name="Google Shape;4628;p31"/>
              <p:cNvSpPr/>
              <p:nvPr/>
            </p:nvSpPr>
            <p:spPr>
              <a:xfrm>
                <a:off x="5403818" y="2730340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9" name="Google Shape;4629;p31"/>
              <p:cNvSpPr/>
              <p:nvPr/>
            </p:nvSpPr>
            <p:spPr>
              <a:xfrm>
                <a:off x="5485542" y="2649282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69" y="5048"/>
                      <a:pt x="22669" y="11335"/>
                    </a:cubicBezTo>
                    <a:cubicBezTo>
                      <a:pt x="22669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0" name="Google Shape;4630;p31"/>
              <p:cNvSpPr/>
              <p:nvPr/>
            </p:nvSpPr>
            <p:spPr>
              <a:xfrm>
                <a:off x="5567457" y="2568415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21717" y="10858"/>
                    </a:moveTo>
                    <a:cubicBezTo>
                      <a:pt x="21717" y="16855"/>
                      <a:pt x="16855" y="21717"/>
                      <a:pt x="10858" y="21717"/>
                    </a:cubicBezTo>
                    <a:cubicBezTo>
                      <a:pt x="4861" y="21717"/>
                      <a:pt x="0" y="16855"/>
                      <a:pt x="0" y="10858"/>
                    </a:cubicBezTo>
                    <a:cubicBezTo>
                      <a:pt x="0" y="4861"/>
                      <a:pt x="4861" y="0"/>
                      <a:pt x="10858" y="0"/>
                    </a:cubicBezTo>
                    <a:cubicBezTo>
                      <a:pt x="16855" y="0"/>
                      <a:pt x="21717" y="4861"/>
                      <a:pt x="21717" y="10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1" name="Google Shape;4631;p31"/>
              <p:cNvSpPr/>
              <p:nvPr/>
            </p:nvSpPr>
            <p:spPr>
              <a:xfrm>
                <a:off x="5649277" y="2487357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2" name="Google Shape;4632;p31"/>
              <p:cNvSpPr/>
              <p:nvPr/>
            </p:nvSpPr>
            <p:spPr>
              <a:xfrm>
                <a:off x="5731097" y="240630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3" name="Google Shape;4633;p31"/>
              <p:cNvSpPr/>
              <p:nvPr/>
            </p:nvSpPr>
            <p:spPr>
              <a:xfrm>
                <a:off x="5812916" y="232524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4" name="Google Shape;4634;p31"/>
              <p:cNvSpPr/>
              <p:nvPr/>
            </p:nvSpPr>
            <p:spPr>
              <a:xfrm>
                <a:off x="5894736" y="224428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7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5" name="Google Shape;4635;p31"/>
              <p:cNvSpPr/>
              <p:nvPr/>
            </p:nvSpPr>
            <p:spPr>
              <a:xfrm>
                <a:off x="5976556" y="216331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6" name="Google Shape;4636;p31"/>
              <p:cNvSpPr/>
              <p:nvPr/>
            </p:nvSpPr>
            <p:spPr>
              <a:xfrm>
                <a:off x="6058376" y="2082259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4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7" name="Google Shape;4637;p31"/>
              <p:cNvSpPr/>
              <p:nvPr/>
            </p:nvSpPr>
            <p:spPr>
              <a:xfrm>
                <a:off x="6140195" y="2001201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8" name="Google Shape;4638;p31"/>
              <p:cNvSpPr/>
              <p:nvPr/>
            </p:nvSpPr>
            <p:spPr>
              <a:xfrm>
                <a:off x="6222015" y="1920144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1" y="7715"/>
                    </a:moveTo>
                    <a:cubicBezTo>
                      <a:pt x="15431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1" y="3454"/>
                      <a:pt x="15431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9" name="Google Shape;4639;p31"/>
              <p:cNvSpPr/>
              <p:nvPr/>
            </p:nvSpPr>
            <p:spPr>
              <a:xfrm>
                <a:off x="6303835" y="1839276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0" name="Google Shape;4640;p31"/>
              <p:cNvSpPr/>
              <p:nvPr/>
            </p:nvSpPr>
            <p:spPr>
              <a:xfrm>
                <a:off x="6385655" y="1758219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1" name="Google Shape;4641;p31"/>
              <p:cNvSpPr/>
              <p:nvPr/>
            </p:nvSpPr>
            <p:spPr>
              <a:xfrm>
                <a:off x="6467475" y="1677161"/>
                <a:ext cx="1295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2" name="Google Shape;4642;p31"/>
              <p:cNvSpPr/>
              <p:nvPr/>
            </p:nvSpPr>
            <p:spPr>
              <a:xfrm>
                <a:off x="6549294" y="1596103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3" name="Google Shape;4643;p31"/>
              <p:cNvSpPr/>
              <p:nvPr/>
            </p:nvSpPr>
            <p:spPr>
              <a:xfrm>
                <a:off x="6631209" y="151514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4" name="Google Shape;4644;p31"/>
              <p:cNvSpPr/>
              <p:nvPr/>
            </p:nvSpPr>
            <p:spPr>
              <a:xfrm>
                <a:off x="6712934" y="143408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5" name="Google Shape;4645;p31"/>
              <p:cNvSpPr/>
              <p:nvPr/>
            </p:nvSpPr>
            <p:spPr>
              <a:xfrm>
                <a:off x="6794754" y="135312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6" name="Google Shape;4646;p31"/>
              <p:cNvSpPr/>
              <p:nvPr/>
            </p:nvSpPr>
            <p:spPr>
              <a:xfrm>
                <a:off x="6876573" y="1271967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7" name="Google Shape;4647;p31"/>
              <p:cNvSpPr/>
              <p:nvPr/>
            </p:nvSpPr>
            <p:spPr>
              <a:xfrm>
                <a:off x="6958488" y="1191100"/>
                <a:ext cx="8001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0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649" name="Google Shape;4649;p31"/>
          <p:cNvSpPr txBox="1">
            <a:spLocks noGrp="1"/>
          </p:cNvSpPr>
          <p:nvPr>
            <p:ph type="title"/>
          </p:nvPr>
        </p:nvSpPr>
        <p:spPr>
          <a:xfrm>
            <a:off x="199058" y="382040"/>
            <a:ext cx="4185298" cy="13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3200" b="1" dirty="0">
                <a:solidFill>
                  <a:srgbClr val="FFFFFF"/>
                </a:solidFill>
              </a:rPr>
              <a:t>Data &amp; Portfolio Construction</a:t>
            </a:r>
          </a:p>
        </p:txBody>
      </p:sp>
      <p:sp>
        <p:nvSpPr>
          <p:cNvPr id="4650" name="Google Shape;4650;p31"/>
          <p:cNvSpPr txBox="1">
            <a:spLocks noGrp="1"/>
          </p:cNvSpPr>
          <p:nvPr>
            <p:ph type="subTitle" idx="1"/>
          </p:nvPr>
        </p:nvSpPr>
        <p:spPr>
          <a:xfrm>
            <a:off x="168224" y="1682240"/>
            <a:ext cx="4185300" cy="26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rtl="0"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dirty="0">
                <a:latin typeface="Montserrat" panose="00000500000000000000" pitchFamily="2" charset="0"/>
              </a:rPr>
              <a:t>Data source: Yahoo Finance via the </a:t>
            </a:r>
            <a:r>
              <a:rPr lang="fr-FR" dirty="0" err="1">
                <a:latin typeface="Montserrat" panose="00000500000000000000" pitchFamily="2" charset="0"/>
              </a:rPr>
              <a:t>yfinance</a:t>
            </a:r>
            <a:r>
              <a:rPr lang="fr-FR" dirty="0">
                <a:latin typeface="Montserrat" panose="00000500000000000000" pitchFamily="2" charset="0"/>
              </a:rPr>
              <a:t> Python </a:t>
            </a:r>
            <a:r>
              <a:rPr lang="fr-FR" dirty="0" err="1">
                <a:latin typeface="Montserrat" panose="00000500000000000000" pitchFamily="2" charset="0"/>
              </a:rPr>
              <a:t>library</a:t>
            </a:r>
            <a:endParaRPr lang="fr-FR" dirty="0">
              <a:latin typeface="Montserrat" panose="00000500000000000000" pitchFamily="2" charset="0"/>
            </a:endParaRPr>
          </a:p>
          <a:p>
            <a:pPr marL="171450" lvl="0" indent="-171450" rtl="0"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dirty="0" err="1">
                <a:latin typeface="Montserrat" panose="00000500000000000000" pitchFamily="2" charset="0"/>
              </a:rPr>
              <a:t>Period</a:t>
            </a:r>
            <a:r>
              <a:rPr lang="fr-FR" dirty="0">
                <a:latin typeface="Montserrat" panose="00000500000000000000" pitchFamily="2" charset="0"/>
              </a:rPr>
              <a:t>: </a:t>
            </a:r>
            <a:r>
              <a:rPr lang="fr-FR" dirty="0" err="1">
                <a:latin typeface="Montserrat" panose="00000500000000000000" pitchFamily="2" charset="0"/>
              </a:rPr>
              <a:t>January</a:t>
            </a:r>
            <a:r>
              <a:rPr lang="fr-FR" dirty="0">
                <a:latin typeface="Montserrat" panose="00000500000000000000" pitchFamily="2" charset="0"/>
              </a:rPr>
              <a:t> 2019 – </a:t>
            </a:r>
            <a:r>
              <a:rPr lang="fr-FR" dirty="0" err="1">
                <a:latin typeface="Montserrat" panose="00000500000000000000" pitchFamily="2" charset="0"/>
              </a:rPr>
              <a:t>December</a:t>
            </a:r>
            <a:r>
              <a:rPr lang="fr-FR" dirty="0">
                <a:latin typeface="Montserrat" panose="00000500000000000000" pitchFamily="2" charset="0"/>
              </a:rPr>
              <a:t> 2024  (≈ 1,500 </a:t>
            </a:r>
            <a:r>
              <a:rPr lang="fr-FR" dirty="0" err="1">
                <a:latin typeface="Montserrat" panose="00000500000000000000" pitchFamily="2" charset="0"/>
              </a:rPr>
              <a:t>daily</a:t>
            </a:r>
            <a:r>
              <a:rPr lang="fr-FR" dirty="0">
                <a:latin typeface="Montserrat" panose="00000500000000000000" pitchFamily="2" charset="0"/>
              </a:rPr>
              <a:t> observations)</a:t>
            </a:r>
          </a:p>
          <a:p>
            <a:pPr marL="171450" lvl="0" indent="-171450" rtl="0"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dirty="0" err="1">
                <a:latin typeface="Montserrat" panose="00000500000000000000" pitchFamily="2" charset="0"/>
              </a:rPr>
              <a:t>Prices</a:t>
            </a:r>
            <a:r>
              <a:rPr lang="fr-FR" dirty="0">
                <a:latin typeface="Montserrat" panose="00000500000000000000" pitchFamily="2" charset="0"/>
              </a:rPr>
              <a:t>: </a:t>
            </a:r>
            <a:r>
              <a:rPr lang="fr-FR" dirty="0" err="1">
                <a:latin typeface="Montserrat" panose="00000500000000000000" pitchFamily="2" charset="0"/>
              </a:rPr>
              <a:t>Adjusted</a:t>
            </a:r>
            <a:r>
              <a:rPr lang="fr-FR" dirty="0">
                <a:latin typeface="Montserrat" panose="00000500000000000000" pitchFamily="2" charset="0"/>
              </a:rPr>
              <a:t> </a:t>
            </a:r>
            <a:r>
              <a:rPr lang="fr-FR" dirty="0" err="1">
                <a:latin typeface="Montserrat" panose="00000500000000000000" pitchFamily="2" charset="0"/>
              </a:rPr>
              <a:t>daily</a:t>
            </a:r>
            <a:r>
              <a:rPr lang="fr-FR" dirty="0">
                <a:latin typeface="Montserrat" panose="00000500000000000000" pitchFamily="2" charset="0"/>
              </a:rPr>
              <a:t> </a:t>
            </a:r>
            <a:r>
              <a:rPr lang="fr-FR" dirty="0" err="1">
                <a:latin typeface="Montserrat" panose="00000500000000000000" pitchFamily="2" charset="0"/>
              </a:rPr>
              <a:t>closing</a:t>
            </a:r>
            <a:r>
              <a:rPr lang="fr-FR" dirty="0">
                <a:latin typeface="Montserrat" panose="00000500000000000000" pitchFamily="2" charset="0"/>
              </a:rPr>
              <a:t> </a:t>
            </a:r>
            <a:r>
              <a:rPr lang="fr-FR" dirty="0" err="1">
                <a:latin typeface="Montserrat" panose="00000500000000000000" pitchFamily="2" charset="0"/>
              </a:rPr>
              <a:t>prices</a:t>
            </a:r>
            <a:endParaRPr lang="fr-FR" dirty="0">
              <a:latin typeface="Montserrat" panose="00000500000000000000" pitchFamily="2" charset="0"/>
            </a:endParaRPr>
          </a:p>
          <a:p>
            <a:pPr marL="171450" lvl="0" indent="-171450" rtl="0"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dirty="0">
                <a:latin typeface="Montserrat" panose="00000500000000000000" pitchFamily="2" charset="0"/>
              </a:rPr>
              <a:t>5 stocks - </a:t>
            </a:r>
            <a:r>
              <a:rPr lang="fr-FR" dirty="0" err="1">
                <a:latin typeface="Montserrat" panose="00000500000000000000" pitchFamily="2" charset="0"/>
              </a:rPr>
              <a:t>equally</a:t>
            </a:r>
            <a:r>
              <a:rPr lang="fr-FR" dirty="0">
                <a:latin typeface="Montserrat" panose="00000500000000000000" pitchFamily="2" charset="0"/>
              </a:rPr>
              <a:t> </a:t>
            </a:r>
            <a:r>
              <a:rPr lang="fr-FR" dirty="0" err="1">
                <a:latin typeface="Montserrat" panose="00000500000000000000" pitchFamily="2" charset="0"/>
              </a:rPr>
              <a:t>weighted</a:t>
            </a:r>
            <a:r>
              <a:rPr lang="fr-FR" dirty="0">
                <a:latin typeface="Montserrat" panose="00000500000000000000" pitchFamily="2" charset="0"/>
              </a:rPr>
              <a:t> (20% </a:t>
            </a:r>
            <a:r>
              <a:rPr lang="fr-FR" dirty="0" err="1">
                <a:latin typeface="Montserrat" panose="00000500000000000000" pitchFamily="2" charset="0"/>
              </a:rPr>
              <a:t>each</a:t>
            </a:r>
            <a:r>
              <a:rPr lang="fr-FR" dirty="0">
                <a:latin typeface="Montserrat" panose="00000500000000000000" pitchFamily="2" charset="0"/>
              </a:rPr>
              <a:t>):</a:t>
            </a:r>
          </a:p>
          <a:p>
            <a:pPr marL="628650" lvl="1" indent="-1714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AAPL - </a:t>
            </a:r>
            <a:r>
              <a:rPr lang="fr-FR" sz="1200" dirty="0" err="1">
                <a:latin typeface="Montserrat" panose="00000500000000000000" pitchFamily="2" charset="0"/>
              </a:rPr>
              <a:t>Technology</a:t>
            </a:r>
            <a:r>
              <a:rPr lang="fr-FR" sz="1200" dirty="0">
                <a:latin typeface="Montserrat" panose="00000500000000000000" pitchFamily="2" charset="0"/>
              </a:rPr>
              <a:t> (Apple)</a:t>
            </a:r>
          </a:p>
          <a:p>
            <a:pPr marL="628650" lvl="1" indent="-1714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JPM - </a:t>
            </a:r>
            <a:r>
              <a:rPr lang="fr-FR" sz="1200" dirty="0" err="1">
                <a:latin typeface="Montserrat" panose="00000500000000000000" pitchFamily="2" charset="0"/>
              </a:rPr>
              <a:t>Financials</a:t>
            </a:r>
            <a:r>
              <a:rPr lang="fr-FR" sz="1200" dirty="0">
                <a:latin typeface="Montserrat" panose="00000500000000000000" pitchFamily="2" charset="0"/>
              </a:rPr>
              <a:t> (</a:t>
            </a:r>
            <a:r>
              <a:rPr lang="fr-FR" sz="1200" dirty="0" err="1">
                <a:latin typeface="Montserrat" panose="00000500000000000000" pitchFamily="2" charset="0"/>
              </a:rPr>
              <a:t>JPMorgan</a:t>
            </a:r>
            <a:r>
              <a:rPr lang="fr-FR" sz="1200" dirty="0">
                <a:latin typeface="Montserrat" panose="00000500000000000000" pitchFamily="2" charset="0"/>
              </a:rPr>
              <a:t> Chase)</a:t>
            </a:r>
          </a:p>
          <a:p>
            <a:pPr marL="628650" lvl="1" indent="-1714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JNJ - Healthcare (Johnson &amp; Johnson)</a:t>
            </a:r>
          </a:p>
          <a:p>
            <a:pPr marL="628650" lvl="1" indent="-1714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XOM - Energy (ExxonMobil)</a:t>
            </a:r>
          </a:p>
          <a:p>
            <a:pPr marL="628650" lvl="1" indent="-1714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WMT - Consumer </a:t>
            </a:r>
            <a:r>
              <a:rPr lang="fr-FR" sz="1200" dirty="0" err="1">
                <a:latin typeface="Montserrat" panose="00000500000000000000" pitchFamily="2" charset="0"/>
              </a:rPr>
              <a:t>staples</a:t>
            </a:r>
            <a:r>
              <a:rPr lang="fr-FR" sz="1200" dirty="0">
                <a:latin typeface="Montserrat" panose="00000500000000000000" pitchFamily="2" charset="0"/>
              </a:rPr>
              <a:t> (Walmart)</a:t>
            </a:r>
          </a:p>
          <a:p>
            <a:pPr marL="171450" lvl="0" indent="-171450" rtl="0"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Equal weighting ensures sector diversification</a:t>
            </a:r>
            <a:endParaRPr lang="fr-FR" dirty="0">
              <a:latin typeface="Montserrat" panose="00000500000000000000" pitchFamily="2" charset="0"/>
            </a:endParaRP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6B675A7-1E7A-825B-A192-50D6D325CC42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 flipH="1">
            <a:off x="4353524" y="1459225"/>
            <a:ext cx="4728812" cy="2625201"/>
          </a:xfrm>
          <a:prstGeom prst="roundRect">
            <a:avLst>
              <a:gd name="adj" fmla="val 0"/>
            </a:avLst>
          </a:prstGeom>
        </p:spPr>
        <p:txBody>
          <a:bodyPr/>
          <a:lstStyle/>
          <a:p>
            <a:endParaRPr lang="fr-F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A930F5D-9A6B-5CB1-2BC0-6AF662688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0336" y="1671373"/>
            <a:ext cx="4403777" cy="2201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4659;p32">
            <a:extLst>
              <a:ext uri="{FF2B5EF4-FFF2-40B4-BE49-F238E27FC236}">
                <a16:creationId xmlns:a16="http://schemas.microsoft.com/office/drawing/2014/main" id="{678D66E7-645A-9409-9537-4109B953AD3E}"/>
              </a:ext>
            </a:extLst>
          </p:cNvPr>
          <p:cNvSpPr/>
          <p:nvPr/>
        </p:nvSpPr>
        <p:spPr>
          <a:xfrm rot="409828">
            <a:off x="57929" y="220239"/>
            <a:ext cx="1651260" cy="3034859"/>
          </a:xfrm>
          <a:custGeom>
            <a:avLst/>
            <a:gdLst/>
            <a:ahLst/>
            <a:cxnLst/>
            <a:rect l="l" t="t" r="r" b="b"/>
            <a:pathLst>
              <a:path w="2199247" h="2187527" extrusionOk="0">
                <a:moveTo>
                  <a:pt x="27680" y="1108861"/>
                </a:moveTo>
                <a:lnTo>
                  <a:pt x="845687" y="51776"/>
                </a:lnTo>
                <a:cubicBezTo>
                  <a:pt x="891979" y="-8041"/>
                  <a:pt x="979895" y="-17375"/>
                  <a:pt x="1042188" y="30821"/>
                </a:cubicBezTo>
                <a:lnTo>
                  <a:pt x="2142611" y="883118"/>
                </a:lnTo>
                <a:cubicBezTo>
                  <a:pt x="2204810" y="931315"/>
                  <a:pt x="2217764" y="1018850"/>
                  <a:pt x="2171567" y="1078667"/>
                </a:cubicBezTo>
                <a:lnTo>
                  <a:pt x="1353560" y="2135751"/>
                </a:lnTo>
                <a:cubicBezTo>
                  <a:pt x="1307269" y="2195568"/>
                  <a:pt x="1219353" y="2204903"/>
                  <a:pt x="1157060" y="2156706"/>
                </a:cubicBezTo>
                <a:lnTo>
                  <a:pt x="56636" y="1304409"/>
                </a:lnTo>
                <a:cubicBezTo>
                  <a:pt x="-5562" y="1256213"/>
                  <a:pt x="-18516" y="1168678"/>
                  <a:pt x="27680" y="1108861"/>
                </a:cubicBezTo>
                <a:close/>
              </a:path>
            </a:pathLst>
          </a:custGeom>
          <a:solidFill>
            <a:srgbClr val="181D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7" name="Google Shape;4657;p32"/>
          <p:cNvSpPr txBox="1">
            <a:spLocks noGrp="1"/>
          </p:cNvSpPr>
          <p:nvPr>
            <p:ph type="title"/>
          </p:nvPr>
        </p:nvSpPr>
        <p:spPr>
          <a:xfrm>
            <a:off x="0" y="200778"/>
            <a:ext cx="9085829" cy="6614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Methodology - Three Ways to Compute </a:t>
            </a:r>
            <a:r>
              <a:rPr lang="en-US" sz="2800" dirty="0" err="1">
                <a:solidFill>
                  <a:srgbClr val="FFFFFF"/>
                </a:solidFill>
              </a:rPr>
              <a:t>VaR</a:t>
            </a:r>
            <a:endParaRPr lang="en-US" sz="2800" dirty="0">
              <a:solidFill>
                <a:srgbClr val="FFFFFF"/>
              </a:solidFill>
            </a:endParaRPr>
          </a:p>
        </p:txBody>
      </p:sp>
      <p:sp>
        <p:nvSpPr>
          <p:cNvPr id="4659" name="Google Shape;4659;p32"/>
          <p:cNvSpPr/>
          <p:nvPr/>
        </p:nvSpPr>
        <p:spPr>
          <a:xfrm rot="409828">
            <a:off x="7767697" y="1150927"/>
            <a:ext cx="3051118" cy="3034859"/>
          </a:xfrm>
          <a:custGeom>
            <a:avLst/>
            <a:gdLst/>
            <a:ahLst/>
            <a:cxnLst/>
            <a:rect l="l" t="t" r="r" b="b"/>
            <a:pathLst>
              <a:path w="2199247" h="2187527" extrusionOk="0">
                <a:moveTo>
                  <a:pt x="27680" y="1108861"/>
                </a:moveTo>
                <a:lnTo>
                  <a:pt x="845687" y="51776"/>
                </a:lnTo>
                <a:cubicBezTo>
                  <a:pt x="891979" y="-8041"/>
                  <a:pt x="979895" y="-17375"/>
                  <a:pt x="1042188" y="30821"/>
                </a:cubicBezTo>
                <a:lnTo>
                  <a:pt x="2142611" y="883118"/>
                </a:lnTo>
                <a:cubicBezTo>
                  <a:pt x="2204810" y="931315"/>
                  <a:pt x="2217764" y="1018850"/>
                  <a:pt x="2171567" y="1078667"/>
                </a:cubicBezTo>
                <a:lnTo>
                  <a:pt x="1353560" y="2135751"/>
                </a:lnTo>
                <a:cubicBezTo>
                  <a:pt x="1307269" y="2195568"/>
                  <a:pt x="1219353" y="2204903"/>
                  <a:pt x="1157060" y="2156706"/>
                </a:cubicBezTo>
                <a:lnTo>
                  <a:pt x="56636" y="1304409"/>
                </a:lnTo>
                <a:cubicBezTo>
                  <a:pt x="-5562" y="1256213"/>
                  <a:pt x="-18516" y="1168678"/>
                  <a:pt x="27680" y="110886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60" name="Google Shape;4660;p32"/>
          <p:cNvGrpSpPr/>
          <p:nvPr/>
        </p:nvGrpSpPr>
        <p:grpSpPr>
          <a:xfrm flipH="1">
            <a:off x="-2385527" y="2385379"/>
            <a:ext cx="4552378" cy="4582857"/>
            <a:chOff x="3819525" y="1138237"/>
            <a:chExt cx="4552378" cy="4582857"/>
          </a:xfrm>
        </p:grpSpPr>
        <p:grpSp>
          <p:nvGrpSpPr>
            <p:cNvPr id="4661" name="Google Shape;4661;p32"/>
            <p:cNvGrpSpPr/>
            <p:nvPr/>
          </p:nvGrpSpPr>
          <p:grpSpPr>
            <a:xfrm>
              <a:off x="3821144" y="1138237"/>
              <a:ext cx="4550759" cy="4582857"/>
              <a:chOff x="3821144" y="1138237"/>
              <a:chExt cx="4550759" cy="4582857"/>
            </a:xfrm>
          </p:grpSpPr>
          <p:sp>
            <p:nvSpPr>
              <p:cNvPr id="4662" name="Google Shape;4662;p32"/>
              <p:cNvSpPr/>
              <p:nvPr/>
            </p:nvSpPr>
            <p:spPr>
              <a:xfrm>
                <a:off x="3821144" y="5675089"/>
                <a:ext cx="23050" cy="46005"/>
              </a:xfrm>
              <a:custGeom>
                <a:avLst/>
                <a:gdLst/>
                <a:ahLst/>
                <a:cxnLst/>
                <a:rect l="l" t="t" r="r" b="b"/>
                <a:pathLst>
                  <a:path w="23050" h="46005" extrusionOk="0">
                    <a:moveTo>
                      <a:pt x="0" y="0"/>
                    </a:moveTo>
                    <a:cubicBezTo>
                      <a:pt x="12668" y="0"/>
                      <a:pt x="23051" y="10287"/>
                      <a:pt x="23051" y="22955"/>
                    </a:cubicBezTo>
                    <a:cubicBezTo>
                      <a:pt x="23051" y="35623"/>
                      <a:pt x="12764" y="46006"/>
                      <a:pt x="0" y="4600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3" name="Google Shape;4663;p32"/>
              <p:cNvSpPr/>
              <p:nvPr/>
            </p:nvSpPr>
            <p:spPr>
              <a:xfrm>
                <a:off x="3870960" y="5594127"/>
                <a:ext cx="45148" cy="45148"/>
              </a:xfrm>
              <a:custGeom>
                <a:avLst/>
                <a:gdLst/>
                <a:ahLst/>
                <a:cxnLst/>
                <a:rect l="l" t="t" r="r" b="b"/>
                <a:pathLst>
                  <a:path w="45148" h="45148" extrusionOk="0">
                    <a:moveTo>
                      <a:pt x="22574" y="45148"/>
                    </a:moveTo>
                    <a:cubicBezTo>
                      <a:pt x="10096" y="45148"/>
                      <a:pt x="0" y="35052"/>
                      <a:pt x="0" y="22574"/>
                    </a:cubicBezTo>
                    <a:cubicBezTo>
                      <a:pt x="0" y="10096"/>
                      <a:pt x="10096" y="0"/>
                      <a:pt x="22574" y="0"/>
                    </a:cubicBezTo>
                    <a:cubicBezTo>
                      <a:pt x="35052" y="0"/>
                      <a:pt x="45149" y="10096"/>
                      <a:pt x="45149" y="22574"/>
                    </a:cubicBezTo>
                    <a:cubicBezTo>
                      <a:pt x="45149" y="35052"/>
                      <a:pt x="35052" y="45148"/>
                      <a:pt x="22574" y="45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4" name="Google Shape;4664;p32"/>
              <p:cNvSpPr/>
              <p:nvPr/>
            </p:nvSpPr>
            <p:spPr>
              <a:xfrm>
                <a:off x="3952684" y="5513069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7"/>
                    </a:moveTo>
                    <a:cubicBezTo>
                      <a:pt x="9906" y="44387"/>
                      <a:pt x="0" y="34481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1"/>
                      <a:pt x="34481" y="44387"/>
                      <a:pt x="22193" y="443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5" name="Google Shape;4665;p32"/>
              <p:cNvSpPr/>
              <p:nvPr/>
            </p:nvSpPr>
            <p:spPr>
              <a:xfrm>
                <a:off x="4034504" y="5432011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811"/>
                      <a:pt x="43625" y="21812"/>
                    </a:cubicBezTo>
                    <a:cubicBezTo>
                      <a:pt x="43625" y="33814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6" name="Google Shape;4666;p32"/>
              <p:cNvSpPr/>
              <p:nvPr/>
            </p:nvSpPr>
            <p:spPr>
              <a:xfrm>
                <a:off x="4116323" y="5350953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7" name="Google Shape;4667;p32"/>
              <p:cNvSpPr/>
              <p:nvPr/>
            </p:nvSpPr>
            <p:spPr>
              <a:xfrm>
                <a:off x="4198238" y="5270086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8" name="Google Shape;4668;p32"/>
              <p:cNvSpPr/>
              <p:nvPr/>
            </p:nvSpPr>
            <p:spPr>
              <a:xfrm>
                <a:off x="4279963" y="5189028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9" name="Google Shape;4669;p32"/>
              <p:cNvSpPr/>
              <p:nvPr/>
            </p:nvSpPr>
            <p:spPr>
              <a:xfrm>
                <a:off x="4361783" y="5107971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0" name="Google Shape;4670;p32"/>
              <p:cNvSpPr/>
              <p:nvPr/>
            </p:nvSpPr>
            <p:spPr>
              <a:xfrm>
                <a:off x="4443602" y="5026913"/>
                <a:ext cx="39624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1" name="Google Shape;4671;p32"/>
              <p:cNvSpPr/>
              <p:nvPr/>
            </p:nvSpPr>
            <p:spPr>
              <a:xfrm>
                <a:off x="4525518" y="4946046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2" name="Google Shape;4672;p32"/>
              <p:cNvSpPr/>
              <p:nvPr/>
            </p:nvSpPr>
            <p:spPr>
              <a:xfrm>
                <a:off x="4607337" y="486498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3" name="Google Shape;4673;p32"/>
              <p:cNvSpPr/>
              <p:nvPr/>
            </p:nvSpPr>
            <p:spPr>
              <a:xfrm>
                <a:off x="4689062" y="4783930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4" name="Google Shape;4674;p32"/>
              <p:cNvSpPr/>
              <p:nvPr/>
            </p:nvSpPr>
            <p:spPr>
              <a:xfrm>
                <a:off x="4770881" y="4702872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5" name="Google Shape;4675;p32"/>
              <p:cNvSpPr/>
              <p:nvPr/>
            </p:nvSpPr>
            <p:spPr>
              <a:xfrm>
                <a:off x="4852797" y="4622005"/>
                <a:ext cx="35432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2" h="35433" extrusionOk="0">
                    <a:moveTo>
                      <a:pt x="17716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6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6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6" name="Google Shape;4676;p32"/>
              <p:cNvSpPr/>
              <p:nvPr/>
            </p:nvSpPr>
            <p:spPr>
              <a:xfrm>
                <a:off x="4934616" y="4540947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7" name="Google Shape;4677;p32"/>
              <p:cNvSpPr/>
              <p:nvPr/>
            </p:nvSpPr>
            <p:spPr>
              <a:xfrm>
                <a:off x="5016436" y="4459890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8" name="Google Shape;4678;p32"/>
              <p:cNvSpPr/>
              <p:nvPr/>
            </p:nvSpPr>
            <p:spPr>
              <a:xfrm>
                <a:off x="5098161" y="4378832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9" name="Google Shape;4679;p32"/>
              <p:cNvSpPr/>
              <p:nvPr/>
            </p:nvSpPr>
            <p:spPr>
              <a:xfrm>
                <a:off x="5180075" y="4297870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193"/>
                    </a:cubicBezTo>
                    <a:cubicBezTo>
                      <a:pt x="32195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0" name="Google Shape;4680;p32"/>
              <p:cNvSpPr/>
              <p:nvPr/>
            </p:nvSpPr>
            <p:spPr>
              <a:xfrm>
                <a:off x="5261895" y="421690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1" name="Google Shape;4681;p32"/>
              <p:cNvSpPr/>
              <p:nvPr/>
            </p:nvSpPr>
            <p:spPr>
              <a:xfrm>
                <a:off x="5343715" y="413584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2" name="Google Shape;4682;p32"/>
              <p:cNvSpPr/>
              <p:nvPr/>
            </p:nvSpPr>
            <p:spPr>
              <a:xfrm>
                <a:off x="5425535" y="4054792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3" name="Google Shape;4683;p32"/>
              <p:cNvSpPr/>
              <p:nvPr/>
            </p:nvSpPr>
            <p:spPr>
              <a:xfrm>
                <a:off x="5507259" y="3973734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4" name="Google Shape;4684;p32"/>
              <p:cNvSpPr/>
              <p:nvPr/>
            </p:nvSpPr>
            <p:spPr>
              <a:xfrm>
                <a:off x="5589174" y="3892867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5" name="Google Shape;4685;p32"/>
              <p:cNvSpPr/>
              <p:nvPr/>
            </p:nvSpPr>
            <p:spPr>
              <a:xfrm>
                <a:off x="5670994" y="3811809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6" name="Google Shape;4686;p32"/>
              <p:cNvSpPr/>
              <p:nvPr/>
            </p:nvSpPr>
            <p:spPr>
              <a:xfrm>
                <a:off x="5752814" y="3730751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7" name="Google Shape;4687;p32"/>
              <p:cNvSpPr/>
              <p:nvPr/>
            </p:nvSpPr>
            <p:spPr>
              <a:xfrm>
                <a:off x="5834633" y="364969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8" name="Google Shape;4688;p32"/>
              <p:cNvSpPr/>
              <p:nvPr/>
            </p:nvSpPr>
            <p:spPr>
              <a:xfrm>
                <a:off x="5916453" y="35688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9" name="Google Shape;4689;p32"/>
              <p:cNvSpPr/>
              <p:nvPr/>
            </p:nvSpPr>
            <p:spPr>
              <a:xfrm>
                <a:off x="5998273" y="348767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0" name="Google Shape;4690;p32"/>
              <p:cNvSpPr/>
              <p:nvPr/>
            </p:nvSpPr>
            <p:spPr>
              <a:xfrm>
                <a:off x="6080093" y="340661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1" name="Google Shape;4691;p32"/>
              <p:cNvSpPr/>
              <p:nvPr/>
            </p:nvSpPr>
            <p:spPr>
              <a:xfrm>
                <a:off x="6161912" y="332555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2" name="Google Shape;4692;p32"/>
              <p:cNvSpPr/>
              <p:nvPr/>
            </p:nvSpPr>
            <p:spPr>
              <a:xfrm>
                <a:off x="6243828" y="3244690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3" name="Google Shape;4693;p32"/>
              <p:cNvSpPr/>
              <p:nvPr/>
            </p:nvSpPr>
            <p:spPr>
              <a:xfrm>
                <a:off x="6325552" y="316363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8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8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8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4" name="Google Shape;4694;p32"/>
              <p:cNvSpPr/>
              <p:nvPr/>
            </p:nvSpPr>
            <p:spPr>
              <a:xfrm>
                <a:off x="6407372" y="3082575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5" name="Google Shape;4695;p32"/>
              <p:cNvSpPr/>
              <p:nvPr/>
            </p:nvSpPr>
            <p:spPr>
              <a:xfrm>
                <a:off x="6489191" y="3001517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6" name="Google Shape;4696;p32"/>
              <p:cNvSpPr/>
              <p:nvPr/>
            </p:nvSpPr>
            <p:spPr>
              <a:xfrm>
                <a:off x="6571107" y="292065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7" name="Google Shape;4697;p32"/>
              <p:cNvSpPr/>
              <p:nvPr/>
            </p:nvSpPr>
            <p:spPr>
              <a:xfrm>
                <a:off x="6652926" y="283959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8" name="Google Shape;4698;p32"/>
              <p:cNvSpPr/>
              <p:nvPr/>
            </p:nvSpPr>
            <p:spPr>
              <a:xfrm>
                <a:off x="6734651" y="275853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9" name="Google Shape;4699;p32"/>
              <p:cNvSpPr/>
              <p:nvPr/>
            </p:nvSpPr>
            <p:spPr>
              <a:xfrm>
                <a:off x="6816471" y="267747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0" name="Google Shape;4700;p32"/>
              <p:cNvSpPr/>
              <p:nvPr/>
            </p:nvSpPr>
            <p:spPr>
              <a:xfrm>
                <a:off x="6898385" y="2596419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1" name="Google Shape;4701;p32"/>
              <p:cNvSpPr/>
              <p:nvPr/>
            </p:nvSpPr>
            <p:spPr>
              <a:xfrm>
                <a:off x="6980205" y="2515552"/>
                <a:ext cx="14478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4477" extrusionOk="0">
                    <a:moveTo>
                      <a:pt x="7239" y="14478"/>
                    </a:moveTo>
                    <a:cubicBezTo>
                      <a:pt x="3239" y="14478"/>
                      <a:pt x="0" y="11239"/>
                      <a:pt x="0" y="7239"/>
                    </a:cubicBezTo>
                    <a:cubicBezTo>
                      <a:pt x="0" y="3238"/>
                      <a:pt x="3239" y="0"/>
                      <a:pt x="7239" y="0"/>
                    </a:cubicBezTo>
                    <a:cubicBezTo>
                      <a:pt x="11240" y="0"/>
                      <a:pt x="14478" y="3238"/>
                      <a:pt x="14478" y="7239"/>
                    </a:cubicBezTo>
                    <a:cubicBezTo>
                      <a:pt x="14478" y="11239"/>
                      <a:pt x="11240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2" name="Google Shape;4702;p32"/>
              <p:cNvSpPr/>
              <p:nvPr/>
            </p:nvSpPr>
            <p:spPr>
              <a:xfrm>
                <a:off x="7062025" y="2434494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3" name="Google Shape;4703;p32"/>
              <p:cNvSpPr/>
              <p:nvPr/>
            </p:nvSpPr>
            <p:spPr>
              <a:xfrm>
                <a:off x="7143750" y="2353436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4" name="Google Shape;4704;p32"/>
              <p:cNvSpPr/>
              <p:nvPr/>
            </p:nvSpPr>
            <p:spPr>
              <a:xfrm>
                <a:off x="7225569" y="2272378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5" name="Google Shape;4705;p32"/>
              <p:cNvSpPr/>
              <p:nvPr/>
            </p:nvSpPr>
            <p:spPr>
              <a:xfrm>
                <a:off x="7307484" y="219151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6" name="Google Shape;4706;p32"/>
              <p:cNvSpPr/>
              <p:nvPr/>
            </p:nvSpPr>
            <p:spPr>
              <a:xfrm>
                <a:off x="7389304" y="211045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7" name="Google Shape;4707;p32"/>
              <p:cNvSpPr/>
              <p:nvPr/>
            </p:nvSpPr>
            <p:spPr>
              <a:xfrm>
                <a:off x="7471124" y="2029395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6" y="2191"/>
                      <a:pt x="9716" y="4858"/>
                    </a:cubicBezTo>
                    <a:cubicBezTo>
                      <a:pt x="9716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8" name="Google Shape;4708;p32"/>
              <p:cNvSpPr/>
              <p:nvPr/>
            </p:nvSpPr>
            <p:spPr>
              <a:xfrm>
                <a:off x="7552848" y="1948338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9" name="Google Shape;4709;p32"/>
              <p:cNvSpPr/>
              <p:nvPr/>
            </p:nvSpPr>
            <p:spPr>
              <a:xfrm>
                <a:off x="7634763" y="1867470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0" name="Google Shape;4710;p32"/>
              <p:cNvSpPr/>
              <p:nvPr/>
            </p:nvSpPr>
            <p:spPr>
              <a:xfrm>
                <a:off x="7716583" y="1786413"/>
                <a:ext cx="7238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8" h="7238" extrusionOk="0">
                    <a:moveTo>
                      <a:pt x="3619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19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19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1" name="Google Shape;4711;p32"/>
              <p:cNvSpPr/>
              <p:nvPr/>
            </p:nvSpPr>
            <p:spPr>
              <a:xfrm>
                <a:off x="7798403" y="1705355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2" name="Google Shape;4712;p32"/>
              <p:cNvSpPr/>
              <p:nvPr/>
            </p:nvSpPr>
            <p:spPr>
              <a:xfrm>
                <a:off x="7880223" y="1624297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3" name="Google Shape;4713;p32"/>
              <p:cNvSpPr/>
              <p:nvPr/>
            </p:nvSpPr>
            <p:spPr>
              <a:xfrm>
                <a:off x="7962042" y="1543430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4" name="Google Shape;4714;p32"/>
              <p:cNvSpPr/>
              <p:nvPr/>
            </p:nvSpPr>
            <p:spPr>
              <a:xfrm>
                <a:off x="8043862" y="1462372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048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5" name="Google Shape;4715;p32"/>
              <p:cNvSpPr/>
              <p:nvPr/>
            </p:nvSpPr>
            <p:spPr>
              <a:xfrm>
                <a:off x="8125682" y="1381315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6" name="Google Shape;4716;p32"/>
              <p:cNvSpPr/>
              <p:nvPr/>
            </p:nvSpPr>
            <p:spPr>
              <a:xfrm>
                <a:off x="8207501" y="1300257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7" name="Google Shape;4717;p32"/>
              <p:cNvSpPr/>
              <p:nvPr/>
            </p:nvSpPr>
            <p:spPr>
              <a:xfrm>
                <a:off x="8289416" y="1219390"/>
                <a:ext cx="1524" cy="152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1523" extrusionOk="0">
                    <a:moveTo>
                      <a:pt x="762" y="1524"/>
                    </a:moveTo>
                    <a:cubicBezTo>
                      <a:pt x="762" y="1524"/>
                      <a:pt x="0" y="1143"/>
                      <a:pt x="0" y="762"/>
                    </a:cubicBezTo>
                    <a:cubicBezTo>
                      <a:pt x="0" y="381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524"/>
                      <a:pt x="762" y="1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8" name="Google Shape;4718;p32"/>
              <p:cNvSpPr/>
              <p:nvPr/>
            </p:nvSpPr>
            <p:spPr>
              <a:xfrm>
                <a:off x="8371141" y="1138237"/>
                <a:ext cx="762" cy="76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761" extrusionOk="0">
                    <a:moveTo>
                      <a:pt x="381" y="762"/>
                    </a:moveTo>
                    <a:cubicBezTo>
                      <a:pt x="381" y="762"/>
                      <a:pt x="0" y="572"/>
                      <a:pt x="0" y="381"/>
                    </a:cubicBezTo>
                    <a:cubicBezTo>
                      <a:pt x="0" y="191"/>
                      <a:pt x="191" y="0"/>
                      <a:pt x="381" y="0"/>
                    </a:cubicBezTo>
                    <a:cubicBezTo>
                      <a:pt x="572" y="0"/>
                      <a:pt x="762" y="191"/>
                      <a:pt x="762" y="381"/>
                    </a:cubicBezTo>
                    <a:cubicBezTo>
                      <a:pt x="762" y="572"/>
                      <a:pt x="572" y="762"/>
                      <a:pt x="381" y="7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19" name="Google Shape;4719;p32"/>
            <p:cNvGrpSpPr/>
            <p:nvPr/>
          </p:nvGrpSpPr>
          <p:grpSpPr>
            <a:xfrm>
              <a:off x="3819525" y="1144142"/>
              <a:ext cx="4396262" cy="4419980"/>
              <a:chOff x="3819525" y="1144142"/>
              <a:chExt cx="4396262" cy="4419980"/>
            </a:xfrm>
          </p:grpSpPr>
          <p:sp>
            <p:nvSpPr>
              <p:cNvPr id="4720" name="Google Shape;4720;p32"/>
              <p:cNvSpPr/>
              <p:nvPr/>
            </p:nvSpPr>
            <p:spPr>
              <a:xfrm>
                <a:off x="3819525" y="5518879"/>
                <a:ext cx="22574" cy="45243"/>
              </a:xfrm>
              <a:custGeom>
                <a:avLst/>
                <a:gdLst/>
                <a:ahLst/>
                <a:cxnLst/>
                <a:rect l="l" t="t" r="r" b="b"/>
                <a:pathLst>
                  <a:path w="22574" h="45243" extrusionOk="0">
                    <a:moveTo>
                      <a:pt x="0" y="95"/>
                    </a:moveTo>
                    <a:cubicBezTo>
                      <a:pt x="12478" y="95"/>
                      <a:pt x="22574" y="10192"/>
                      <a:pt x="22574" y="22670"/>
                    </a:cubicBezTo>
                    <a:cubicBezTo>
                      <a:pt x="22574" y="35147"/>
                      <a:pt x="12478" y="45244"/>
                      <a:pt x="0" y="452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1" name="Google Shape;4721;p32"/>
              <p:cNvSpPr/>
              <p:nvPr/>
            </p:nvSpPr>
            <p:spPr>
              <a:xfrm>
                <a:off x="3877532" y="5438012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6"/>
                    </a:moveTo>
                    <a:cubicBezTo>
                      <a:pt x="9906" y="44386"/>
                      <a:pt x="0" y="34480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0"/>
                      <a:pt x="34481" y="44386"/>
                      <a:pt x="22193" y="44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2" name="Google Shape;4722;p32"/>
              <p:cNvSpPr/>
              <p:nvPr/>
            </p:nvSpPr>
            <p:spPr>
              <a:xfrm>
                <a:off x="3959352" y="5356859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5"/>
                    </a:moveTo>
                    <a:cubicBezTo>
                      <a:pt x="9811" y="43625"/>
                      <a:pt x="0" y="33909"/>
                      <a:pt x="0" y="21812"/>
                    </a:cubicBezTo>
                    <a:cubicBezTo>
                      <a:pt x="0" y="9716"/>
                      <a:pt x="9715" y="0"/>
                      <a:pt x="21812" y="0"/>
                    </a:cubicBezTo>
                    <a:cubicBezTo>
                      <a:pt x="33909" y="0"/>
                      <a:pt x="43625" y="9716"/>
                      <a:pt x="43625" y="21812"/>
                    </a:cubicBezTo>
                    <a:cubicBezTo>
                      <a:pt x="43625" y="33909"/>
                      <a:pt x="33909" y="43625"/>
                      <a:pt x="21812" y="436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3" name="Google Shape;4723;p32"/>
              <p:cNvSpPr/>
              <p:nvPr/>
            </p:nvSpPr>
            <p:spPr>
              <a:xfrm>
                <a:off x="4041171" y="5275801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620"/>
                      <a:pt x="42863" y="21431"/>
                    </a:cubicBezTo>
                    <a:cubicBezTo>
                      <a:pt x="42863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4" name="Google Shape;4724;p32"/>
              <p:cNvSpPr/>
              <p:nvPr/>
            </p:nvSpPr>
            <p:spPr>
              <a:xfrm>
                <a:off x="4123086" y="5194934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5" name="Google Shape;4725;p32"/>
              <p:cNvSpPr/>
              <p:nvPr/>
            </p:nvSpPr>
            <p:spPr>
              <a:xfrm>
                <a:off x="4204906" y="5113876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6" name="Google Shape;4726;p32"/>
              <p:cNvSpPr/>
              <p:nvPr/>
            </p:nvSpPr>
            <p:spPr>
              <a:xfrm>
                <a:off x="4286631" y="5032819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7" name="Google Shape;4727;p32"/>
              <p:cNvSpPr/>
              <p:nvPr/>
            </p:nvSpPr>
            <p:spPr>
              <a:xfrm>
                <a:off x="4368450" y="4951761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8" name="Google Shape;4728;p32"/>
              <p:cNvSpPr/>
              <p:nvPr/>
            </p:nvSpPr>
            <p:spPr>
              <a:xfrm>
                <a:off x="4450365" y="4870894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9" name="Google Shape;4729;p32"/>
              <p:cNvSpPr/>
              <p:nvPr/>
            </p:nvSpPr>
            <p:spPr>
              <a:xfrm>
                <a:off x="4532185" y="4789836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0" name="Google Shape;4730;p32"/>
              <p:cNvSpPr/>
              <p:nvPr/>
            </p:nvSpPr>
            <p:spPr>
              <a:xfrm>
                <a:off x="4614005" y="470877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1" name="Google Shape;4731;p32"/>
              <p:cNvSpPr/>
              <p:nvPr/>
            </p:nvSpPr>
            <p:spPr>
              <a:xfrm>
                <a:off x="4695729" y="462772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2" name="Google Shape;4732;p32"/>
              <p:cNvSpPr/>
              <p:nvPr/>
            </p:nvSpPr>
            <p:spPr>
              <a:xfrm>
                <a:off x="4777644" y="4546758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432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3" name="Google Shape;4733;p32"/>
              <p:cNvSpPr/>
              <p:nvPr/>
            </p:nvSpPr>
            <p:spPr>
              <a:xfrm>
                <a:off x="4859464" y="4465795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4" name="Google Shape;4734;p32"/>
              <p:cNvSpPr/>
              <p:nvPr/>
            </p:nvSpPr>
            <p:spPr>
              <a:xfrm>
                <a:off x="4941284" y="4384737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5" name="Google Shape;4735;p32"/>
              <p:cNvSpPr/>
              <p:nvPr/>
            </p:nvSpPr>
            <p:spPr>
              <a:xfrm>
                <a:off x="5023104" y="4303680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6" name="Google Shape;4736;p32"/>
              <p:cNvSpPr/>
              <p:nvPr/>
            </p:nvSpPr>
            <p:spPr>
              <a:xfrm>
                <a:off x="5104923" y="4222622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097" y="32385"/>
                    </a:moveTo>
                    <a:cubicBezTo>
                      <a:pt x="7144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097" y="0"/>
                    </a:cubicBezTo>
                    <a:cubicBezTo>
                      <a:pt x="2495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097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7" name="Google Shape;4737;p32"/>
              <p:cNvSpPr/>
              <p:nvPr/>
            </p:nvSpPr>
            <p:spPr>
              <a:xfrm>
                <a:off x="5186743" y="4141755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8" name="Google Shape;4738;p32"/>
              <p:cNvSpPr/>
              <p:nvPr/>
            </p:nvSpPr>
            <p:spPr>
              <a:xfrm>
                <a:off x="5268563" y="4060697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9" name="Google Shape;4739;p32"/>
              <p:cNvSpPr/>
              <p:nvPr/>
            </p:nvSpPr>
            <p:spPr>
              <a:xfrm>
                <a:off x="5350383" y="3979639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0" name="Google Shape;4740;p32"/>
              <p:cNvSpPr/>
              <p:nvPr/>
            </p:nvSpPr>
            <p:spPr>
              <a:xfrm>
                <a:off x="5432202" y="389858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1" name="Google Shape;4741;p32"/>
              <p:cNvSpPr/>
              <p:nvPr/>
            </p:nvSpPr>
            <p:spPr>
              <a:xfrm>
                <a:off x="5514022" y="3817714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2" name="Google Shape;4742;p32"/>
              <p:cNvSpPr/>
              <p:nvPr/>
            </p:nvSpPr>
            <p:spPr>
              <a:xfrm>
                <a:off x="5595842" y="3736657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27432" y="13716"/>
                    </a:moveTo>
                    <a:cubicBezTo>
                      <a:pt x="27432" y="21291"/>
                      <a:pt x="21291" y="27432"/>
                      <a:pt x="13716" y="27432"/>
                    </a:cubicBezTo>
                    <a:cubicBezTo>
                      <a:pt x="6141" y="27432"/>
                      <a:pt x="0" y="21291"/>
                      <a:pt x="0" y="13716"/>
                    </a:cubicBezTo>
                    <a:cubicBezTo>
                      <a:pt x="0" y="6141"/>
                      <a:pt x="6141" y="0"/>
                      <a:pt x="13716" y="0"/>
                    </a:cubicBezTo>
                    <a:cubicBezTo>
                      <a:pt x="21291" y="0"/>
                      <a:pt x="27432" y="6141"/>
                      <a:pt x="27432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3" name="Google Shape;4743;p32"/>
              <p:cNvSpPr/>
              <p:nvPr/>
            </p:nvSpPr>
            <p:spPr>
              <a:xfrm>
                <a:off x="5677662" y="3655599"/>
                <a:ext cx="26670" cy="26669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69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4" name="Google Shape;4744;p32"/>
              <p:cNvSpPr/>
              <p:nvPr/>
            </p:nvSpPr>
            <p:spPr>
              <a:xfrm>
                <a:off x="5759481" y="3574541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5" name="Google Shape;4745;p32"/>
              <p:cNvSpPr/>
              <p:nvPr/>
            </p:nvSpPr>
            <p:spPr>
              <a:xfrm>
                <a:off x="5841396" y="3493674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6" name="Google Shape;4746;p32"/>
              <p:cNvSpPr/>
              <p:nvPr/>
            </p:nvSpPr>
            <p:spPr>
              <a:xfrm>
                <a:off x="5923121" y="3412616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4"/>
                    </a:moveTo>
                    <a:cubicBezTo>
                      <a:pt x="5429" y="24194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4"/>
                      <a:pt x="12097" y="24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7" name="Google Shape;4747;p32"/>
              <p:cNvSpPr/>
              <p:nvPr/>
            </p:nvSpPr>
            <p:spPr>
              <a:xfrm>
                <a:off x="6004941" y="3331558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8" name="Google Shape;4748;p32"/>
              <p:cNvSpPr/>
              <p:nvPr/>
            </p:nvSpPr>
            <p:spPr>
              <a:xfrm>
                <a:off x="6086760" y="3250500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9" name="Google Shape;4749;p32"/>
              <p:cNvSpPr/>
              <p:nvPr/>
            </p:nvSpPr>
            <p:spPr>
              <a:xfrm>
                <a:off x="6168675" y="3169538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0" name="Google Shape;4750;p32"/>
              <p:cNvSpPr/>
              <p:nvPr/>
            </p:nvSpPr>
            <p:spPr>
              <a:xfrm>
                <a:off x="6250400" y="308848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1" name="Google Shape;4751;p32"/>
              <p:cNvSpPr/>
              <p:nvPr/>
            </p:nvSpPr>
            <p:spPr>
              <a:xfrm>
                <a:off x="6332219" y="3007423"/>
                <a:ext cx="20193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3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2" name="Google Shape;4752;p32"/>
              <p:cNvSpPr/>
              <p:nvPr/>
            </p:nvSpPr>
            <p:spPr>
              <a:xfrm>
                <a:off x="6414039" y="2926365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3" name="Google Shape;4753;p32"/>
              <p:cNvSpPr/>
              <p:nvPr/>
            </p:nvSpPr>
            <p:spPr>
              <a:xfrm>
                <a:off x="6495954" y="2845498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8" y="4137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4" name="Google Shape;4754;p32"/>
              <p:cNvSpPr/>
              <p:nvPr/>
            </p:nvSpPr>
            <p:spPr>
              <a:xfrm>
                <a:off x="6577774" y="2764440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0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0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5" name="Google Shape;4755;p32"/>
              <p:cNvSpPr/>
              <p:nvPr/>
            </p:nvSpPr>
            <p:spPr>
              <a:xfrm>
                <a:off x="6659499" y="268338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6" name="Google Shape;4756;p32"/>
              <p:cNvSpPr/>
              <p:nvPr/>
            </p:nvSpPr>
            <p:spPr>
              <a:xfrm>
                <a:off x="6741318" y="260232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7" name="Google Shape;4757;p32"/>
              <p:cNvSpPr/>
              <p:nvPr/>
            </p:nvSpPr>
            <p:spPr>
              <a:xfrm>
                <a:off x="6823138" y="2521362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620"/>
                    </a:cubicBezTo>
                    <a:cubicBezTo>
                      <a:pt x="0" y="333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620"/>
                    </a:cubicBezTo>
                    <a:cubicBezTo>
                      <a:pt x="15430" y="11811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8" name="Google Shape;4758;p32"/>
              <p:cNvSpPr/>
              <p:nvPr/>
            </p:nvSpPr>
            <p:spPr>
              <a:xfrm>
                <a:off x="6905053" y="2440399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9" name="Google Shape;4759;p32"/>
              <p:cNvSpPr/>
              <p:nvPr/>
            </p:nvSpPr>
            <p:spPr>
              <a:xfrm>
                <a:off x="6986873" y="2359341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0" name="Google Shape;4760;p32"/>
              <p:cNvSpPr/>
              <p:nvPr/>
            </p:nvSpPr>
            <p:spPr>
              <a:xfrm>
                <a:off x="7068597" y="2278284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7" y="0"/>
                      <a:pt x="12954" y="2857"/>
                      <a:pt x="12954" y="6477"/>
                    </a:cubicBezTo>
                    <a:cubicBezTo>
                      <a:pt x="12954" y="10096"/>
                      <a:pt x="10097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1" name="Google Shape;4761;p32"/>
              <p:cNvSpPr/>
              <p:nvPr/>
            </p:nvSpPr>
            <p:spPr>
              <a:xfrm>
                <a:off x="7150417" y="2197226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2" name="Google Shape;4762;p32"/>
              <p:cNvSpPr/>
              <p:nvPr/>
            </p:nvSpPr>
            <p:spPr>
              <a:xfrm>
                <a:off x="7232332" y="2116359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3" name="Google Shape;4763;p32"/>
              <p:cNvSpPr/>
              <p:nvPr/>
            </p:nvSpPr>
            <p:spPr>
              <a:xfrm>
                <a:off x="7314152" y="2035301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7" y="2381"/>
                      <a:pt x="10477" y="5239"/>
                    </a:cubicBezTo>
                    <a:cubicBezTo>
                      <a:pt x="10477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4" name="Google Shape;4764;p32"/>
              <p:cNvSpPr/>
              <p:nvPr/>
            </p:nvSpPr>
            <p:spPr>
              <a:xfrm>
                <a:off x="7395972" y="1954243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5" name="Google Shape;4765;p32"/>
              <p:cNvSpPr/>
              <p:nvPr/>
            </p:nvSpPr>
            <p:spPr>
              <a:xfrm>
                <a:off x="7477696" y="187318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6" name="Google Shape;4766;p32"/>
              <p:cNvSpPr/>
              <p:nvPr/>
            </p:nvSpPr>
            <p:spPr>
              <a:xfrm>
                <a:off x="7559611" y="1792318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7" name="Google Shape;4767;p32"/>
              <p:cNvSpPr/>
              <p:nvPr/>
            </p:nvSpPr>
            <p:spPr>
              <a:xfrm>
                <a:off x="7641431" y="1711260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8" name="Google Shape;4768;p32"/>
              <p:cNvSpPr/>
              <p:nvPr/>
            </p:nvSpPr>
            <p:spPr>
              <a:xfrm>
                <a:off x="7723250" y="1630203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9" name="Google Shape;4769;p32"/>
              <p:cNvSpPr/>
              <p:nvPr/>
            </p:nvSpPr>
            <p:spPr>
              <a:xfrm>
                <a:off x="7805070" y="1549145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0" name="Google Shape;4770;p32"/>
              <p:cNvSpPr/>
              <p:nvPr/>
            </p:nvSpPr>
            <p:spPr>
              <a:xfrm>
                <a:off x="7886890" y="1468278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1" name="Google Shape;4771;p32"/>
              <p:cNvSpPr/>
              <p:nvPr/>
            </p:nvSpPr>
            <p:spPr>
              <a:xfrm>
                <a:off x="7968710" y="1387220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4000" y="2000"/>
                    </a:moveTo>
                    <a:cubicBezTo>
                      <a:pt x="4000" y="3105"/>
                      <a:pt x="3105" y="4000"/>
                      <a:pt x="2000" y="4000"/>
                    </a:cubicBezTo>
                    <a:cubicBezTo>
                      <a:pt x="896" y="4000"/>
                      <a:pt x="0" y="3105"/>
                      <a:pt x="0" y="2000"/>
                    </a:cubicBezTo>
                    <a:cubicBezTo>
                      <a:pt x="0" y="896"/>
                      <a:pt x="896" y="0"/>
                      <a:pt x="2000" y="0"/>
                    </a:cubicBezTo>
                    <a:cubicBezTo>
                      <a:pt x="3105" y="0"/>
                      <a:pt x="4000" y="896"/>
                      <a:pt x="4000" y="20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2" name="Google Shape;4772;p32"/>
              <p:cNvSpPr/>
              <p:nvPr/>
            </p:nvSpPr>
            <p:spPr>
              <a:xfrm>
                <a:off x="8050530" y="1306162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7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3" name="Google Shape;4773;p32"/>
              <p:cNvSpPr/>
              <p:nvPr/>
            </p:nvSpPr>
            <p:spPr>
              <a:xfrm>
                <a:off x="8132349" y="1225104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2"/>
                      <a:pt x="571" y="0"/>
                      <a:pt x="1238" y="0"/>
                    </a:cubicBezTo>
                    <a:cubicBezTo>
                      <a:pt x="1905" y="0"/>
                      <a:pt x="2476" y="572"/>
                      <a:pt x="2476" y="1238"/>
                    </a:cubicBezTo>
                    <a:cubicBezTo>
                      <a:pt x="2476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4" name="Google Shape;4774;p32"/>
              <p:cNvSpPr/>
              <p:nvPr/>
            </p:nvSpPr>
            <p:spPr>
              <a:xfrm>
                <a:off x="8214264" y="1144142"/>
                <a:ext cx="1523" cy="1619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1619" extrusionOk="0">
                    <a:moveTo>
                      <a:pt x="762" y="1619"/>
                    </a:moveTo>
                    <a:cubicBezTo>
                      <a:pt x="762" y="1619"/>
                      <a:pt x="0" y="1238"/>
                      <a:pt x="0" y="762"/>
                    </a:cubicBezTo>
                    <a:cubicBezTo>
                      <a:pt x="0" y="286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619"/>
                      <a:pt x="762" y="16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75" name="Google Shape;4775;p32"/>
            <p:cNvGrpSpPr/>
            <p:nvPr/>
          </p:nvGrpSpPr>
          <p:grpSpPr>
            <a:xfrm>
              <a:off x="3821525" y="1149952"/>
              <a:ext cx="4238148" cy="4257198"/>
              <a:chOff x="3821525" y="1149952"/>
              <a:chExt cx="4238148" cy="4257198"/>
            </a:xfrm>
          </p:grpSpPr>
          <p:sp>
            <p:nvSpPr>
              <p:cNvPr id="4776" name="Google Shape;4776;p32"/>
              <p:cNvSpPr/>
              <p:nvPr/>
            </p:nvSpPr>
            <p:spPr>
              <a:xfrm>
                <a:off x="3821525" y="5362764"/>
                <a:ext cx="22193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22193" h="44386" extrusionOk="0">
                    <a:moveTo>
                      <a:pt x="0" y="0"/>
                    </a:moveTo>
                    <a:cubicBezTo>
                      <a:pt x="12287" y="0"/>
                      <a:pt x="22193" y="9906"/>
                      <a:pt x="22193" y="22193"/>
                    </a:cubicBezTo>
                    <a:cubicBezTo>
                      <a:pt x="22193" y="34481"/>
                      <a:pt x="12287" y="44387"/>
                      <a:pt x="0" y="4438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7" name="Google Shape;4777;p32"/>
              <p:cNvSpPr/>
              <p:nvPr/>
            </p:nvSpPr>
            <p:spPr>
              <a:xfrm>
                <a:off x="3884199" y="5281707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715"/>
                      <a:pt x="43625" y="21812"/>
                    </a:cubicBezTo>
                    <a:cubicBezTo>
                      <a:pt x="43625" y="33909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8" name="Google Shape;4778;p32"/>
              <p:cNvSpPr/>
              <p:nvPr/>
            </p:nvSpPr>
            <p:spPr>
              <a:xfrm>
                <a:off x="3966019" y="5200649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2" y="9620"/>
                      <a:pt x="42862" y="21431"/>
                    </a:cubicBezTo>
                    <a:cubicBezTo>
                      <a:pt x="42862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9" name="Google Shape;4779;p32"/>
              <p:cNvSpPr/>
              <p:nvPr/>
            </p:nvSpPr>
            <p:spPr>
              <a:xfrm>
                <a:off x="4047934" y="5119782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0" name="Google Shape;4780;p32"/>
              <p:cNvSpPr/>
              <p:nvPr/>
            </p:nvSpPr>
            <p:spPr>
              <a:xfrm>
                <a:off x="4129754" y="5038724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1" name="Google Shape;4781;p32"/>
              <p:cNvSpPr/>
              <p:nvPr/>
            </p:nvSpPr>
            <p:spPr>
              <a:xfrm>
                <a:off x="4211478" y="4957666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2" name="Google Shape;4782;p32"/>
              <p:cNvSpPr/>
              <p:nvPr/>
            </p:nvSpPr>
            <p:spPr>
              <a:xfrm>
                <a:off x="4293298" y="4876609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3" name="Google Shape;4783;p32"/>
              <p:cNvSpPr/>
              <p:nvPr/>
            </p:nvSpPr>
            <p:spPr>
              <a:xfrm>
                <a:off x="4375213" y="479574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4" name="Google Shape;4784;p32"/>
              <p:cNvSpPr/>
              <p:nvPr/>
            </p:nvSpPr>
            <p:spPr>
              <a:xfrm>
                <a:off x="4457033" y="4714684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5" name="Google Shape;4785;p32"/>
              <p:cNvSpPr/>
              <p:nvPr/>
            </p:nvSpPr>
            <p:spPr>
              <a:xfrm>
                <a:off x="4538852" y="4633626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6" name="Google Shape;4786;p32"/>
              <p:cNvSpPr/>
              <p:nvPr/>
            </p:nvSpPr>
            <p:spPr>
              <a:xfrm>
                <a:off x="4620577" y="4552568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7" name="Google Shape;4787;p32"/>
              <p:cNvSpPr/>
              <p:nvPr/>
            </p:nvSpPr>
            <p:spPr>
              <a:xfrm>
                <a:off x="4702492" y="4471701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8" name="Google Shape;4788;p32"/>
              <p:cNvSpPr/>
              <p:nvPr/>
            </p:nvSpPr>
            <p:spPr>
              <a:xfrm>
                <a:off x="4784312" y="4390643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9" name="Google Shape;4789;p32"/>
              <p:cNvSpPr/>
              <p:nvPr/>
            </p:nvSpPr>
            <p:spPr>
              <a:xfrm>
                <a:off x="4866131" y="4309585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0" name="Google Shape;4790;p32"/>
              <p:cNvSpPr/>
              <p:nvPr/>
            </p:nvSpPr>
            <p:spPr>
              <a:xfrm>
                <a:off x="4947951" y="4228528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1" name="Google Shape;4791;p32"/>
              <p:cNvSpPr/>
              <p:nvPr/>
            </p:nvSpPr>
            <p:spPr>
              <a:xfrm>
                <a:off x="5029771" y="4147565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5" y="7239"/>
                      <a:pt x="32195" y="16097"/>
                    </a:cubicBezTo>
                    <a:cubicBezTo>
                      <a:pt x="32195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2" name="Google Shape;4792;p32"/>
              <p:cNvSpPr/>
              <p:nvPr/>
            </p:nvSpPr>
            <p:spPr>
              <a:xfrm>
                <a:off x="5111591" y="4066603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3" name="Google Shape;4793;p32"/>
              <p:cNvSpPr/>
              <p:nvPr/>
            </p:nvSpPr>
            <p:spPr>
              <a:xfrm>
                <a:off x="5193411" y="3985545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4" name="Google Shape;4794;p32"/>
              <p:cNvSpPr/>
              <p:nvPr/>
            </p:nvSpPr>
            <p:spPr>
              <a:xfrm>
                <a:off x="5275230" y="3904487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5" name="Google Shape;4795;p32"/>
              <p:cNvSpPr/>
              <p:nvPr/>
            </p:nvSpPr>
            <p:spPr>
              <a:xfrm>
                <a:off x="5357050" y="3823429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6" name="Google Shape;4796;p32"/>
              <p:cNvSpPr/>
              <p:nvPr/>
            </p:nvSpPr>
            <p:spPr>
              <a:xfrm>
                <a:off x="5438870" y="3742562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7" name="Google Shape;4797;p32"/>
              <p:cNvSpPr/>
              <p:nvPr/>
            </p:nvSpPr>
            <p:spPr>
              <a:xfrm>
                <a:off x="5520690" y="3661504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096" y="0"/>
                      <a:pt x="13716" y="0"/>
                    </a:cubicBezTo>
                    <a:cubicBezTo>
                      <a:pt x="21336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8" name="Google Shape;4798;p32"/>
              <p:cNvSpPr/>
              <p:nvPr/>
            </p:nvSpPr>
            <p:spPr>
              <a:xfrm>
                <a:off x="5602509" y="3580446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9" name="Google Shape;4799;p32"/>
              <p:cNvSpPr/>
              <p:nvPr/>
            </p:nvSpPr>
            <p:spPr>
              <a:xfrm>
                <a:off x="5684329" y="3499389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0" name="Google Shape;4800;p32"/>
              <p:cNvSpPr/>
              <p:nvPr/>
            </p:nvSpPr>
            <p:spPr>
              <a:xfrm>
                <a:off x="5766244" y="34184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1" name="Google Shape;4801;p32"/>
              <p:cNvSpPr/>
              <p:nvPr/>
            </p:nvSpPr>
            <p:spPr>
              <a:xfrm>
                <a:off x="5847969" y="3337464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2" name="Google Shape;4802;p32"/>
              <p:cNvSpPr/>
              <p:nvPr/>
            </p:nvSpPr>
            <p:spPr>
              <a:xfrm>
                <a:off x="5929788" y="3256406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3" name="Google Shape;4803;p32"/>
              <p:cNvSpPr/>
              <p:nvPr/>
            </p:nvSpPr>
            <p:spPr>
              <a:xfrm>
                <a:off x="6011608" y="3175348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4" name="Google Shape;4804;p32"/>
              <p:cNvSpPr/>
              <p:nvPr/>
            </p:nvSpPr>
            <p:spPr>
              <a:xfrm>
                <a:off x="6093523" y="3094481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5" name="Google Shape;4805;p32"/>
              <p:cNvSpPr/>
              <p:nvPr/>
            </p:nvSpPr>
            <p:spPr>
              <a:xfrm>
                <a:off x="6175343" y="3013328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6" name="Google Shape;4806;p32"/>
              <p:cNvSpPr/>
              <p:nvPr/>
            </p:nvSpPr>
            <p:spPr>
              <a:xfrm>
                <a:off x="6257067" y="293227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7" name="Google Shape;4807;p32"/>
              <p:cNvSpPr/>
              <p:nvPr/>
            </p:nvSpPr>
            <p:spPr>
              <a:xfrm>
                <a:off x="6338887" y="285121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145"/>
                      <a:pt x="0" y="9716"/>
                    </a:cubicBezTo>
                    <a:cubicBezTo>
                      <a:pt x="0" y="4286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8" name="Google Shape;4808;p32"/>
              <p:cNvSpPr/>
              <p:nvPr/>
            </p:nvSpPr>
            <p:spPr>
              <a:xfrm>
                <a:off x="6420802" y="2770345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9" name="Google Shape;4809;p32"/>
              <p:cNvSpPr/>
              <p:nvPr/>
            </p:nvSpPr>
            <p:spPr>
              <a:xfrm>
                <a:off x="6502622" y="268928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0" name="Google Shape;4810;p32"/>
              <p:cNvSpPr/>
              <p:nvPr/>
            </p:nvSpPr>
            <p:spPr>
              <a:xfrm>
                <a:off x="6584441" y="2608230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1" name="Google Shape;4811;p32"/>
              <p:cNvSpPr/>
              <p:nvPr/>
            </p:nvSpPr>
            <p:spPr>
              <a:xfrm>
                <a:off x="6666166" y="2527172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2" name="Google Shape;4812;p32"/>
              <p:cNvSpPr/>
              <p:nvPr/>
            </p:nvSpPr>
            <p:spPr>
              <a:xfrm>
                <a:off x="6748081" y="2446114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0"/>
                    </a:moveTo>
                    <a:cubicBezTo>
                      <a:pt x="3429" y="15430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0"/>
                      <a:pt x="7620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3" name="Google Shape;4813;p32"/>
              <p:cNvSpPr/>
              <p:nvPr/>
            </p:nvSpPr>
            <p:spPr>
              <a:xfrm>
                <a:off x="6829901" y="2365247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4" name="Google Shape;4814;p32"/>
              <p:cNvSpPr/>
              <p:nvPr/>
            </p:nvSpPr>
            <p:spPr>
              <a:xfrm>
                <a:off x="6911721" y="2284189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5" name="Google Shape;4815;p32"/>
              <p:cNvSpPr/>
              <p:nvPr/>
            </p:nvSpPr>
            <p:spPr>
              <a:xfrm>
                <a:off x="6993540" y="220313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6" name="Google Shape;4816;p32"/>
              <p:cNvSpPr/>
              <p:nvPr/>
            </p:nvSpPr>
            <p:spPr>
              <a:xfrm>
                <a:off x="7075265" y="2122074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7" name="Google Shape;4817;p32"/>
              <p:cNvSpPr/>
              <p:nvPr/>
            </p:nvSpPr>
            <p:spPr>
              <a:xfrm>
                <a:off x="7157180" y="2041207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8" name="Google Shape;4818;p32"/>
              <p:cNvSpPr/>
              <p:nvPr/>
            </p:nvSpPr>
            <p:spPr>
              <a:xfrm>
                <a:off x="7239000" y="1960149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9" name="Google Shape;4819;p32"/>
              <p:cNvSpPr/>
              <p:nvPr/>
            </p:nvSpPr>
            <p:spPr>
              <a:xfrm>
                <a:off x="7320819" y="187909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0" name="Google Shape;4820;p32"/>
              <p:cNvSpPr/>
              <p:nvPr/>
            </p:nvSpPr>
            <p:spPr>
              <a:xfrm>
                <a:off x="7402639" y="1798033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1" name="Google Shape;4821;p32"/>
              <p:cNvSpPr/>
              <p:nvPr/>
            </p:nvSpPr>
            <p:spPr>
              <a:xfrm>
                <a:off x="7484459" y="1717166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2" name="Google Shape;4822;p32"/>
              <p:cNvSpPr/>
              <p:nvPr/>
            </p:nvSpPr>
            <p:spPr>
              <a:xfrm>
                <a:off x="7566278" y="1636108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3" name="Google Shape;4823;p32"/>
              <p:cNvSpPr/>
              <p:nvPr/>
            </p:nvSpPr>
            <p:spPr>
              <a:xfrm>
                <a:off x="7648098" y="1555050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4" name="Google Shape;4824;p32"/>
              <p:cNvSpPr/>
              <p:nvPr/>
            </p:nvSpPr>
            <p:spPr>
              <a:xfrm>
                <a:off x="7729918" y="1473993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5" name="Google Shape;4825;p32"/>
              <p:cNvSpPr/>
              <p:nvPr/>
            </p:nvSpPr>
            <p:spPr>
              <a:xfrm>
                <a:off x="7811833" y="1393126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6" name="Google Shape;4826;p32"/>
              <p:cNvSpPr/>
              <p:nvPr/>
            </p:nvSpPr>
            <p:spPr>
              <a:xfrm>
                <a:off x="7893558" y="1312068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7" name="Google Shape;4827;p32"/>
              <p:cNvSpPr/>
              <p:nvPr/>
            </p:nvSpPr>
            <p:spPr>
              <a:xfrm>
                <a:off x="7975377" y="1231010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8" name="Google Shape;4828;p32"/>
              <p:cNvSpPr/>
              <p:nvPr/>
            </p:nvSpPr>
            <p:spPr>
              <a:xfrm>
                <a:off x="8057197" y="1149952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29" name="Google Shape;4829;p32"/>
            <p:cNvGrpSpPr/>
            <p:nvPr/>
          </p:nvGrpSpPr>
          <p:grpSpPr>
            <a:xfrm>
              <a:off x="3825335" y="1155858"/>
              <a:ext cx="4078128" cy="4094320"/>
              <a:chOff x="3825335" y="1155858"/>
              <a:chExt cx="4078128" cy="4094320"/>
            </a:xfrm>
          </p:grpSpPr>
          <p:sp>
            <p:nvSpPr>
              <p:cNvPr id="4830" name="Google Shape;4830;p32"/>
              <p:cNvSpPr/>
              <p:nvPr/>
            </p:nvSpPr>
            <p:spPr>
              <a:xfrm>
                <a:off x="3825335" y="5206554"/>
                <a:ext cx="21812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43624" extrusionOk="0">
                    <a:moveTo>
                      <a:pt x="0" y="43625"/>
                    </a:moveTo>
                    <a:cubicBezTo>
                      <a:pt x="12002" y="43625"/>
                      <a:pt x="21812" y="33909"/>
                      <a:pt x="21812" y="21812"/>
                    </a:cubicBezTo>
                    <a:cubicBezTo>
                      <a:pt x="21812" y="9716"/>
                      <a:pt x="12097" y="0"/>
                      <a:pt x="0" y="0"/>
                    </a:cubicBezTo>
                    <a:lnTo>
                      <a:pt x="0" y="4362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1" name="Google Shape;4831;p32"/>
              <p:cNvSpPr/>
              <p:nvPr/>
            </p:nvSpPr>
            <p:spPr>
              <a:xfrm>
                <a:off x="3890867" y="5125592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2" name="Google Shape;4832;p32"/>
              <p:cNvSpPr/>
              <p:nvPr/>
            </p:nvSpPr>
            <p:spPr>
              <a:xfrm>
                <a:off x="3972782" y="5044629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3" name="Google Shape;4833;p32"/>
              <p:cNvSpPr/>
              <p:nvPr/>
            </p:nvSpPr>
            <p:spPr>
              <a:xfrm>
                <a:off x="4054602" y="4963572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4" name="Google Shape;4834;p32"/>
              <p:cNvSpPr/>
              <p:nvPr/>
            </p:nvSpPr>
            <p:spPr>
              <a:xfrm>
                <a:off x="4136326" y="4882514"/>
                <a:ext cx="40386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5" name="Google Shape;4835;p32"/>
              <p:cNvSpPr/>
              <p:nvPr/>
            </p:nvSpPr>
            <p:spPr>
              <a:xfrm>
                <a:off x="4218146" y="4801456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6" name="Google Shape;4836;p32"/>
              <p:cNvSpPr/>
              <p:nvPr/>
            </p:nvSpPr>
            <p:spPr>
              <a:xfrm>
                <a:off x="4300061" y="4720589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7" name="Google Shape;4837;p32"/>
              <p:cNvSpPr/>
              <p:nvPr/>
            </p:nvSpPr>
            <p:spPr>
              <a:xfrm>
                <a:off x="4381881" y="4639531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8" name="Google Shape;4838;p32"/>
              <p:cNvSpPr/>
              <p:nvPr/>
            </p:nvSpPr>
            <p:spPr>
              <a:xfrm>
                <a:off x="4463700" y="4558473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9" name="Google Shape;4839;p32"/>
              <p:cNvSpPr/>
              <p:nvPr/>
            </p:nvSpPr>
            <p:spPr>
              <a:xfrm>
                <a:off x="4545425" y="4477416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0" name="Google Shape;4840;p32"/>
              <p:cNvSpPr/>
              <p:nvPr/>
            </p:nvSpPr>
            <p:spPr>
              <a:xfrm>
                <a:off x="4627340" y="4396548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7"/>
                    </a:cubicBezTo>
                    <a:cubicBezTo>
                      <a:pt x="35433" y="27527"/>
                      <a:pt x="27432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1" name="Google Shape;4841;p32"/>
              <p:cNvSpPr/>
              <p:nvPr/>
            </p:nvSpPr>
            <p:spPr>
              <a:xfrm>
                <a:off x="4709160" y="4315491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2" name="Google Shape;4842;p32"/>
              <p:cNvSpPr/>
              <p:nvPr/>
            </p:nvSpPr>
            <p:spPr>
              <a:xfrm>
                <a:off x="4790979" y="4234433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3" name="Google Shape;4843;p32"/>
              <p:cNvSpPr/>
              <p:nvPr/>
            </p:nvSpPr>
            <p:spPr>
              <a:xfrm>
                <a:off x="4872799" y="4153375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8"/>
                      <a:pt x="0" y="16574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4"/>
                    </a:cubicBezTo>
                    <a:cubicBezTo>
                      <a:pt x="33147" y="25718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4" name="Google Shape;4844;p32"/>
              <p:cNvSpPr/>
              <p:nvPr/>
            </p:nvSpPr>
            <p:spPr>
              <a:xfrm>
                <a:off x="4954524" y="4072413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5" name="Google Shape;4845;p32"/>
              <p:cNvSpPr/>
              <p:nvPr/>
            </p:nvSpPr>
            <p:spPr>
              <a:xfrm>
                <a:off x="5036439" y="3991450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6" name="Google Shape;4846;p32"/>
              <p:cNvSpPr/>
              <p:nvPr/>
            </p:nvSpPr>
            <p:spPr>
              <a:xfrm>
                <a:off x="5118258" y="3910393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7" name="Google Shape;4847;p32"/>
              <p:cNvSpPr/>
              <p:nvPr/>
            </p:nvSpPr>
            <p:spPr>
              <a:xfrm>
                <a:off x="5200078" y="3829335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8" name="Google Shape;4848;p32"/>
              <p:cNvSpPr/>
              <p:nvPr/>
            </p:nvSpPr>
            <p:spPr>
              <a:xfrm>
                <a:off x="5281898" y="3748277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4"/>
                      <a:pt x="6525" y="0"/>
                      <a:pt x="14573" y="0"/>
                    </a:cubicBezTo>
                    <a:cubicBezTo>
                      <a:pt x="22622" y="0"/>
                      <a:pt x="29146" y="6524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9" name="Google Shape;4849;p32"/>
              <p:cNvSpPr/>
              <p:nvPr/>
            </p:nvSpPr>
            <p:spPr>
              <a:xfrm>
                <a:off x="5363717" y="3667410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0" name="Google Shape;4850;p32"/>
              <p:cNvSpPr/>
              <p:nvPr/>
            </p:nvSpPr>
            <p:spPr>
              <a:xfrm>
                <a:off x="5445537" y="3586352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1" name="Google Shape;4851;p32"/>
              <p:cNvSpPr/>
              <p:nvPr/>
            </p:nvSpPr>
            <p:spPr>
              <a:xfrm>
                <a:off x="5527357" y="3505294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2" name="Google Shape;4852;p32"/>
              <p:cNvSpPr/>
              <p:nvPr/>
            </p:nvSpPr>
            <p:spPr>
              <a:xfrm>
                <a:off x="5609177" y="3424237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3" name="Google Shape;4853;p32"/>
              <p:cNvSpPr/>
              <p:nvPr/>
            </p:nvSpPr>
            <p:spPr>
              <a:xfrm>
                <a:off x="5691092" y="3343369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4" name="Google Shape;4854;p32"/>
              <p:cNvSpPr/>
              <p:nvPr/>
            </p:nvSpPr>
            <p:spPr>
              <a:xfrm>
                <a:off x="5772816" y="3262312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5" name="Google Shape;4855;p32"/>
              <p:cNvSpPr/>
              <p:nvPr/>
            </p:nvSpPr>
            <p:spPr>
              <a:xfrm>
                <a:off x="5854636" y="3181254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6" name="Google Shape;4856;p32"/>
              <p:cNvSpPr/>
              <p:nvPr/>
            </p:nvSpPr>
            <p:spPr>
              <a:xfrm>
                <a:off x="5936456" y="3100196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7" name="Google Shape;4857;p32"/>
              <p:cNvSpPr/>
              <p:nvPr/>
            </p:nvSpPr>
            <p:spPr>
              <a:xfrm>
                <a:off x="6018371" y="3019329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8" name="Google Shape;4858;p32"/>
              <p:cNvSpPr/>
              <p:nvPr/>
            </p:nvSpPr>
            <p:spPr>
              <a:xfrm>
                <a:off x="6100191" y="2938271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9" name="Google Shape;4859;p32"/>
              <p:cNvSpPr/>
              <p:nvPr/>
            </p:nvSpPr>
            <p:spPr>
              <a:xfrm>
                <a:off x="6181915" y="2857213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0" name="Google Shape;4860;p32"/>
              <p:cNvSpPr/>
              <p:nvPr/>
            </p:nvSpPr>
            <p:spPr>
              <a:xfrm>
                <a:off x="6263735" y="2776156"/>
                <a:ext cx="19431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0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1" name="Google Shape;4861;p32"/>
              <p:cNvSpPr/>
              <p:nvPr/>
            </p:nvSpPr>
            <p:spPr>
              <a:xfrm>
                <a:off x="6345650" y="2695193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8"/>
                    </a:moveTo>
                    <a:cubicBezTo>
                      <a:pt x="4096" y="18478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8"/>
                      <a:pt x="9239" y="18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2" name="Google Shape;4862;p32"/>
              <p:cNvSpPr/>
              <p:nvPr/>
            </p:nvSpPr>
            <p:spPr>
              <a:xfrm>
                <a:off x="6427469" y="2614135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3" name="Google Shape;4863;p32"/>
              <p:cNvSpPr/>
              <p:nvPr/>
            </p:nvSpPr>
            <p:spPr>
              <a:xfrm>
                <a:off x="6509289" y="2533078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5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4" name="Google Shape;4864;p32"/>
              <p:cNvSpPr/>
              <p:nvPr/>
            </p:nvSpPr>
            <p:spPr>
              <a:xfrm>
                <a:off x="6591014" y="2452020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5" name="Google Shape;4865;p32"/>
              <p:cNvSpPr/>
              <p:nvPr/>
            </p:nvSpPr>
            <p:spPr>
              <a:xfrm>
                <a:off x="6672833" y="2371057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715"/>
                    </a:cubicBezTo>
                    <a:cubicBezTo>
                      <a:pt x="0" y="352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2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6" name="Google Shape;4866;p32"/>
              <p:cNvSpPr/>
              <p:nvPr/>
            </p:nvSpPr>
            <p:spPr>
              <a:xfrm>
                <a:off x="6754749" y="2290095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7" name="Google Shape;4867;p32"/>
              <p:cNvSpPr/>
              <p:nvPr/>
            </p:nvSpPr>
            <p:spPr>
              <a:xfrm>
                <a:off x="6836568" y="2209037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8" name="Google Shape;4868;p32"/>
              <p:cNvSpPr/>
              <p:nvPr/>
            </p:nvSpPr>
            <p:spPr>
              <a:xfrm>
                <a:off x="6918388" y="2127979"/>
                <a:ext cx="12954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9" name="Google Shape;4869;p32"/>
              <p:cNvSpPr/>
              <p:nvPr/>
            </p:nvSpPr>
            <p:spPr>
              <a:xfrm>
                <a:off x="7000113" y="2046922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0" name="Google Shape;4870;p32"/>
              <p:cNvSpPr/>
              <p:nvPr/>
            </p:nvSpPr>
            <p:spPr>
              <a:xfrm>
                <a:off x="7082027" y="1966054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7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1" name="Google Shape;4871;p32"/>
              <p:cNvSpPr/>
              <p:nvPr/>
            </p:nvSpPr>
            <p:spPr>
              <a:xfrm>
                <a:off x="7163847" y="1884997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2" name="Google Shape;4872;p32"/>
              <p:cNvSpPr/>
              <p:nvPr/>
            </p:nvSpPr>
            <p:spPr>
              <a:xfrm>
                <a:off x="7245667" y="1803939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3" name="Google Shape;4873;p32"/>
              <p:cNvSpPr/>
              <p:nvPr/>
            </p:nvSpPr>
            <p:spPr>
              <a:xfrm>
                <a:off x="7327487" y="1722881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4" name="Google Shape;4874;p32"/>
              <p:cNvSpPr/>
              <p:nvPr/>
            </p:nvSpPr>
            <p:spPr>
              <a:xfrm>
                <a:off x="7409307" y="1642014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5" name="Google Shape;4875;p32"/>
              <p:cNvSpPr/>
              <p:nvPr/>
            </p:nvSpPr>
            <p:spPr>
              <a:xfrm>
                <a:off x="7491126" y="1560956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6" name="Google Shape;4876;p32"/>
              <p:cNvSpPr/>
              <p:nvPr/>
            </p:nvSpPr>
            <p:spPr>
              <a:xfrm>
                <a:off x="7572946" y="1479898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7" name="Google Shape;4877;p32"/>
              <p:cNvSpPr/>
              <p:nvPr/>
            </p:nvSpPr>
            <p:spPr>
              <a:xfrm>
                <a:off x="7654766" y="1398841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8" name="Google Shape;4878;p32"/>
              <p:cNvSpPr/>
              <p:nvPr/>
            </p:nvSpPr>
            <p:spPr>
              <a:xfrm>
                <a:off x="7736681" y="1317973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9" name="Google Shape;4879;p32"/>
              <p:cNvSpPr/>
              <p:nvPr/>
            </p:nvSpPr>
            <p:spPr>
              <a:xfrm>
                <a:off x="7818405" y="1236915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8" y="4001"/>
                      <a:pt x="0" y="3143"/>
                      <a:pt x="0" y="2000"/>
                    </a:cubicBezTo>
                    <a:cubicBezTo>
                      <a:pt x="0" y="857"/>
                      <a:pt x="858" y="0"/>
                      <a:pt x="2000" y="0"/>
                    </a:cubicBezTo>
                    <a:cubicBezTo>
                      <a:pt x="3143" y="0"/>
                      <a:pt x="4001" y="857"/>
                      <a:pt x="4001" y="2000"/>
                    </a:cubicBezTo>
                    <a:cubicBezTo>
                      <a:pt x="4001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0" name="Google Shape;4880;p32"/>
              <p:cNvSpPr/>
              <p:nvPr/>
            </p:nvSpPr>
            <p:spPr>
              <a:xfrm>
                <a:off x="7900225" y="1155858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6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6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81" name="Google Shape;4881;p32"/>
            <p:cNvGrpSpPr/>
            <p:nvPr/>
          </p:nvGrpSpPr>
          <p:grpSpPr>
            <a:xfrm>
              <a:off x="3826954" y="1161763"/>
              <a:ext cx="3920299" cy="3931539"/>
              <a:chOff x="3826954" y="1161763"/>
              <a:chExt cx="3920299" cy="3931539"/>
            </a:xfrm>
          </p:grpSpPr>
          <p:sp>
            <p:nvSpPr>
              <p:cNvPr id="4882" name="Google Shape;4882;p32"/>
              <p:cNvSpPr/>
              <p:nvPr/>
            </p:nvSpPr>
            <p:spPr>
              <a:xfrm>
                <a:off x="3826954" y="5050440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3" name="Google Shape;4883;p32"/>
              <p:cNvSpPr/>
              <p:nvPr/>
            </p:nvSpPr>
            <p:spPr>
              <a:xfrm>
                <a:off x="3897629" y="4969572"/>
                <a:ext cx="41910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10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4" name="Google Shape;4884;p32"/>
              <p:cNvSpPr/>
              <p:nvPr/>
            </p:nvSpPr>
            <p:spPr>
              <a:xfrm>
                <a:off x="3979449" y="4888420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5" name="Google Shape;4885;p32"/>
              <p:cNvSpPr/>
              <p:nvPr/>
            </p:nvSpPr>
            <p:spPr>
              <a:xfrm>
                <a:off x="4061269" y="4807362"/>
                <a:ext cx="40386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6" name="Google Shape;4886;p32"/>
              <p:cNvSpPr/>
              <p:nvPr/>
            </p:nvSpPr>
            <p:spPr>
              <a:xfrm>
                <a:off x="4142993" y="4726304"/>
                <a:ext cx="39623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3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7" name="Google Shape;4887;p32"/>
              <p:cNvSpPr/>
              <p:nvPr/>
            </p:nvSpPr>
            <p:spPr>
              <a:xfrm>
                <a:off x="4224909" y="4645437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8" name="Google Shape;4888;p32"/>
              <p:cNvSpPr/>
              <p:nvPr/>
            </p:nvSpPr>
            <p:spPr>
              <a:xfrm>
                <a:off x="4306728" y="4564379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9" name="Google Shape;4889;p32"/>
              <p:cNvSpPr/>
              <p:nvPr/>
            </p:nvSpPr>
            <p:spPr>
              <a:xfrm>
                <a:off x="4388548" y="4483321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0" name="Google Shape;4890;p32"/>
              <p:cNvSpPr/>
              <p:nvPr/>
            </p:nvSpPr>
            <p:spPr>
              <a:xfrm>
                <a:off x="4470368" y="4402263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1" name="Google Shape;4891;p32"/>
              <p:cNvSpPr/>
              <p:nvPr/>
            </p:nvSpPr>
            <p:spPr>
              <a:xfrm rot="-128855">
                <a:off x="4552045" y="4321410"/>
                <a:ext cx="35458" cy="3545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35433" y="17716"/>
                    </a:moveTo>
                    <a:cubicBezTo>
                      <a:pt x="35433" y="27501"/>
                      <a:pt x="27501" y="35433"/>
                      <a:pt x="17716" y="35433"/>
                    </a:cubicBezTo>
                    <a:cubicBezTo>
                      <a:pt x="7932" y="35433"/>
                      <a:pt x="0" y="27501"/>
                      <a:pt x="0" y="17716"/>
                    </a:cubicBezTo>
                    <a:cubicBezTo>
                      <a:pt x="0" y="7932"/>
                      <a:pt x="7932" y="0"/>
                      <a:pt x="17716" y="0"/>
                    </a:cubicBezTo>
                    <a:cubicBezTo>
                      <a:pt x="27501" y="0"/>
                      <a:pt x="35433" y="7932"/>
                      <a:pt x="35433" y="17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2" name="Google Shape;4892;p32"/>
              <p:cNvSpPr/>
              <p:nvPr/>
            </p:nvSpPr>
            <p:spPr>
              <a:xfrm>
                <a:off x="4634007" y="4240338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3" name="Google Shape;4893;p32"/>
              <p:cNvSpPr/>
              <p:nvPr/>
            </p:nvSpPr>
            <p:spPr>
              <a:xfrm>
                <a:off x="4715827" y="4159281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4" name="Google Shape;4894;p32"/>
              <p:cNvSpPr/>
              <p:nvPr/>
            </p:nvSpPr>
            <p:spPr>
              <a:xfrm>
                <a:off x="4797647" y="4078223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5" name="Google Shape;4895;p32"/>
              <p:cNvSpPr/>
              <p:nvPr/>
            </p:nvSpPr>
            <p:spPr>
              <a:xfrm>
                <a:off x="4879562" y="3997261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2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4" y="7239"/>
                      <a:pt x="32194" y="16192"/>
                    </a:cubicBezTo>
                    <a:cubicBezTo>
                      <a:pt x="32194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6" name="Google Shape;4896;p32"/>
              <p:cNvSpPr/>
              <p:nvPr/>
            </p:nvSpPr>
            <p:spPr>
              <a:xfrm>
                <a:off x="4961286" y="3916298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2" y="7048"/>
                      <a:pt x="31432" y="15716"/>
                    </a:cubicBezTo>
                    <a:cubicBezTo>
                      <a:pt x="31432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7" name="Google Shape;4897;p32"/>
              <p:cNvSpPr/>
              <p:nvPr/>
            </p:nvSpPr>
            <p:spPr>
              <a:xfrm>
                <a:off x="5043106" y="3835240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0" y="6858"/>
                      <a:pt x="30670" y="15335"/>
                    </a:cubicBezTo>
                    <a:cubicBezTo>
                      <a:pt x="30670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8" name="Google Shape;4898;p32"/>
              <p:cNvSpPr/>
              <p:nvPr/>
            </p:nvSpPr>
            <p:spPr>
              <a:xfrm>
                <a:off x="5124926" y="3754183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9" name="Google Shape;4899;p32"/>
              <p:cNvSpPr/>
              <p:nvPr/>
            </p:nvSpPr>
            <p:spPr>
              <a:xfrm>
                <a:off x="5206746" y="3673125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7"/>
                      <a:pt x="14573" y="29147"/>
                    </a:cubicBezTo>
                    <a:cubicBezTo>
                      <a:pt x="6525" y="29147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0" name="Google Shape;4900;p32"/>
              <p:cNvSpPr/>
              <p:nvPr/>
            </p:nvSpPr>
            <p:spPr>
              <a:xfrm>
                <a:off x="5288565" y="3592258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1" name="Google Shape;4901;p32"/>
              <p:cNvSpPr/>
              <p:nvPr/>
            </p:nvSpPr>
            <p:spPr>
              <a:xfrm>
                <a:off x="5370385" y="3511200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2" name="Google Shape;4902;p32"/>
              <p:cNvSpPr/>
              <p:nvPr/>
            </p:nvSpPr>
            <p:spPr>
              <a:xfrm>
                <a:off x="5452205" y="3430142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3" name="Google Shape;4903;p32"/>
              <p:cNvSpPr/>
              <p:nvPr/>
            </p:nvSpPr>
            <p:spPr>
              <a:xfrm>
                <a:off x="5534025" y="3349084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4" name="Google Shape;4904;p32"/>
              <p:cNvSpPr/>
              <p:nvPr/>
            </p:nvSpPr>
            <p:spPr>
              <a:xfrm>
                <a:off x="5615940" y="3268217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5" name="Google Shape;4905;p32"/>
              <p:cNvSpPr/>
              <p:nvPr/>
            </p:nvSpPr>
            <p:spPr>
              <a:xfrm>
                <a:off x="5697759" y="3187159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6" name="Google Shape;4906;p32"/>
              <p:cNvSpPr/>
              <p:nvPr/>
            </p:nvSpPr>
            <p:spPr>
              <a:xfrm>
                <a:off x="5779484" y="310610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7" name="Google Shape;4907;p32"/>
              <p:cNvSpPr/>
              <p:nvPr/>
            </p:nvSpPr>
            <p:spPr>
              <a:xfrm>
                <a:off x="5861304" y="3025044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8" name="Google Shape;4908;p32"/>
              <p:cNvSpPr/>
              <p:nvPr/>
            </p:nvSpPr>
            <p:spPr>
              <a:xfrm>
                <a:off x="5943219" y="2944177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9" name="Google Shape;4909;p32"/>
              <p:cNvSpPr/>
              <p:nvPr/>
            </p:nvSpPr>
            <p:spPr>
              <a:xfrm>
                <a:off x="6025038" y="2863119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0" name="Google Shape;4910;p32"/>
              <p:cNvSpPr/>
              <p:nvPr/>
            </p:nvSpPr>
            <p:spPr>
              <a:xfrm>
                <a:off x="6106763" y="2782061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1" name="Google Shape;4911;p32"/>
              <p:cNvSpPr/>
              <p:nvPr/>
            </p:nvSpPr>
            <p:spPr>
              <a:xfrm>
                <a:off x="6188583" y="2701003"/>
                <a:ext cx="1943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0" extrusionOk="0">
                    <a:moveTo>
                      <a:pt x="9716" y="19431"/>
                    </a:moveTo>
                    <a:cubicBezTo>
                      <a:pt x="4381" y="19431"/>
                      <a:pt x="0" y="15049"/>
                      <a:pt x="0" y="9715"/>
                    </a:cubicBezTo>
                    <a:cubicBezTo>
                      <a:pt x="0" y="4381"/>
                      <a:pt x="4381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2" name="Google Shape;4912;p32"/>
              <p:cNvSpPr/>
              <p:nvPr/>
            </p:nvSpPr>
            <p:spPr>
              <a:xfrm>
                <a:off x="6270498" y="2620041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8"/>
                      <a:pt x="9239" y="18478"/>
                    </a:cubicBezTo>
                    <a:cubicBezTo>
                      <a:pt x="4137" y="18478"/>
                      <a:pt x="0" y="14342"/>
                      <a:pt x="0" y="9239"/>
                    </a:cubicBezTo>
                    <a:cubicBezTo>
                      <a:pt x="0" y="4136"/>
                      <a:pt x="4137" y="0"/>
                      <a:pt x="9239" y="0"/>
                    </a:cubicBezTo>
                    <a:cubicBezTo>
                      <a:pt x="14342" y="0"/>
                      <a:pt x="18479" y="4136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3" name="Google Shape;4913;p32"/>
              <p:cNvSpPr/>
              <p:nvPr/>
            </p:nvSpPr>
            <p:spPr>
              <a:xfrm>
                <a:off x="6352317" y="2538983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4" name="Google Shape;4914;p32"/>
              <p:cNvSpPr/>
              <p:nvPr/>
            </p:nvSpPr>
            <p:spPr>
              <a:xfrm>
                <a:off x="6434137" y="2457925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5" name="Google Shape;4915;p32"/>
              <p:cNvSpPr/>
              <p:nvPr/>
            </p:nvSpPr>
            <p:spPr>
              <a:xfrm>
                <a:off x="6515861" y="237686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6" name="Google Shape;4916;p32"/>
              <p:cNvSpPr/>
              <p:nvPr/>
            </p:nvSpPr>
            <p:spPr>
              <a:xfrm>
                <a:off x="6597776" y="2295810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7" name="Google Shape;4917;p32"/>
              <p:cNvSpPr/>
              <p:nvPr/>
            </p:nvSpPr>
            <p:spPr>
              <a:xfrm>
                <a:off x="6679596" y="2214943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8" name="Google Shape;4918;p32"/>
              <p:cNvSpPr/>
              <p:nvPr/>
            </p:nvSpPr>
            <p:spPr>
              <a:xfrm>
                <a:off x="6761416" y="2133885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9" name="Google Shape;4919;p32"/>
              <p:cNvSpPr/>
              <p:nvPr/>
            </p:nvSpPr>
            <p:spPr>
              <a:xfrm>
                <a:off x="6843236" y="2052827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0" name="Google Shape;4920;p32"/>
              <p:cNvSpPr/>
              <p:nvPr/>
            </p:nvSpPr>
            <p:spPr>
              <a:xfrm>
                <a:off x="6924960" y="1971769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1" name="Google Shape;4921;p32"/>
              <p:cNvSpPr/>
              <p:nvPr/>
            </p:nvSpPr>
            <p:spPr>
              <a:xfrm>
                <a:off x="7006875" y="1890902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2" name="Google Shape;4922;p32"/>
              <p:cNvSpPr/>
              <p:nvPr/>
            </p:nvSpPr>
            <p:spPr>
              <a:xfrm>
                <a:off x="7088695" y="1809844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3" name="Google Shape;4923;p32"/>
              <p:cNvSpPr/>
              <p:nvPr/>
            </p:nvSpPr>
            <p:spPr>
              <a:xfrm>
                <a:off x="7170515" y="1728787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4" name="Google Shape;4924;p32"/>
              <p:cNvSpPr/>
              <p:nvPr/>
            </p:nvSpPr>
            <p:spPr>
              <a:xfrm>
                <a:off x="7252334" y="1647729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5" name="Google Shape;4925;p32"/>
              <p:cNvSpPr/>
              <p:nvPr/>
            </p:nvSpPr>
            <p:spPr>
              <a:xfrm>
                <a:off x="7334154" y="156686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6" name="Google Shape;4926;p32"/>
              <p:cNvSpPr/>
              <p:nvPr/>
            </p:nvSpPr>
            <p:spPr>
              <a:xfrm>
                <a:off x="7415974" y="1485804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7" name="Google Shape;4927;p32"/>
              <p:cNvSpPr/>
              <p:nvPr/>
            </p:nvSpPr>
            <p:spPr>
              <a:xfrm>
                <a:off x="7497794" y="1404746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8" name="Google Shape;4928;p32"/>
              <p:cNvSpPr/>
              <p:nvPr/>
            </p:nvSpPr>
            <p:spPr>
              <a:xfrm>
                <a:off x="7579614" y="1323688"/>
                <a:ext cx="5714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9" name="Google Shape;4929;p32"/>
              <p:cNvSpPr/>
              <p:nvPr/>
            </p:nvSpPr>
            <p:spPr>
              <a:xfrm>
                <a:off x="7661528" y="1242821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0" name="Google Shape;4930;p32"/>
              <p:cNvSpPr/>
              <p:nvPr/>
            </p:nvSpPr>
            <p:spPr>
              <a:xfrm>
                <a:off x="7743253" y="1161763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0" y="857"/>
                      <a:pt x="4000" y="2000"/>
                    </a:cubicBezTo>
                    <a:cubicBezTo>
                      <a:pt x="4000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31" name="Google Shape;4931;p32"/>
            <p:cNvGrpSpPr/>
            <p:nvPr/>
          </p:nvGrpSpPr>
          <p:grpSpPr>
            <a:xfrm>
              <a:off x="3822477" y="1167669"/>
              <a:ext cx="3768661" cy="3768660"/>
              <a:chOff x="3822477" y="1167669"/>
              <a:chExt cx="3768661" cy="3768660"/>
            </a:xfrm>
          </p:grpSpPr>
          <p:sp>
            <p:nvSpPr>
              <p:cNvPr id="4932" name="Google Shape;4932;p32"/>
              <p:cNvSpPr/>
              <p:nvPr/>
            </p:nvSpPr>
            <p:spPr>
              <a:xfrm>
                <a:off x="3822477" y="4894420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3" name="Google Shape;4933;p32"/>
              <p:cNvSpPr/>
              <p:nvPr/>
            </p:nvSpPr>
            <p:spPr>
              <a:xfrm>
                <a:off x="3904297" y="4813362"/>
                <a:ext cx="41148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8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4" name="Google Shape;4934;p32"/>
              <p:cNvSpPr/>
              <p:nvPr/>
            </p:nvSpPr>
            <p:spPr>
              <a:xfrm>
                <a:off x="3986117" y="4732305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5" name="Google Shape;4935;p32"/>
              <p:cNvSpPr/>
              <p:nvPr/>
            </p:nvSpPr>
            <p:spPr>
              <a:xfrm>
                <a:off x="4067841" y="4651152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6" name="Google Shape;4936;p32"/>
              <p:cNvSpPr/>
              <p:nvPr/>
            </p:nvSpPr>
            <p:spPr>
              <a:xfrm>
                <a:off x="4149756" y="457028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7" name="Google Shape;4937;p32"/>
              <p:cNvSpPr/>
              <p:nvPr/>
            </p:nvSpPr>
            <p:spPr>
              <a:xfrm>
                <a:off x="4231576" y="4489227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8" name="Google Shape;4938;p32"/>
              <p:cNvSpPr/>
              <p:nvPr/>
            </p:nvSpPr>
            <p:spPr>
              <a:xfrm>
                <a:off x="4313396" y="4408169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9" name="Google Shape;4939;p32"/>
              <p:cNvSpPr/>
              <p:nvPr/>
            </p:nvSpPr>
            <p:spPr>
              <a:xfrm>
                <a:off x="4395215" y="4327111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0" name="Google Shape;4940;p32"/>
              <p:cNvSpPr/>
              <p:nvPr/>
            </p:nvSpPr>
            <p:spPr>
              <a:xfrm>
                <a:off x="4477035" y="4246149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812"/>
                    </a:cubicBezTo>
                    <a:cubicBezTo>
                      <a:pt x="0" y="800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812"/>
                    </a:cubicBezTo>
                    <a:cubicBezTo>
                      <a:pt x="35433" y="27718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1" name="Google Shape;4941;p32"/>
              <p:cNvSpPr/>
              <p:nvPr/>
            </p:nvSpPr>
            <p:spPr>
              <a:xfrm>
                <a:off x="4558855" y="4165186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0" y="0"/>
                      <a:pt x="34671" y="7810"/>
                      <a:pt x="34671" y="17335"/>
                    </a:cubicBezTo>
                    <a:cubicBezTo>
                      <a:pt x="34671" y="26860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2" name="Google Shape;4942;p32"/>
              <p:cNvSpPr/>
              <p:nvPr/>
            </p:nvSpPr>
            <p:spPr>
              <a:xfrm>
                <a:off x="4640675" y="4084128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3" name="Google Shape;4943;p32"/>
              <p:cNvSpPr/>
              <p:nvPr/>
            </p:nvSpPr>
            <p:spPr>
              <a:xfrm>
                <a:off x="4722495" y="4003071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4" name="Google Shape;4944;p32"/>
              <p:cNvSpPr/>
              <p:nvPr/>
            </p:nvSpPr>
            <p:spPr>
              <a:xfrm>
                <a:off x="4804314" y="3922013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192" y="32385"/>
                    </a:moveTo>
                    <a:cubicBezTo>
                      <a:pt x="7239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192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5" name="Google Shape;4945;p32"/>
              <p:cNvSpPr/>
              <p:nvPr/>
            </p:nvSpPr>
            <p:spPr>
              <a:xfrm>
                <a:off x="4886134" y="3841146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6" name="Google Shape;4946;p32"/>
              <p:cNvSpPr/>
              <p:nvPr/>
            </p:nvSpPr>
            <p:spPr>
              <a:xfrm>
                <a:off x="4967954" y="3760088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7" name="Google Shape;4947;p32"/>
              <p:cNvSpPr/>
              <p:nvPr/>
            </p:nvSpPr>
            <p:spPr>
              <a:xfrm>
                <a:off x="5049774" y="3679030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8" name="Google Shape;4948;p32"/>
              <p:cNvSpPr/>
              <p:nvPr/>
            </p:nvSpPr>
            <p:spPr>
              <a:xfrm>
                <a:off x="5131593" y="3597972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9" name="Google Shape;4949;p32"/>
              <p:cNvSpPr/>
              <p:nvPr/>
            </p:nvSpPr>
            <p:spPr>
              <a:xfrm>
                <a:off x="5213508" y="3517105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0" name="Google Shape;4950;p32"/>
              <p:cNvSpPr/>
              <p:nvPr/>
            </p:nvSpPr>
            <p:spPr>
              <a:xfrm>
                <a:off x="5295233" y="3436048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1" name="Google Shape;4951;p32"/>
              <p:cNvSpPr/>
              <p:nvPr/>
            </p:nvSpPr>
            <p:spPr>
              <a:xfrm>
                <a:off x="5377053" y="3354990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2" name="Google Shape;4952;p32"/>
              <p:cNvSpPr/>
              <p:nvPr/>
            </p:nvSpPr>
            <p:spPr>
              <a:xfrm>
                <a:off x="5458872" y="3273932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3" name="Google Shape;4953;p32"/>
              <p:cNvSpPr/>
              <p:nvPr/>
            </p:nvSpPr>
            <p:spPr>
              <a:xfrm>
                <a:off x="5540787" y="3193065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4" name="Google Shape;4954;p32"/>
              <p:cNvSpPr/>
              <p:nvPr/>
            </p:nvSpPr>
            <p:spPr>
              <a:xfrm>
                <a:off x="5622607" y="3112007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5" name="Google Shape;4955;p32"/>
              <p:cNvSpPr/>
              <p:nvPr/>
            </p:nvSpPr>
            <p:spPr>
              <a:xfrm>
                <a:off x="5704332" y="3030949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6" name="Google Shape;4956;p32"/>
              <p:cNvSpPr/>
              <p:nvPr/>
            </p:nvSpPr>
            <p:spPr>
              <a:xfrm>
                <a:off x="5786151" y="2949891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7" name="Google Shape;4957;p32"/>
              <p:cNvSpPr/>
              <p:nvPr/>
            </p:nvSpPr>
            <p:spPr>
              <a:xfrm>
                <a:off x="5868066" y="2869024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8" name="Google Shape;4958;p32"/>
              <p:cNvSpPr/>
              <p:nvPr/>
            </p:nvSpPr>
            <p:spPr>
              <a:xfrm>
                <a:off x="5949886" y="2787966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9" name="Google Shape;4959;p32"/>
              <p:cNvSpPr/>
              <p:nvPr/>
            </p:nvSpPr>
            <p:spPr>
              <a:xfrm>
                <a:off x="6031706" y="2706909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0" name="Google Shape;4960;p32"/>
              <p:cNvSpPr/>
              <p:nvPr/>
            </p:nvSpPr>
            <p:spPr>
              <a:xfrm>
                <a:off x="6113430" y="2625851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286" y="0"/>
                      <a:pt x="9716" y="0"/>
                    </a:cubicBezTo>
                    <a:cubicBezTo>
                      <a:pt x="15145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1" name="Google Shape;4961;p32"/>
              <p:cNvSpPr/>
              <p:nvPr/>
            </p:nvSpPr>
            <p:spPr>
              <a:xfrm>
                <a:off x="6195345" y="2544889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2" name="Google Shape;4962;p32"/>
              <p:cNvSpPr/>
              <p:nvPr/>
            </p:nvSpPr>
            <p:spPr>
              <a:xfrm>
                <a:off x="6277165" y="2463926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1"/>
                      <a:pt x="4001" y="0"/>
                      <a:pt x="8858" y="0"/>
                    </a:cubicBezTo>
                    <a:cubicBezTo>
                      <a:pt x="13716" y="0"/>
                      <a:pt x="17717" y="4001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3" name="Google Shape;4963;p32"/>
              <p:cNvSpPr/>
              <p:nvPr/>
            </p:nvSpPr>
            <p:spPr>
              <a:xfrm>
                <a:off x="6358985" y="2382773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5" y="3810"/>
                      <a:pt x="16955" y="8477"/>
                    </a:cubicBezTo>
                    <a:cubicBezTo>
                      <a:pt x="16955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4" name="Google Shape;4964;p32"/>
              <p:cNvSpPr/>
              <p:nvPr/>
            </p:nvSpPr>
            <p:spPr>
              <a:xfrm>
                <a:off x="6440805" y="2301715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5" name="Google Shape;4965;p32"/>
              <p:cNvSpPr/>
              <p:nvPr/>
            </p:nvSpPr>
            <p:spPr>
              <a:xfrm>
                <a:off x="6522529" y="2220753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6" name="Google Shape;4966;p32"/>
              <p:cNvSpPr/>
              <p:nvPr/>
            </p:nvSpPr>
            <p:spPr>
              <a:xfrm>
                <a:off x="6604444" y="2139790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7" name="Google Shape;4967;p32"/>
              <p:cNvSpPr/>
              <p:nvPr/>
            </p:nvSpPr>
            <p:spPr>
              <a:xfrm>
                <a:off x="6686264" y="2058732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8" name="Google Shape;4968;p32"/>
              <p:cNvSpPr/>
              <p:nvPr/>
            </p:nvSpPr>
            <p:spPr>
              <a:xfrm>
                <a:off x="6768083" y="1977675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9" name="Google Shape;4969;p32"/>
              <p:cNvSpPr/>
              <p:nvPr/>
            </p:nvSpPr>
            <p:spPr>
              <a:xfrm>
                <a:off x="6849903" y="1896617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0" name="Google Shape;4970;p32"/>
              <p:cNvSpPr/>
              <p:nvPr/>
            </p:nvSpPr>
            <p:spPr>
              <a:xfrm>
                <a:off x="6931723" y="1815750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1" name="Google Shape;4971;p32"/>
              <p:cNvSpPr/>
              <p:nvPr/>
            </p:nvSpPr>
            <p:spPr>
              <a:xfrm>
                <a:off x="7013543" y="1734692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2" name="Google Shape;4972;p32"/>
              <p:cNvSpPr/>
              <p:nvPr/>
            </p:nvSpPr>
            <p:spPr>
              <a:xfrm>
                <a:off x="7095363" y="1653634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3" name="Google Shape;4973;p32"/>
              <p:cNvSpPr/>
              <p:nvPr/>
            </p:nvSpPr>
            <p:spPr>
              <a:xfrm>
                <a:off x="7177182" y="157257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4" name="Google Shape;4974;p32"/>
              <p:cNvSpPr/>
              <p:nvPr/>
            </p:nvSpPr>
            <p:spPr>
              <a:xfrm>
                <a:off x="7259002" y="1491709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5" name="Google Shape;4975;p32"/>
              <p:cNvSpPr/>
              <p:nvPr/>
            </p:nvSpPr>
            <p:spPr>
              <a:xfrm>
                <a:off x="7340822" y="1410652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6" name="Google Shape;4976;p32"/>
              <p:cNvSpPr/>
              <p:nvPr/>
            </p:nvSpPr>
            <p:spPr>
              <a:xfrm>
                <a:off x="7422641" y="1329594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7" name="Google Shape;4977;p32"/>
              <p:cNvSpPr/>
              <p:nvPr/>
            </p:nvSpPr>
            <p:spPr>
              <a:xfrm>
                <a:off x="7504461" y="1248536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8" name="Google Shape;4978;p32"/>
              <p:cNvSpPr/>
              <p:nvPr/>
            </p:nvSpPr>
            <p:spPr>
              <a:xfrm>
                <a:off x="7586376" y="1167669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79" name="Google Shape;4979;p32"/>
            <p:cNvGrpSpPr/>
            <p:nvPr/>
          </p:nvGrpSpPr>
          <p:grpSpPr>
            <a:xfrm>
              <a:off x="3829145" y="1173384"/>
              <a:ext cx="3605878" cy="3605973"/>
              <a:chOff x="3829145" y="1173384"/>
              <a:chExt cx="3605878" cy="3605973"/>
            </a:xfrm>
          </p:grpSpPr>
          <p:sp>
            <p:nvSpPr>
              <p:cNvPr id="4980" name="Google Shape;4980;p32"/>
              <p:cNvSpPr/>
              <p:nvPr/>
            </p:nvSpPr>
            <p:spPr>
              <a:xfrm>
                <a:off x="3829145" y="4738210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1" name="Google Shape;4981;p32"/>
              <p:cNvSpPr/>
              <p:nvPr/>
            </p:nvSpPr>
            <p:spPr>
              <a:xfrm>
                <a:off x="3910965" y="4657153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2" name="Google Shape;4982;p32"/>
              <p:cNvSpPr/>
              <p:nvPr/>
            </p:nvSpPr>
            <p:spPr>
              <a:xfrm>
                <a:off x="3992689" y="4576095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3" name="Google Shape;4983;p32"/>
              <p:cNvSpPr/>
              <p:nvPr/>
            </p:nvSpPr>
            <p:spPr>
              <a:xfrm>
                <a:off x="4074604" y="4495228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4" name="Google Shape;4984;p32"/>
              <p:cNvSpPr/>
              <p:nvPr/>
            </p:nvSpPr>
            <p:spPr>
              <a:xfrm>
                <a:off x="4156424" y="4414170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5" name="Google Shape;4985;p32"/>
              <p:cNvSpPr/>
              <p:nvPr/>
            </p:nvSpPr>
            <p:spPr>
              <a:xfrm>
                <a:off x="4238243" y="4333017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6" name="Google Shape;4986;p32"/>
              <p:cNvSpPr/>
              <p:nvPr/>
            </p:nvSpPr>
            <p:spPr>
              <a:xfrm>
                <a:off x="4320063" y="4251959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7" name="Google Shape;4987;p32"/>
              <p:cNvSpPr/>
              <p:nvPr/>
            </p:nvSpPr>
            <p:spPr>
              <a:xfrm>
                <a:off x="4401883" y="4171092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8" name="Google Shape;4988;p32"/>
              <p:cNvSpPr/>
              <p:nvPr/>
            </p:nvSpPr>
            <p:spPr>
              <a:xfrm>
                <a:off x="4483703" y="4090034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9" name="Google Shape;4989;p32"/>
              <p:cNvSpPr/>
              <p:nvPr/>
            </p:nvSpPr>
            <p:spPr>
              <a:xfrm>
                <a:off x="4565522" y="4008976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0" name="Google Shape;4990;p32"/>
              <p:cNvSpPr/>
              <p:nvPr/>
            </p:nvSpPr>
            <p:spPr>
              <a:xfrm>
                <a:off x="4647342" y="3927919"/>
                <a:ext cx="33146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6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1" name="Google Shape;4991;p32"/>
              <p:cNvSpPr/>
              <p:nvPr/>
            </p:nvSpPr>
            <p:spPr>
              <a:xfrm>
                <a:off x="4729257" y="3846956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4" y="7239"/>
                      <a:pt x="32194" y="16097"/>
                    </a:cubicBezTo>
                    <a:cubicBezTo>
                      <a:pt x="32194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2" name="Google Shape;4992;p32"/>
              <p:cNvSpPr/>
              <p:nvPr/>
            </p:nvSpPr>
            <p:spPr>
              <a:xfrm>
                <a:off x="4810982" y="3765994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3" name="Google Shape;4993;p32"/>
              <p:cNvSpPr/>
              <p:nvPr/>
            </p:nvSpPr>
            <p:spPr>
              <a:xfrm>
                <a:off x="4892802" y="3684936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4" name="Google Shape;4994;p32"/>
              <p:cNvSpPr/>
              <p:nvPr/>
            </p:nvSpPr>
            <p:spPr>
              <a:xfrm>
                <a:off x="4974621" y="3603878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8" y="29909"/>
                      <a:pt x="0" y="23241"/>
                      <a:pt x="0" y="14954"/>
                    </a:cubicBezTo>
                    <a:cubicBezTo>
                      <a:pt x="0" y="6668"/>
                      <a:pt x="6668" y="0"/>
                      <a:pt x="14954" y="0"/>
                    </a:cubicBezTo>
                    <a:cubicBezTo>
                      <a:pt x="23241" y="0"/>
                      <a:pt x="29909" y="6668"/>
                      <a:pt x="29909" y="14954"/>
                    </a:cubicBezTo>
                    <a:cubicBezTo>
                      <a:pt x="29909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5" name="Google Shape;4995;p32"/>
              <p:cNvSpPr/>
              <p:nvPr/>
            </p:nvSpPr>
            <p:spPr>
              <a:xfrm>
                <a:off x="5056441" y="3522916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6" name="Google Shape;4996;p32"/>
              <p:cNvSpPr/>
              <p:nvPr/>
            </p:nvSpPr>
            <p:spPr>
              <a:xfrm>
                <a:off x="5138356" y="3441953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7" name="Google Shape;4997;p32"/>
              <p:cNvSpPr/>
              <p:nvPr/>
            </p:nvSpPr>
            <p:spPr>
              <a:xfrm>
                <a:off x="5220080" y="3360895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8" name="Google Shape;4998;p32"/>
              <p:cNvSpPr/>
              <p:nvPr/>
            </p:nvSpPr>
            <p:spPr>
              <a:xfrm>
                <a:off x="5301900" y="3279837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9" name="Google Shape;4999;p32"/>
              <p:cNvSpPr/>
              <p:nvPr/>
            </p:nvSpPr>
            <p:spPr>
              <a:xfrm>
                <a:off x="5383720" y="3198780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0" name="Google Shape;5000;p32"/>
              <p:cNvSpPr/>
              <p:nvPr/>
            </p:nvSpPr>
            <p:spPr>
              <a:xfrm>
                <a:off x="5465635" y="3117912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1" name="Google Shape;5001;p32"/>
              <p:cNvSpPr/>
              <p:nvPr/>
            </p:nvSpPr>
            <p:spPr>
              <a:xfrm>
                <a:off x="5547455" y="3036855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2" name="Google Shape;5002;p32"/>
              <p:cNvSpPr/>
              <p:nvPr/>
            </p:nvSpPr>
            <p:spPr>
              <a:xfrm>
                <a:off x="5629179" y="2955797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3" name="Google Shape;5003;p32"/>
              <p:cNvSpPr/>
              <p:nvPr/>
            </p:nvSpPr>
            <p:spPr>
              <a:xfrm>
                <a:off x="5710999" y="2874739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4" name="Google Shape;5004;p32"/>
              <p:cNvSpPr/>
              <p:nvPr/>
            </p:nvSpPr>
            <p:spPr>
              <a:xfrm>
                <a:off x="5792914" y="2793872"/>
                <a:ext cx="21717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6" extrusionOk="0">
                    <a:moveTo>
                      <a:pt x="10859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9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9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5" name="Google Shape;5005;p32"/>
              <p:cNvSpPr/>
              <p:nvPr/>
            </p:nvSpPr>
            <p:spPr>
              <a:xfrm>
                <a:off x="5874734" y="2712814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6" name="Google Shape;5006;p32"/>
              <p:cNvSpPr/>
              <p:nvPr/>
            </p:nvSpPr>
            <p:spPr>
              <a:xfrm>
                <a:off x="5956554" y="2631757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7" name="Google Shape;5007;p32"/>
              <p:cNvSpPr/>
              <p:nvPr/>
            </p:nvSpPr>
            <p:spPr>
              <a:xfrm>
                <a:off x="6038278" y="2550699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8" name="Google Shape;5008;p32"/>
              <p:cNvSpPr/>
              <p:nvPr/>
            </p:nvSpPr>
            <p:spPr>
              <a:xfrm>
                <a:off x="6120193" y="2469832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9" name="Google Shape;5009;p32"/>
              <p:cNvSpPr/>
              <p:nvPr/>
            </p:nvSpPr>
            <p:spPr>
              <a:xfrm>
                <a:off x="6202013" y="238867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0" name="Google Shape;5010;p32"/>
              <p:cNvSpPr/>
              <p:nvPr/>
            </p:nvSpPr>
            <p:spPr>
              <a:xfrm>
                <a:off x="6283833" y="2307716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1" name="Google Shape;5011;p32"/>
              <p:cNvSpPr/>
              <p:nvPr/>
            </p:nvSpPr>
            <p:spPr>
              <a:xfrm>
                <a:off x="6365652" y="2226658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2" name="Google Shape;5012;p32"/>
              <p:cNvSpPr/>
              <p:nvPr/>
            </p:nvSpPr>
            <p:spPr>
              <a:xfrm>
                <a:off x="6447377" y="2145601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1" y="0"/>
                      <a:pt x="15430" y="3429"/>
                      <a:pt x="15430" y="7715"/>
                    </a:cubicBezTo>
                    <a:cubicBezTo>
                      <a:pt x="15430" y="12001"/>
                      <a:pt x="12001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3" name="Google Shape;5013;p32"/>
              <p:cNvSpPr/>
              <p:nvPr/>
            </p:nvSpPr>
            <p:spPr>
              <a:xfrm>
                <a:off x="6529292" y="2064638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4" name="Google Shape;5014;p32"/>
              <p:cNvSpPr/>
              <p:nvPr/>
            </p:nvSpPr>
            <p:spPr>
              <a:xfrm>
                <a:off x="6611111" y="1983580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5" name="Google Shape;5015;p32"/>
              <p:cNvSpPr/>
              <p:nvPr/>
            </p:nvSpPr>
            <p:spPr>
              <a:xfrm>
                <a:off x="6692931" y="190252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6" name="Google Shape;5016;p32"/>
              <p:cNvSpPr/>
              <p:nvPr/>
            </p:nvSpPr>
            <p:spPr>
              <a:xfrm>
                <a:off x="6774751" y="1821465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7" name="Google Shape;5017;p32"/>
              <p:cNvSpPr/>
              <p:nvPr/>
            </p:nvSpPr>
            <p:spPr>
              <a:xfrm>
                <a:off x="6856571" y="1740598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6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8" name="Google Shape;5018;p32"/>
              <p:cNvSpPr/>
              <p:nvPr/>
            </p:nvSpPr>
            <p:spPr>
              <a:xfrm>
                <a:off x="6938391" y="1659540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9" name="Google Shape;5019;p32"/>
              <p:cNvSpPr/>
              <p:nvPr/>
            </p:nvSpPr>
            <p:spPr>
              <a:xfrm>
                <a:off x="7020210" y="1578482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0" name="Google Shape;5020;p32"/>
              <p:cNvSpPr/>
              <p:nvPr/>
            </p:nvSpPr>
            <p:spPr>
              <a:xfrm>
                <a:off x="7102030" y="1497424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1" name="Google Shape;5021;p32"/>
              <p:cNvSpPr/>
              <p:nvPr/>
            </p:nvSpPr>
            <p:spPr>
              <a:xfrm>
                <a:off x="7183945" y="1416557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2" name="Google Shape;5022;p32"/>
              <p:cNvSpPr/>
              <p:nvPr/>
            </p:nvSpPr>
            <p:spPr>
              <a:xfrm>
                <a:off x="7265669" y="1335499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3" name="Google Shape;5023;p32"/>
              <p:cNvSpPr/>
              <p:nvPr/>
            </p:nvSpPr>
            <p:spPr>
              <a:xfrm>
                <a:off x="7347489" y="1254441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4" name="Google Shape;5024;p32"/>
              <p:cNvSpPr/>
              <p:nvPr/>
            </p:nvSpPr>
            <p:spPr>
              <a:xfrm>
                <a:off x="7429309" y="1173384"/>
                <a:ext cx="5714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25" name="Google Shape;5025;p32"/>
            <p:cNvGrpSpPr/>
            <p:nvPr/>
          </p:nvGrpSpPr>
          <p:grpSpPr>
            <a:xfrm>
              <a:off x="3835812" y="1179289"/>
              <a:ext cx="3443001" cy="3443097"/>
              <a:chOff x="3835812" y="1179289"/>
              <a:chExt cx="3443001" cy="3443097"/>
            </a:xfrm>
          </p:grpSpPr>
          <p:sp>
            <p:nvSpPr>
              <p:cNvPr id="5026" name="Google Shape;5026;p32"/>
              <p:cNvSpPr/>
              <p:nvPr/>
            </p:nvSpPr>
            <p:spPr>
              <a:xfrm>
                <a:off x="3835812" y="4582000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7" name="Google Shape;5027;p32"/>
              <p:cNvSpPr/>
              <p:nvPr/>
            </p:nvSpPr>
            <p:spPr>
              <a:xfrm>
                <a:off x="3917632" y="4500943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8" name="Google Shape;5028;p32"/>
              <p:cNvSpPr/>
              <p:nvPr/>
            </p:nvSpPr>
            <p:spPr>
              <a:xfrm>
                <a:off x="3999452" y="442007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9" name="Google Shape;5029;p32"/>
              <p:cNvSpPr/>
              <p:nvPr/>
            </p:nvSpPr>
            <p:spPr>
              <a:xfrm>
                <a:off x="4081271" y="433901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0" name="Google Shape;5030;p32"/>
              <p:cNvSpPr/>
              <p:nvPr/>
            </p:nvSpPr>
            <p:spPr>
              <a:xfrm>
                <a:off x="4163091" y="4257864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1" name="Google Shape;5031;p32"/>
              <p:cNvSpPr/>
              <p:nvPr/>
            </p:nvSpPr>
            <p:spPr>
              <a:xfrm>
                <a:off x="4244911" y="417680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2" name="Google Shape;5032;p32"/>
              <p:cNvSpPr/>
              <p:nvPr/>
            </p:nvSpPr>
            <p:spPr>
              <a:xfrm>
                <a:off x="4326826" y="4095939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7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3" name="Google Shape;5033;p32"/>
              <p:cNvSpPr/>
              <p:nvPr/>
            </p:nvSpPr>
            <p:spPr>
              <a:xfrm>
                <a:off x="4408551" y="4014882"/>
                <a:ext cx="34671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1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1" y="0"/>
                      <a:pt x="34671" y="7810"/>
                      <a:pt x="34671" y="17335"/>
                    </a:cubicBezTo>
                    <a:cubicBezTo>
                      <a:pt x="34671" y="26860"/>
                      <a:pt x="26861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4" name="Google Shape;5034;p32"/>
              <p:cNvSpPr/>
              <p:nvPr/>
            </p:nvSpPr>
            <p:spPr>
              <a:xfrm>
                <a:off x="4490370" y="3933824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5" name="Google Shape;5035;p32"/>
              <p:cNvSpPr/>
              <p:nvPr/>
            </p:nvSpPr>
            <p:spPr>
              <a:xfrm>
                <a:off x="4572190" y="3852862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6" name="Google Shape;5036;p32"/>
              <p:cNvSpPr/>
              <p:nvPr/>
            </p:nvSpPr>
            <p:spPr>
              <a:xfrm>
                <a:off x="4654010" y="3771804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7" name="Google Shape;5037;p32"/>
              <p:cNvSpPr/>
              <p:nvPr/>
            </p:nvSpPr>
            <p:spPr>
              <a:xfrm>
                <a:off x="4735829" y="3690841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8" name="Google Shape;5038;p32"/>
              <p:cNvSpPr/>
              <p:nvPr/>
            </p:nvSpPr>
            <p:spPr>
              <a:xfrm>
                <a:off x="4817649" y="3609784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9" name="Google Shape;5039;p32"/>
              <p:cNvSpPr/>
              <p:nvPr/>
            </p:nvSpPr>
            <p:spPr>
              <a:xfrm>
                <a:off x="4899469" y="3528726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0" name="Google Shape;5040;p32"/>
              <p:cNvSpPr/>
              <p:nvPr/>
            </p:nvSpPr>
            <p:spPr>
              <a:xfrm>
                <a:off x="4981289" y="3447668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69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69"/>
                      <a:pt x="22669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1" name="Google Shape;5041;p32"/>
              <p:cNvSpPr/>
              <p:nvPr/>
            </p:nvSpPr>
            <p:spPr>
              <a:xfrm>
                <a:off x="5063204" y="3366801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2" name="Google Shape;5042;p32"/>
              <p:cNvSpPr/>
              <p:nvPr/>
            </p:nvSpPr>
            <p:spPr>
              <a:xfrm>
                <a:off x="5144928" y="3285743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3" name="Google Shape;5043;p32"/>
              <p:cNvSpPr/>
              <p:nvPr/>
            </p:nvSpPr>
            <p:spPr>
              <a:xfrm>
                <a:off x="5226748" y="3204685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4" name="Google Shape;5044;p32"/>
              <p:cNvSpPr/>
              <p:nvPr/>
            </p:nvSpPr>
            <p:spPr>
              <a:xfrm>
                <a:off x="5308568" y="3123628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5" name="Google Shape;5045;p32"/>
              <p:cNvSpPr/>
              <p:nvPr/>
            </p:nvSpPr>
            <p:spPr>
              <a:xfrm>
                <a:off x="5390483" y="3042760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6" name="Google Shape;5046;p32"/>
              <p:cNvSpPr/>
              <p:nvPr/>
            </p:nvSpPr>
            <p:spPr>
              <a:xfrm>
                <a:off x="5472303" y="296170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7" name="Google Shape;5047;p32"/>
              <p:cNvSpPr/>
              <p:nvPr/>
            </p:nvSpPr>
            <p:spPr>
              <a:xfrm>
                <a:off x="5554027" y="288064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8" name="Google Shape;5048;p32"/>
              <p:cNvSpPr/>
              <p:nvPr/>
            </p:nvSpPr>
            <p:spPr>
              <a:xfrm>
                <a:off x="5635847" y="279958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9" name="Google Shape;5049;p32"/>
              <p:cNvSpPr/>
              <p:nvPr/>
            </p:nvSpPr>
            <p:spPr>
              <a:xfrm>
                <a:off x="5717762" y="2718720"/>
                <a:ext cx="21717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9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9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0" name="Google Shape;5050;p32"/>
              <p:cNvSpPr/>
              <p:nvPr/>
            </p:nvSpPr>
            <p:spPr>
              <a:xfrm>
                <a:off x="5799582" y="263766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1" name="Google Shape;5051;p32"/>
              <p:cNvSpPr/>
              <p:nvPr/>
            </p:nvSpPr>
            <p:spPr>
              <a:xfrm>
                <a:off x="5881401" y="2556604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2" name="Google Shape;5052;p32"/>
              <p:cNvSpPr/>
              <p:nvPr/>
            </p:nvSpPr>
            <p:spPr>
              <a:xfrm>
                <a:off x="5963126" y="2475546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3" name="Google Shape;5053;p32"/>
              <p:cNvSpPr/>
              <p:nvPr/>
            </p:nvSpPr>
            <p:spPr>
              <a:xfrm>
                <a:off x="6045041" y="2394584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4" name="Google Shape;5054;p32"/>
              <p:cNvSpPr/>
              <p:nvPr/>
            </p:nvSpPr>
            <p:spPr>
              <a:xfrm>
                <a:off x="6126861" y="231362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0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5" name="Google Shape;5055;p32"/>
              <p:cNvSpPr/>
              <p:nvPr/>
            </p:nvSpPr>
            <p:spPr>
              <a:xfrm>
                <a:off x="6208680" y="223256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6" name="Google Shape;5056;p32"/>
              <p:cNvSpPr/>
              <p:nvPr/>
            </p:nvSpPr>
            <p:spPr>
              <a:xfrm>
                <a:off x="6290500" y="2151506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19" y="16193"/>
                      <a:pt x="0" y="12573"/>
                      <a:pt x="0" y="8096"/>
                    </a:cubicBezTo>
                    <a:cubicBezTo>
                      <a:pt x="0" y="3620"/>
                      <a:pt x="3619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7" name="Google Shape;5057;p32"/>
              <p:cNvSpPr/>
              <p:nvPr/>
            </p:nvSpPr>
            <p:spPr>
              <a:xfrm>
                <a:off x="6372225" y="2070448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8" name="Google Shape;5058;p32"/>
              <p:cNvSpPr/>
              <p:nvPr/>
            </p:nvSpPr>
            <p:spPr>
              <a:xfrm>
                <a:off x="6454140" y="1989581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9" name="Google Shape;5059;p32"/>
              <p:cNvSpPr/>
              <p:nvPr/>
            </p:nvSpPr>
            <p:spPr>
              <a:xfrm>
                <a:off x="6535959" y="1908428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0" name="Google Shape;5060;p32"/>
              <p:cNvSpPr/>
              <p:nvPr/>
            </p:nvSpPr>
            <p:spPr>
              <a:xfrm>
                <a:off x="6617779" y="1827370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1" name="Google Shape;5061;p32"/>
              <p:cNvSpPr/>
              <p:nvPr/>
            </p:nvSpPr>
            <p:spPr>
              <a:xfrm>
                <a:off x="6699599" y="1746313"/>
                <a:ext cx="12191" cy="12192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2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2" name="Google Shape;5062;p32"/>
              <p:cNvSpPr/>
              <p:nvPr/>
            </p:nvSpPr>
            <p:spPr>
              <a:xfrm>
                <a:off x="6781418" y="1665445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3" name="Google Shape;5063;p32"/>
              <p:cNvSpPr/>
              <p:nvPr/>
            </p:nvSpPr>
            <p:spPr>
              <a:xfrm>
                <a:off x="6863238" y="1584388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4" name="Google Shape;5064;p32"/>
              <p:cNvSpPr/>
              <p:nvPr/>
            </p:nvSpPr>
            <p:spPr>
              <a:xfrm>
                <a:off x="6945058" y="1503330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5" name="Google Shape;5065;p32"/>
              <p:cNvSpPr/>
              <p:nvPr/>
            </p:nvSpPr>
            <p:spPr>
              <a:xfrm>
                <a:off x="7026878" y="1422272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6" name="Google Shape;5066;p32"/>
              <p:cNvSpPr/>
              <p:nvPr/>
            </p:nvSpPr>
            <p:spPr>
              <a:xfrm>
                <a:off x="7108793" y="1341405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7" name="Google Shape;5067;p32"/>
              <p:cNvSpPr/>
              <p:nvPr/>
            </p:nvSpPr>
            <p:spPr>
              <a:xfrm>
                <a:off x="7190517" y="1260347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8" name="Google Shape;5068;p32"/>
              <p:cNvSpPr/>
              <p:nvPr/>
            </p:nvSpPr>
            <p:spPr>
              <a:xfrm>
                <a:off x="7272337" y="1179289"/>
                <a:ext cx="6476" cy="6476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6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69" name="Google Shape;5069;p32"/>
            <p:cNvGrpSpPr/>
            <p:nvPr/>
          </p:nvGrpSpPr>
          <p:grpSpPr>
            <a:xfrm>
              <a:off x="3842480" y="1185195"/>
              <a:ext cx="3280124" cy="3280218"/>
              <a:chOff x="3842480" y="1185195"/>
              <a:chExt cx="3280124" cy="3280218"/>
            </a:xfrm>
          </p:grpSpPr>
          <p:sp>
            <p:nvSpPr>
              <p:cNvPr id="5070" name="Google Shape;5070;p32"/>
              <p:cNvSpPr/>
              <p:nvPr/>
            </p:nvSpPr>
            <p:spPr>
              <a:xfrm>
                <a:off x="3842480" y="4425790"/>
                <a:ext cx="39624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3" extrusionOk="0">
                    <a:moveTo>
                      <a:pt x="39624" y="19812"/>
                    </a:moveTo>
                    <a:cubicBezTo>
                      <a:pt x="39624" y="30754"/>
                      <a:pt x="30754" y="39624"/>
                      <a:pt x="19812" y="39624"/>
                    </a:cubicBezTo>
                    <a:cubicBezTo>
                      <a:pt x="8870" y="39624"/>
                      <a:pt x="0" y="30754"/>
                      <a:pt x="0" y="19812"/>
                    </a:cubicBezTo>
                    <a:cubicBezTo>
                      <a:pt x="0" y="8870"/>
                      <a:pt x="8870" y="0"/>
                      <a:pt x="19812" y="0"/>
                    </a:cubicBezTo>
                    <a:cubicBezTo>
                      <a:pt x="30754" y="0"/>
                      <a:pt x="39624" y="8870"/>
                      <a:pt x="39624" y="198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1" name="Google Shape;5071;p32"/>
              <p:cNvSpPr/>
              <p:nvPr/>
            </p:nvSpPr>
            <p:spPr>
              <a:xfrm>
                <a:off x="3924300" y="4344923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2" name="Google Shape;5072;p32"/>
              <p:cNvSpPr/>
              <p:nvPr/>
            </p:nvSpPr>
            <p:spPr>
              <a:xfrm>
                <a:off x="4006119" y="4263865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3" name="Google Shape;5073;p32"/>
              <p:cNvSpPr/>
              <p:nvPr/>
            </p:nvSpPr>
            <p:spPr>
              <a:xfrm>
                <a:off x="4087939" y="418280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4" name="Google Shape;5074;p32"/>
              <p:cNvSpPr/>
              <p:nvPr/>
            </p:nvSpPr>
            <p:spPr>
              <a:xfrm>
                <a:off x="4169759" y="410175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5" name="Google Shape;5075;p32"/>
              <p:cNvSpPr/>
              <p:nvPr/>
            </p:nvSpPr>
            <p:spPr>
              <a:xfrm>
                <a:off x="4251674" y="4020787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6" name="Google Shape;5076;p32"/>
              <p:cNvSpPr/>
              <p:nvPr/>
            </p:nvSpPr>
            <p:spPr>
              <a:xfrm>
                <a:off x="4333398" y="3939729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7" name="Google Shape;5077;p32"/>
              <p:cNvSpPr/>
              <p:nvPr/>
            </p:nvSpPr>
            <p:spPr>
              <a:xfrm>
                <a:off x="4415218" y="3858672"/>
                <a:ext cx="33908" cy="33909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9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5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5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8" name="Google Shape;5078;p32"/>
              <p:cNvSpPr/>
              <p:nvPr/>
            </p:nvSpPr>
            <p:spPr>
              <a:xfrm>
                <a:off x="4497038" y="3777709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9" name="Google Shape;5079;p32"/>
              <p:cNvSpPr/>
              <p:nvPr/>
            </p:nvSpPr>
            <p:spPr>
              <a:xfrm rot="-5391406">
                <a:off x="4578878" y="3696629"/>
                <a:ext cx="32385" cy="32385"/>
              </a:xfrm>
              <a:custGeom>
                <a:avLst/>
                <a:gdLst/>
                <a:ahLst/>
                <a:cxnLst/>
                <a:rect l="l" t="t" r="r" b="b"/>
                <a:pathLst>
                  <a:path w="32385" h="32385" extrusionOk="0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49"/>
                      <a:pt x="32385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0" name="Google Shape;5080;p32"/>
              <p:cNvSpPr/>
              <p:nvPr/>
            </p:nvSpPr>
            <p:spPr>
              <a:xfrm>
                <a:off x="4660772" y="3615689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1" name="Google Shape;5081;p32"/>
              <p:cNvSpPr/>
              <p:nvPr/>
            </p:nvSpPr>
            <p:spPr>
              <a:xfrm>
                <a:off x="4742497" y="3534631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2" name="Google Shape;5082;p32"/>
              <p:cNvSpPr/>
              <p:nvPr/>
            </p:nvSpPr>
            <p:spPr>
              <a:xfrm>
                <a:off x="4824317" y="3453574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3" name="Google Shape;5083;p32"/>
              <p:cNvSpPr/>
              <p:nvPr/>
            </p:nvSpPr>
            <p:spPr>
              <a:xfrm>
                <a:off x="4906137" y="337261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4" name="Google Shape;5084;p32"/>
              <p:cNvSpPr/>
              <p:nvPr/>
            </p:nvSpPr>
            <p:spPr>
              <a:xfrm>
                <a:off x="4988052" y="3291649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8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5" name="Google Shape;5085;p32"/>
              <p:cNvSpPr/>
              <p:nvPr/>
            </p:nvSpPr>
            <p:spPr>
              <a:xfrm>
                <a:off x="5069871" y="3210591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6" name="Google Shape;5086;p32"/>
              <p:cNvSpPr/>
              <p:nvPr/>
            </p:nvSpPr>
            <p:spPr>
              <a:xfrm>
                <a:off x="5151596" y="3129533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7" name="Google Shape;5087;p32"/>
              <p:cNvSpPr/>
              <p:nvPr/>
            </p:nvSpPr>
            <p:spPr>
              <a:xfrm>
                <a:off x="5233416" y="3048475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8" name="Google Shape;5088;p32"/>
              <p:cNvSpPr/>
              <p:nvPr/>
            </p:nvSpPr>
            <p:spPr>
              <a:xfrm>
                <a:off x="5315330" y="2967608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9" name="Google Shape;5089;p32"/>
              <p:cNvSpPr/>
              <p:nvPr/>
            </p:nvSpPr>
            <p:spPr>
              <a:xfrm>
                <a:off x="5397150" y="2886550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0" name="Google Shape;5090;p32"/>
              <p:cNvSpPr/>
              <p:nvPr/>
            </p:nvSpPr>
            <p:spPr>
              <a:xfrm>
                <a:off x="5478970" y="280549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1" name="Google Shape;5091;p32"/>
              <p:cNvSpPr/>
              <p:nvPr/>
            </p:nvSpPr>
            <p:spPr>
              <a:xfrm>
                <a:off x="5560695" y="2724435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22669" y="11335"/>
                    </a:moveTo>
                    <a:cubicBezTo>
                      <a:pt x="22669" y="17595"/>
                      <a:pt x="17595" y="22670"/>
                      <a:pt x="11335" y="22670"/>
                    </a:cubicBezTo>
                    <a:cubicBezTo>
                      <a:pt x="5075" y="22670"/>
                      <a:pt x="0" y="17595"/>
                      <a:pt x="0" y="11335"/>
                    </a:cubicBezTo>
                    <a:cubicBezTo>
                      <a:pt x="0" y="5075"/>
                      <a:pt x="5075" y="0"/>
                      <a:pt x="11335" y="0"/>
                    </a:cubicBezTo>
                    <a:cubicBezTo>
                      <a:pt x="17595" y="0"/>
                      <a:pt x="22669" y="5075"/>
                      <a:pt x="22669" y="11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2" name="Google Shape;5092;p32"/>
              <p:cNvSpPr/>
              <p:nvPr/>
            </p:nvSpPr>
            <p:spPr>
              <a:xfrm>
                <a:off x="5642609" y="2643567"/>
                <a:ext cx="21716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3" name="Google Shape;5093;p32"/>
              <p:cNvSpPr/>
              <p:nvPr/>
            </p:nvSpPr>
            <p:spPr>
              <a:xfrm>
                <a:off x="5724429" y="256251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20955" y="10478"/>
                    </a:moveTo>
                    <a:cubicBezTo>
                      <a:pt x="20955" y="16264"/>
                      <a:pt x="16264" y="20955"/>
                      <a:pt x="10477" y="20955"/>
                    </a:cubicBezTo>
                    <a:cubicBezTo>
                      <a:pt x="4691" y="20955"/>
                      <a:pt x="0" y="16264"/>
                      <a:pt x="0" y="10478"/>
                    </a:cubicBezTo>
                    <a:cubicBezTo>
                      <a:pt x="0" y="4691"/>
                      <a:pt x="4691" y="0"/>
                      <a:pt x="10477" y="0"/>
                    </a:cubicBezTo>
                    <a:cubicBezTo>
                      <a:pt x="16264" y="0"/>
                      <a:pt x="20955" y="4691"/>
                      <a:pt x="20955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4" name="Google Shape;5094;p32"/>
              <p:cNvSpPr/>
              <p:nvPr/>
            </p:nvSpPr>
            <p:spPr>
              <a:xfrm>
                <a:off x="5806249" y="2481452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5" name="Google Shape;5095;p32"/>
              <p:cNvSpPr/>
              <p:nvPr/>
            </p:nvSpPr>
            <p:spPr>
              <a:xfrm>
                <a:off x="5888069" y="2400394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50"/>
                      <a:pt x="0" y="9716"/>
                    </a:cubicBezTo>
                    <a:cubicBezTo>
                      <a:pt x="0" y="4382"/>
                      <a:pt x="4382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6" name="Google Shape;5096;p32"/>
              <p:cNvSpPr/>
              <p:nvPr/>
            </p:nvSpPr>
            <p:spPr>
              <a:xfrm>
                <a:off x="5969888" y="2319527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7" name="Google Shape;5097;p32"/>
              <p:cNvSpPr/>
              <p:nvPr/>
            </p:nvSpPr>
            <p:spPr>
              <a:xfrm>
                <a:off x="6051708" y="223846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7"/>
                      <a:pt x="8858" y="17717"/>
                    </a:cubicBezTo>
                    <a:cubicBezTo>
                      <a:pt x="3966" y="17717"/>
                      <a:pt x="0" y="13751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8" name="Google Shape;5098;p32"/>
              <p:cNvSpPr/>
              <p:nvPr/>
            </p:nvSpPr>
            <p:spPr>
              <a:xfrm>
                <a:off x="6133528" y="215741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9" name="Google Shape;5099;p32"/>
              <p:cNvSpPr/>
              <p:nvPr/>
            </p:nvSpPr>
            <p:spPr>
              <a:xfrm>
                <a:off x="6215348" y="207635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0" name="Google Shape;5100;p32"/>
              <p:cNvSpPr/>
              <p:nvPr/>
            </p:nvSpPr>
            <p:spPr>
              <a:xfrm>
                <a:off x="6297167" y="1995296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1"/>
                      <a:pt x="12002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1" name="Google Shape;5101;p32"/>
              <p:cNvSpPr/>
              <p:nvPr/>
            </p:nvSpPr>
            <p:spPr>
              <a:xfrm>
                <a:off x="6378987" y="1914334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2" name="Google Shape;5102;p32"/>
              <p:cNvSpPr/>
              <p:nvPr/>
            </p:nvSpPr>
            <p:spPr>
              <a:xfrm>
                <a:off x="6460807" y="1833371"/>
                <a:ext cx="13716" cy="13715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5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3" name="Google Shape;5103;p32"/>
              <p:cNvSpPr/>
              <p:nvPr/>
            </p:nvSpPr>
            <p:spPr>
              <a:xfrm>
                <a:off x="6542627" y="1752313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4" name="Google Shape;5104;p32"/>
              <p:cNvSpPr/>
              <p:nvPr/>
            </p:nvSpPr>
            <p:spPr>
              <a:xfrm>
                <a:off x="6624447" y="1671160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5" name="Google Shape;5105;p32"/>
              <p:cNvSpPr/>
              <p:nvPr/>
            </p:nvSpPr>
            <p:spPr>
              <a:xfrm>
                <a:off x="6706361" y="1590293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6" name="Google Shape;5106;p32"/>
              <p:cNvSpPr/>
              <p:nvPr/>
            </p:nvSpPr>
            <p:spPr>
              <a:xfrm>
                <a:off x="6788086" y="1509235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7" name="Google Shape;5107;p32"/>
              <p:cNvSpPr/>
              <p:nvPr/>
            </p:nvSpPr>
            <p:spPr>
              <a:xfrm>
                <a:off x="6869906" y="1428178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5"/>
                    </a:moveTo>
                    <a:cubicBezTo>
                      <a:pt x="2191" y="9715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5"/>
                      <a:pt x="4858" y="9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8" name="Google Shape;5108;p32"/>
              <p:cNvSpPr/>
              <p:nvPr/>
            </p:nvSpPr>
            <p:spPr>
              <a:xfrm>
                <a:off x="6951725" y="1347120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9" name="Google Shape;5109;p32"/>
              <p:cNvSpPr/>
              <p:nvPr/>
            </p:nvSpPr>
            <p:spPr>
              <a:xfrm>
                <a:off x="7033641" y="126625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0" name="Google Shape;5110;p32"/>
              <p:cNvSpPr/>
              <p:nvPr/>
            </p:nvSpPr>
            <p:spPr>
              <a:xfrm>
                <a:off x="7115365" y="1185195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11" name="Google Shape;5111;p32"/>
            <p:cNvGrpSpPr/>
            <p:nvPr/>
          </p:nvGrpSpPr>
          <p:grpSpPr>
            <a:xfrm>
              <a:off x="3849147" y="1191100"/>
              <a:ext cx="3117342" cy="3117342"/>
              <a:chOff x="3849147" y="1191100"/>
              <a:chExt cx="3117342" cy="3117342"/>
            </a:xfrm>
          </p:grpSpPr>
          <p:sp>
            <p:nvSpPr>
              <p:cNvPr id="5112" name="Google Shape;5112;p32"/>
              <p:cNvSpPr/>
              <p:nvPr/>
            </p:nvSpPr>
            <p:spPr>
              <a:xfrm>
                <a:off x="3849147" y="426977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3" name="Google Shape;5113;p32"/>
              <p:cNvSpPr/>
              <p:nvPr/>
            </p:nvSpPr>
            <p:spPr>
              <a:xfrm>
                <a:off x="3930967" y="4188713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4" name="Google Shape;5114;p32"/>
              <p:cNvSpPr/>
              <p:nvPr/>
            </p:nvSpPr>
            <p:spPr>
              <a:xfrm>
                <a:off x="4012787" y="4107655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37148" y="18574"/>
                    </a:moveTo>
                    <a:cubicBezTo>
                      <a:pt x="37148" y="28832"/>
                      <a:pt x="28832" y="37148"/>
                      <a:pt x="18574" y="37148"/>
                    </a:cubicBezTo>
                    <a:cubicBezTo>
                      <a:pt x="8316" y="37148"/>
                      <a:pt x="0" y="28832"/>
                      <a:pt x="0" y="18574"/>
                    </a:cubicBezTo>
                    <a:cubicBezTo>
                      <a:pt x="0" y="8316"/>
                      <a:pt x="8316" y="0"/>
                      <a:pt x="18574" y="0"/>
                    </a:cubicBezTo>
                    <a:cubicBezTo>
                      <a:pt x="28832" y="0"/>
                      <a:pt x="37148" y="8316"/>
                      <a:pt x="37148" y="18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5" name="Google Shape;5115;p32"/>
              <p:cNvSpPr/>
              <p:nvPr/>
            </p:nvSpPr>
            <p:spPr>
              <a:xfrm>
                <a:off x="4094606" y="402659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6" name="Google Shape;5116;p32"/>
              <p:cNvSpPr/>
              <p:nvPr/>
            </p:nvSpPr>
            <p:spPr>
              <a:xfrm>
                <a:off x="4176521" y="3945730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7" name="Google Shape;5117;p32"/>
              <p:cNvSpPr/>
              <p:nvPr/>
            </p:nvSpPr>
            <p:spPr>
              <a:xfrm>
                <a:off x="4258246" y="3864672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8" name="Google Shape;5118;p32"/>
              <p:cNvSpPr/>
              <p:nvPr/>
            </p:nvSpPr>
            <p:spPr>
              <a:xfrm>
                <a:off x="4340066" y="3783615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9" name="Google Shape;5119;p32"/>
              <p:cNvSpPr/>
              <p:nvPr/>
            </p:nvSpPr>
            <p:spPr>
              <a:xfrm>
                <a:off x="4421886" y="3702557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0" name="Google Shape;5120;p32"/>
              <p:cNvSpPr/>
              <p:nvPr/>
            </p:nvSpPr>
            <p:spPr>
              <a:xfrm>
                <a:off x="4503800" y="3621499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097"/>
                    </a:cubicBezTo>
                    <a:cubicBezTo>
                      <a:pt x="32195" y="24955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1" name="Google Shape;5121;p32"/>
              <p:cNvSpPr/>
              <p:nvPr/>
            </p:nvSpPr>
            <p:spPr>
              <a:xfrm>
                <a:off x="4585620" y="354053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2" name="Google Shape;5122;p32"/>
              <p:cNvSpPr/>
              <p:nvPr/>
            </p:nvSpPr>
            <p:spPr>
              <a:xfrm>
                <a:off x="4667345" y="345947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3" name="Google Shape;5123;p32"/>
              <p:cNvSpPr/>
              <p:nvPr/>
            </p:nvSpPr>
            <p:spPr>
              <a:xfrm>
                <a:off x="4749164" y="3378421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4" name="Google Shape;5124;p32"/>
              <p:cNvSpPr/>
              <p:nvPr/>
            </p:nvSpPr>
            <p:spPr>
              <a:xfrm>
                <a:off x="4830984" y="3297363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7"/>
                    </a:moveTo>
                    <a:cubicBezTo>
                      <a:pt x="6572" y="29147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70"/>
                      <a:pt x="22669" y="29147"/>
                      <a:pt x="14573" y="29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5" name="Google Shape;5125;p32"/>
              <p:cNvSpPr/>
              <p:nvPr/>
            </p:nvSpPr>
            <p:spPr>
              <a:xfrm>
                <a:off x="4912899" y="3216496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6" name="Google Shape;5126;p32"/>
              <p:cNvSpPr/>
              <p:nvPr/>
            </p:nvSpPr>
            <p:spPr>
              <a:xfrm>
                <a:off x="4994719" y="3135438"/>
                <a:ext cx="27432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7" name="Google Shape;5127;p32"/>
              <p:cNvSpPr/>
              <p:nvPr/>
            </p:nvSpPr>
            <p:spPr>
              <a:xfrm>
                <a:off x="5076444" y="3054381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8" name="Google Shape;5128;p32"/>
              <p:cNvSpPr/>
              <p:nvPr/>
            </p:nvSpPr>
            <p:spPr>
              <a:xfrm>
                <a:off x="5158263" y="297332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9" name="Google Shape;5129;p32"/>
              <p:cNvSpPr/>
              <p:nvPr/>
            </p:nvSpPr>
            <p:spPr>
              <a:xfrm>
                <a:off x="5240178" y="289245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0" name="Google Shape;5130;p32"/>
              <p:cNvSpPr/>
              <p:nvPr/>
            </p:nvSpPr>
            <p:spPr>
              <a:xfrm>
                <a:off x="5321998" y="2811398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1" name="Google Shape;5131;p32"/>
              <p:cNvSpPr/>
              <p:nvPr/>
            </p:nvSpPr>
            <p:spPr>
              <a:xfrm>
                <a:off x="5403818" y="2730340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2" name="Google Shape;5132;p32"/>
              <p:cNvSpPr/>
              <p:nvPr/>
            </p:nvSpPr>
            <p:spPr>
              <a:xfrm>
                <a:off x="5485542" y="2649282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69" y="5048"/>
                      <a:pt x="22669" y="11335"/>
                    </a:cubicBezTo>
                    <a:cubicBezTo>
                      <a:pt x="22669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3" name="Google Shape;5133;p32"/>
              <p:cNvSpPr/>
              <p:nvPr/>
            </p:nvSpPr>
            <p:spPr>
              <a:xfrm>
                <a:off x="5567457" y="2568415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21717" y="10858"/>
                    </a:moveTo>
                    <a:cubicBezTo>
                      <a:pt x="21717" y="16855"/>
                      <a:pt x="16855" y="21717"/>
                      <a:pt x="10858" y="21717"/>
                    </a:cubicBezTo>
                    <a:cubicBezTo>
                      <a:pt x="4861" y="21717"/>
                      <a:pt x="0" y="16855"/>
                      <a:pt x="0" y="10858"/>
                    </a:cubicBezTo>
                    <a:cubicBezTo>
                      <a:pt x="0" y="4861"/>
                      <a:pt x="4861" y="0"/>
                      <a:pt x="10858" y="0"/>
                    </a:cubicBezTo>
                    <a:cubicBezTo>
                      <a:pt x="16855" y="0"/>
                      <a:pt x="21717" y="4861"/>
                      <a:pt x="21717" y="10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4" name="Google Shape;5134;p32"/>
              <p:cNvSpPr/>
              <p:nvPr/>
            </p:nvSpPr>
            <p:spPr>
              <a:xfrm>
                <a:off x="5649277" y="2487357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5" name="Google Shape;5135;p32"/>
              <p:cNvSpPr/>
              <p:nvPr/>
            </p:nvSpPr>
            <p:spPr>
              <a:xfrm>
                <a:off x="5731097" y="240630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6" name="Google Shape;5136;p32"/>
              <p:cNvSpPr/>
              <p:nvPr/>
            </p:nvSpPr>
            <p:spPr>
              <a:xfrm>
                <a:off x="5812916" y="232524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7" name="Google Shape;5137;p32"/>
              <p:cNvSpPr/>
              <p:nvPr/>
            </p:nvSpPr>
            <p:spPr>
              <a:xfrm>
                <a:off x="5894736" y="224428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7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8" name="Google Shape;5138;p32"/>
              <p:cNvSpPr/>
              <p:nvPr/>
            </p:nvSpPr>
            <p:spPr>
              <a:xfrm>
                <a:off x="5976556" y="216331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9" name="Google Shape;5139;p32"/>
              <p:cNvSpPr/>
              <p:nvPr/>
            </p:nvSpPr>
            <p:spPr>
              <a:xfrm>
                <a:off x="6058376" y="2082259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4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0" name="Google Shape;5140;p32"/>
              <p:cNvSpPr/>
              <p:nvPr/>
            </p:nvSpPr>
            <p:spPr>
              <a:xfrm>
                <a:off x="6140195" y="2001201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1" name="Google Shape;5141;p32"/>
              <p:cNvSpPr/>
              <p:nvPr/>
            </p:nvSpPr>
            <p:spPr>
              <a:xfrm>
                <a:off x="6222015" y="1920144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1" y="7715"/>
                    </a:moveTo>
                    <a:cubicBezTo>
                      <a:pt x="15431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1" y="3454"/>
                      <a:pt x="15431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2" name="Google Shape;5142;p32"/>
              <p:cNvSpPr/>
              <p:nvPr/>
            </p:nvSpPr>
            <p:spPr>
              <a:xfrm>
                <a:off x="6303835" y="1839276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3" name="Google Shape;5143;p32"/>
              <p:cNvSpPr/>
              <p:nvPr/>
            </p:nvSpPr>
            <p:spPr>
              <a:xfrm>
                <a:off x="6385655" y="1758219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4" name="Google Shape;5144;p32"/>
              <p:cNvSpPr/>
              <p:nvPr/>
            </p:nvSpPr>
            <p:spPr>
              <a:xfrm>
                <a:off x="6467475" y="1677161"/>
                <a:ext cx="1295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5" name="Google Shape;5145;p32"/>
              <p:cNvSpPr/>
              <p:nvPr/>
            </p:nvSpPr>
            <p:spPr>
              <a:xfrm>
                <a:off x="6549294" y="1596103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6" name="Google Shape;5146;p32"/>
              <p:cNvSpPr/>
              <p:nvPr/>
            </p:nvSpPr>
            <p:spPr>
              <a:xfrm>
                <a:off x="6631209" y="151514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7" name="Google Shape;5147;p32"/>
              <p:cNvSpPr/>
              <p:nvPr/>
            </p:nvSpPr>
            <p:spPr>
              <a:xfrm>
                <a:off x="6712934" y="143408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8" name="Google Shape;5148;p32"/>
              <p:cNvSpPr/>
              <p:nvPr/>
            </p:nvSpPr>
            <p:spPr>
              <a:xfrm>
                <a:off x="6794754" y="135312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9" name="Google Shape;5149;p32"/>
              <p:cNvSpPr/>
              <p:nvPr/>
            </p:nvSpPr>
            <p:spPr>
              <a:xfrm>
                <a:off x="6876573" y="1271967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0" name="Google Shape;5150;p32"/>
              <p:cNvSpPr/>
              <p:nvPr/>
            </p:nvSpPr>
            <p:spPr>
              <a:xfrm>
                <a:off x="6958488" y="1191100"/>
                <a:ext cx="8001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0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151" name="Google Shape;5151;p32"/>
          <p:cNvSpPr/>
          <p:nvPr/>
        </p:nvSpPr>
        <p:spPr>
          <a:xfrm>
            <a:off x="8023659" y="980259"/>
            <a:ext cx="224700" cy="2247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52" name="Google Shape;5152;p32"/>
          <p:cNvSpPr/>
          <p:nvPr/>
        </p:nvSpPr>
        <p:spPr>
          <a:xfrm rot="1782">
            <a:off x="3035944" y="4488109"/>
            <a:ext cx="1157400" cy="1236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53" name="Google Shape;5153;p32"/>
          <p:cNvSpPr/>
          <p:nvPr/>
        </p:nvSpPr>
        <p:spPr>
          <a:xfrm rot="2700000">
            <a:off x="5675355" y="3815623"/>
            <a:ext cx="1592834" cy="1592772"/>
          </a:xfrm>
          <a:custGeom>
            <a:avLst/>
            <a:gdLst/>
            <a:ahLst/>
            <a:cxnLst/>
            <a:rect l="l" t="t" r="r" b="b"/>
            <a:pathLst>
              <a:path w="2422159" h="2422064" extrusionOk="0">
                <a:moveTo>
                  <a:pt x="2306360" y="115800"/>
                </a:moveTo>
                <a:lnTo>
                  <a:pt x="2306360" y="115800"/>
                </a:lnTo>
                <a:cubicBezTo>
                  <a:pt x="2460760" y="270200"/>
                  <a:pt x="2460760" y="520422"/>
                  <a:pt x="2306360" y="674822"/>
                </a:cubicBezTo>
                <a:lnTo>
                  <a:pt x="674822" y="2306265"/>
                </a:lnTo>
                <a:cubicBezTo>
                  <a:pt x="520422" y="2460665"/>
                  <a:pt x="270200" y="2460665"/>
                  <a:pt x="115800" y="2306265"/>
                </a:cubicBezTo>
                <a:lnTo>
                  <a:pt x="115800" y="2306265"/>
                </a:lnTo>
                <a:cubicBezTo>
                  <a:pt x="-38600" y="2151864"/>
                  <a:pt x="-38600" y="1901642"/>
                  <a:pt x="115800" y="1747242"/>
                </a:cubicBezTo>
                <a:lnTo>
                  <a:pt x="1747338" y="115800"/>
                </a:lnTo>
                <a:cubicBezTo>
                  <a:pt x="1901738" y="-38600"/>
                  <a:pt x="2151960" y="-38600"/>
                  <a:pt x="2306360" y="11580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7F7F7F">
                  <a:alpha val="49803"/>
                </a:srgbClr>
              </a:gs>
              <a:gs pos="73000">
                <a:schemeClr val="lt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4" name="Google Shape;5154;p32"/>
          <p:cNvSpPr/>
          <p:nvPr/>
        </p:nvSpPr>
        <p:spPr>
          <a:xfrm rot="2700000">
            <a:off x="565664" y="462711"/>
            <a:ext cx="1592834" cy="1592772"/>
          </a:xfrm>
          <a:custGeom>
            <a:avLst/>
            <a:gdLst/>
            <a:ahLst/>
            <a:cxnLst/>
            <a:rect l="l" t="t" r="r" b="b"/>
            <a:pathLst>
              <a:path w="2422159" h="2422064" extrusionOk="0">
                <a:moveTo>
                  <a:pt x="2306360" y="115800"/>
                </a:moveTo>
                <a:lnTo>
                  <a:pt x="2306360" y="115800"/>
                </a:lnTo>
                <a:cubicBezTo>
                  <a:pt x="2460760" y="270200"/>
                  <a:pt x="2460760" y="520422"/>
                  <a:pt x="2306360" y="674822"/>
                </a:cubicBezTo>
                <a:lnTo>
                  <a:pt x="674822" y="2306265"/>
                </a:lnTo>
                <a:cubicBezTo>
                  <a:pt x="520422" y="2460665"/>
                  <a:pt x="270200" y="2460665"/>
                  <a:pt x="115800" y="2306265"/>
                </a:cubicBezTo>
                <a:lnTo>
                  <a:pt x="115800" y="2306265"/>
                </a:lnTo>
                <a:cubicBezTo>
                  <a:pt x="-38600" y="2151864"/>
                  <a:pt x="-38600" y="1901642"/>
                  <a:pt x="115800" y="1747242"/>
                </a:cubicBezTo>
                <a:lnTo>
                  <a:pt x="1747338" y="115800"/>
                </a:lnTo>
                <a:cubicBezTo>
                  <a:pt x="1901738" y="-38600"/>
                  <a:pt x="2151960" y="-38600"/>
                  <a:pt x="2306360" y="11580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7F7F7F">
                  <a:alpha val="49803"/>
                </a:srgbClr>
              </a:gs>
              <a:gs pos="73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34BD5A-6A8B-7151-4C52-2515D9DE34DA}"/>
              </a:ext>
            </a:extLst>
          </p:cNvPr>
          <p:cNvSpPr/>
          <p:nvPr/>
        </p:nvSpPr>
        <p:spPr>
          <a:xfrm>
            <a:off x="1095956" y="1664961"/>
            <a:ext cx="2047285" cy="42078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err="1">
                <a:solidFill>
                  <a:srgbClr val="FFFFFF"/>
                </a:solidFill>
                <a:latin typeface="Montserrat" panose="00000500000000000000" pitchFamily="2" charset="0"/>
              </a:rPr>
              <a:t>Historical</a:t>
            </a:r>
            <a:r>
              <a:rPr lang="fr-FR" b="1" dirty="0">
                <a:solidFill>
                  <a:srgbClr val="FFFFFF"/>
                </a:solidFill>
                <a:latin typeface="Montserrat" panose="00000500000000000000" pitchFamily="2" charset="0"/>
              </a:rPr>
              <a:t> </a:t>
            </a:r>
            <a:r>
              <a:rPr lang="fr-FR" b="1" dirty="0" err="1">
                <a:solidFill>
                  <a:srgbClr val="FFFFFF"/>
                </a:solidFill>
                <a:latin typeface="Montserrat" panose="00000500000000000000" pitchFamily="2" charset="0"/>
              </a:rPr>
              <a:t>VaR</a:t>
            </a:r>
            <a:endParaRPr lang="fr-FR" b="1" dirty="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2C5D73-7D18-0DC1-B767-F058D148B1E8}"/>
              </a:ext>
            </a:extLst>
          </p:cNvPr>
          <p:cNvSpPr/>
          <p:nvPr/>
        </p:nvSpPr>
        <p:spPr>
          <a:xfrm>
            <a:off x="1095956" y="2100159"/>
            <a:ext cx="2047285" cy="21080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FB6D7-BA60-AA84-ADAE-862F020993B1}"/>
              </a:ext>
            </a:extLst>
          </p:cNvPr>
          <p:cNvSpPr/>
          <p:nvPr/>
        </p:nvSpPr>
        <p:spPr>
          <a:xfrm>
            <a:off x="3198683" y="1664961"/>
            <a:ext cx="2047285" cy="42078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err="1">
                <a:solidFill>
                  <a:srgbClr val="FFFFFF"/>
                </a:solidFill>
              </a:rPr>
              <a:t>Parametric</a:t>
            </a:r>
            <a:r>
              <a:rPr lang="fr-FR" b="1" dirty="0">
                <a:solidFill>
                  <a:srgbClr val="FFFFFF"/>
                </a:solidFill>
              </a:rPr>
              <a:t> </a:t>
            </a:r>
            <a:r>
              <a:rPr lang="fr-FR" b="1" dirty="0" err="1">
                <a:solidFill>
                  <a:srgbClr val="FFFFFF"/>
                </a:solidFill>
              </a:rPr>
              <a:t>VaR</a:t>
            </a:r>
            <a:endParaRPr lang="fr-FR" b="1"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D2E19A-DE27-FEF3-09A7-3AF0D65BF7C4}"/>
              </a:ext>
            </a:extLst>
          </p:cNvPr>
          <p:cNvSpPr/>
          <p:nvPr/>
        </p:nvSpPr>
        <p:spPr>
          <a:xfrm>
            <a:off x="3198683" y="2100159"/>
            <a:ext cx="2047285" cy="21080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D74D31-6934-4B03-58D7-19E55307D1E7}"/>
              </a:ext>
            </a:extLst>
          </p:cNvPr>
          <p:cNvSpPr/>
          <p:nvPr/>
        </p:nvSpPr>
        <p:spPr>
          <a:xfrm>
            <a:off x="5301410" y="1664961"/>
            <a:ext cx="2047285" cy="42078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FFFF"/>
                </a:solidFill>
              </a:rPr>
              <a:t>Monte Carlo </a:t>
            </a:r>
            <a:r>
              <a:rPr lang="fr-FR" b="1" dirty="0" err="1">
                <a:solidFill>
                  <a:srgbClr val="FFFFFF"/>
                </a:solidFill>
              </a:rPr>
              <a:t>VaR</a:t>
            </a:r>
            <a:endParaRPr lang="fr-FR" b="1" dirty="0">
              <a:solidFill>
                <a:srgbClr val="FFFFFF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D97F18-E3D6-C28D-19E7-BED6B084A065}"/>
              </a:ext>
            </a:extLst>
          </p:cNvPr>
          <p:cNvSpPr/>
          <p:nvPr/>
        </p:nvSpPr>
        <p:spPr>
          <a:xfrm>
            <a:off x="5301410" y="2100159"/>
            <a:ext cx="2047285" cy="21080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DEDB1810-E0F5-F7BD-4814-58F4B7C95015}"/>
              </a:ext>
            </a:extLst>
          </p:cNvPr>
          <p:cNvSpPr txBox="1"/>
          <p:nvPr/>
        </p:nvSpPr>
        <p:spPr>
          <a:xfrm>
            <a:off x="1093498" y="2209863"/>
            <a:ext cx="2047287" cy="1651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CFCFC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>
                <a:solidFill>
                  <a:schemeClr val="accent6"/>
                </a:solidFill>
                <a:latin typeface="Montserrat" panose="00000500000000000000" pitchFamily="2" charset="0"/>
              </a:rPr>
              <a:t>Uses actual past returns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CFCFC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>
                <a:solidFill>
                  <a:schemeClr val="accent6"/>
                </a:solidFill>
                <a:latin typeface="Montserrat" panose="00000500000000000000" pitchFamily="2" charset="0"/>
              </a:rPr>
              <a:t>No assumptions on distribution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CFCFC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>
                <a:solidFill>
                  <a:schemeClr val="accent6"/>
                </a:solidFill>
                <a:latin typeface="Montserrat" panose="00000500000000000000" pitchFamily="2" charset="0"/>
              </a:rPr>
              <a:t>Take the 5th percentile of observed returns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CFCFC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>
                <a:solidFill>
                  <a:schemeClr val="accent6"/>
                </a:solidFill>
                <a:latin typeface="Montserrat" panose="00000500000000000000" pitchFamily="2" charset="0"/>
              </a:rPr>
              <a:t>Simple but backward-looking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CFCFC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endParaRPr kumimoji="0" lang="fr-FR" sz="1100" b="0" i="0" u="none" strike="noStrike" kern="0" cap="none" spc="0" normalizeH="0" baseline="0" noProof="0" dirty="0">
              <a:ln>
                <a:noFill/>
              </a:ln>
              <a:solidFill>
                <a:srgbClr val="FCFCFC"/>
              </a:solidFill>
              <a:effectLst/>
              <a:uLnTx/>
              <a:uFillTx/>
              <a:latin typeface="Montserrat" panose="00000500000000000000" pitchFamily="2" charset="0"/>
              <a:cs typeface="Poppins"/>
              <a:sym typeface="Poppins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D4C8C310-E527-11A9-CA40-71F297B5C700}"/>
              </a:ext>
            </a:extLst>
          </p:cNvPr>
          <p:cNvSpPr txBox="1"/>
          <p:nvPr/>
        </p:nvSpPr>
        <p:spPr>
          <a:xfrm>
            <a:off x="3197454" y="2209863"/>
            <a:ext cx="2047287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CFCFC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>
                <a:solidFill>
                  <a:schemeClr val="accent6"/>
                </a:solidFill>
                <a:latin typeface="Montserrat" panose="00000500000000000000" pitchFamily="2" charset="0"/>
              </a:rPr>
              <a:t>Assumes returns follow a Normal distribution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CFCFC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>
                <a:solidFill>
                  <a:schemeClr val="accent6"/>
                </a:solidFill>
                <a:latin typeface="Montserrat" panose="00000500000000000000" pitchFamily="2" charset="0"/>
              </a:rPr>
              <a:t>Uses mean and standard deviation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CFCFC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>
                <a:solidFill>
                  <a:schemeClr val="accent6"/>
                </a:solidFill>
                <a:latin typeface="Montserrat" panose="00000500000000000000" pitchFamily="2" charset="0"/>
              </a:rPr>
              <a:t>Applies the z-score: 1.645 at 95%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CFCFC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>
                <a:solidFill>
                  <a:schemeClr val="accent6"/>
                </a:solidFill>
                <a:latin typeface="Montserrat" panose="00000500000000000000" pitchFamily="2" charset="0"/>
              </a:rPr>
              <a:t>Fast - but sensitive to the normality assumption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CFCFC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endParaRPr kumimoji="0" lang="fr-FR" sz="1100" b="0" i="0" u="none" strike="noStrike" kern="0" cap="none" spc="0" normalizeH="0" baseline="0" noProof="0" dirty="0">
              <a:ln>
                <a:noFill/>
              </a:ln>
              <a:solidFill>
                <a:srgbClr val="FCFCFC"/>
              </a:solidFill>
              <a:effectLst/>
              <a:uLnTx/>
              <a:uFillTx/>
              <a:latin typeface="Montserrat" panose="00000500000000000000" pitchFamily="2" charset="0"/>
              <a:cs typeface="Poppins"/>
              <a:sym typeface="Poppins"/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F1E4239-24C5-D7DA-DFCC-E8D3C546C6C1}"/>
              </a:ext>
            </a:extLst>
          </p:cNvPr>
          <p:cNvSpPr txBox="1"/>
          <p:nvPr/>
        </p:nvSpPr>
        <p:spPr>
          <a:xfrm>
            <a:off x="5301408" y="2209862"/>
            <a:ext cx="204728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CFCFC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>
                <a:solidFill>
                  <a:schemeClr val="accent6"/>
                </a:solidFill>
                <a:latin typeface="Montserrat" panose="00000500000000000000" pitchFamily="2" charset="0"/>
              </a:rPr>
              <a:t>Simulates 100,000 random return scenarios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CFCFC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>
                <a:solidFill>
                  <a:schemeClr val="accent6"/>
                </a:solidFill>
                <a:latin typeface="Montserrat" panose="00000500000000000000" pitchFamily="2" charset="0"/>
              </a:rPr>
              <a:t>Based on historical mean &amp; volatility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CFCFC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>
                <a:solidFill>
                  <a:schemeClr val="accent6"/>
                </a:solidFill>
                <a:latin typeface="Montserrat" panose="00000500000000000000" pitchFamily="2" charset="0"/>
              </a:rPr>
              <a:t>Takes the 5th percentile of simulated returns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CFCFC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>
                <a:solidFill>
                  <a:schemeClr val="accent6"/>
                </a:solidFill>
                <a:latin typeface="Montserrat" panose="00000500000000000000" pitchFamily="2" charset="0"/>
              </a:rPr>
              <a:t>Most flexible - computationally intensive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0" name="Google Shape;5160;p33"/>
          <p:cNvSpPr txBox="1">
            <a:spLocks noGrp="1"/>
          </p:cNvSpPr>
          <p:nvPr>
            <p:ph type="subTitle" idx="2"/>
          </p:nvPr>
        </p:nvSpPr>
        <p:spPr>
          <a:xfrm>
            <a:off x="2989568" y="3342728"/>
            <a:ext cx="2994634" cy="49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Management team</a:t>
            </a:r>
            <a:endParaRPr dirty="0"/>
          </a:p>
        </p:txBody>
      </p:sp>
      <p:sp>
        <p:nvSpPr>
          <p:cNvPr id="5162" name="Google Shape;5162;p33"/>
          <p:cNvSpPr txBox="1">
            <a:spLocks noGrp="1"/>
          </p:cNvSpPr>
          <p:nvPr>
            <p:ph type="subTitle" idx="4"/>
          </p:nvPr>
        </p:nvSpPr>
        <p:spPr>
          <a:xfrm>
            <a:off x="2577022" y="3758749"/>
            <a:ext cx="3989955" cy="10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Montserrat" panose="00000500000000000000" pitchFamily="2" charset="0"/>
              </a:rPr>
              <a:t>Daily returns range roughly from -5% to +5%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Montserrat" panose="00000500000000000000" pitchFamily="2" charset="0"/>
              </a:rPr>
              <a:t>Returns cluster around zero - typical for equities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Montserrat" panose="00000500000000000000" pitchFamily="2" charset="0"/>
              </a:rPr>
              <a:t>Volatility spikes visible in 2020 (COVID-19 crash)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Montserrat" panose="00000500000000000000" pitchFamily="2" charset="0"/>
              </a:rPr>
              <a:t>Portfolio appears relatively stable post-2021</a:t>
            </a:r>
          </a:p>
        </p:txBody>
      </p:sp>
      <p:sp>
        <p:nvSpPr>
          <p:cNvPr id="5163" name="Google Shape;5163;p33"/>
          <p:cNvSpPr txBox="1">
            <a:spLocks noGrp="1"/>
          </p:cNvSpPr>
          <p:nvPr>
            <p:ph type="title"/>
          </p:nvPr>
        </p:nvSpPr>
        <p:spPr>
          <a:xfrm>
            <a:off x="627985" y="92914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fr-FR" sz="3200" b="1" dirty="0">
                <a:solidFill>
                  <a:srgbClr val="FFFFFF"/>
                </a:solidFill>
              </a:rPr>
              <a:t>Portfolio </a:t>
            </a:r>
            <a:r>
              <a:rPr lang="fr-FR" sz="3200" b="1" dirty="0" err="1">
                <a:solidFill>
                  <a:srgbClr val="FFFFFF"/>
                </a:solidFill>
              </a:rPr>
              <a:t>Returns</a:t>
            </a:r>
            <a:r>
              <a:rPr lang="fr-FR" sz="3200" b="1" dirty="0">
                <a:solidFill>
                  <a:srgbClr val="FFFFFF"/>
                </a:solidFill>
              </a:rPr>
              <a:t> Over Time</a:t>
            </a:r>
          </a:p>
        </p:txBody>
      </p:sp>
      <p:sp>
        <p:nvSpPr>
          <p:cNvPr id="5164" name="Google Shape;5164;p33"/>
          <p:cNvSpPr/>
          <p:nvPr/>
        </p:nvSpPr>
        <p:spPr>
          <a:xfrm rot="-2265440">
            <a:off x="-2170508" y="347649"/>
            <a:ext cx="3052921" cy="3036652"/>
          </a:xfrm>
          <a:custGeom>
            <a:avLst/>
            <a:gdLst/>
            <a:ahLst/>
            <a:cxnLst/>
            <a:rect l="l" t="t" r="r" b="b"/>
            <a:pathLst>
              <a:path w="2199247" h="2187527" extrusionOk="0">
                <a:moveTo>
                  <a:pt x="27680" y="1108861"/>
                </a:moveTo>
                <a:lnTo>
                  <a:pt x="845687" y="51776"/>
                </a:lnTo>
                <a:cubicBezTo>
                  <a:pt x="891979" y="-8041"/>
                  <a:pt x="979895" y="-17375"/>
                  <a:pt x="1042188" y="30821"/>
                </a:cubicBezTo>
                <a:lnTo>
                  <a:pt x="2142611" y="883118"/>
                </a:lnTo>
                <a:cubicBezTo>
                  <a:pt x="2204810" y="931315"/>
                  <a:pt x="2217764" y="1018850"/>
                  <a:pt x="2171567" y="1078667"/>
                </a:cubicBezTo>
                <a:lnTo>
                  <a:pt x="1353560" y="2135751"/>
                </a:lnTo>
                <a:cubicBezTo>
                  <a:pt x="1307269" y="2195568"/>
                  <a:pt x="1219353" y="2204903"/>
                  <a:pt x="1157060" y="2156706"/>
                </a:cubicBezTo>
                <a:lnTo>
                  <a:pt x="56636" y="1304409"/>
                </a:lnTo>
                <a:cubicBezTo>
                  <a:pt x="-5562" y="1256213"/>
                  <a:pt x="-18516" y="1168678"/>
                  <a:pt x="27680" y="110886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65" name="Google Shape;5165;p33"/>
          <p:cNvGrpSpPr/>
          <p:nvPr/>
        </p:nvGrpSpPr>
        <p:grpSpPr>
          <a:xfrm rot="-286675">
            <a:off x="7020753" y="2292638"/>
            <a:ext cx="4552720" cy="4583202"/>
            <a:chOff x="3819525" y="1138237"/>
            <a:chExt cx="4552378" cy="4582857"/>
          </a:xfrm>
        </p:grpSpPr>
        <p:grpSp>
          <p:nvGrpSpPr>
            <p:cNvPr id="5166" name="Google Shape;5166;p33"/>
            <p:cNvGrpSpPr/>
            <p:nvPr/>
          </p:nvGrpSpPr>
          <p:grpSpPr>
            <a:xfrm>
              <a:off x="3821144" y="1138237"/>
              <a:ext cx="4550759" cy="4582857"/>
              <a:chOff x="3821144" y="1138237"/>
              <a:chExt cx="4550759" cy="4582857"/>
            </a:xfrm>
          </p:grpSpPr>
          <p:sp>
            <p:nvSpPr>
              <p:cNvPr id="5167" name="Google Shape;5167;p33"/>
              <p:cNvSpPr/>
              <p:nvPr/>
            </p:nvSpPr>
            <p:spPr>
              <a:xfrm>
                <a:off x="3821144" y="5675089"/>
                <a:ext cx="23050" cy="46005"/>
              </a:xfrm>
              <a:custGeom>
                <a:avLst/>
                <a:gdLst/>
                <a:ahLst/>
                <a:cxnLst/>
                <a:rect l="l" t="t" r="r" b="b"/>
                <a:pathLst>
                  <a:path w="23050" h="46005" extrusionOk="0">
                    <a:moveTo>
                      <a:pt x="0" y="0"/>
                    </a:moveTo>
                    <a:cubicBezTo>
                      <a:pt x="12668" y="0"/>
                      <a:pt x="23051" y="10287"/>
                      <a:pt x="23051" y="22955"/>
                    </a:cubicBezTo>
                    <a:cubicBezTo>
                      <a:pt x="23051" y="35623"/>
                      <a:pt x="12764" y="46006"/>
                      <a:pt x="0" y="4600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8" name="Google Shape;5168;p33"/>
              <p:cNvSpPr/>
              <p:nvPr/>
            </p:nvSpPr>
            <p:spPr>
              <a:xfrm>
                <a:off x="3870960" y="5594127"/>
                <a:ext cx="45148" cy="45148"/>
              </a:xfrm>
              <a:custGeom>
                <a:avLst/>
                <a:gdLst/>
                <a:ahLst/>
                <a:cxnLst/>
                <a:rect l="l" t="t" r="r" b="b"/>
                <a:pathLst>
                  <a:path w="45148" h="45148" extrusionOk="0">
                    <a:moveTo>
                      <a:pt x="22574" y="45148"/>
                    </a:moveTo>
                    <a:cubicBezTo>
                      <a:pt x="10096" y="45148"/>
                      <a:pt x="0" y="35052"/>
                      <a:pt x="0" y="22574"/>
                    </a:cubicBezTo>
                    <a:cubicBezTo>
                      <a:pt x="0" y="10096"/>
                      <a:pt x="10096" y="0"/>
                      <a:pt x="22574" y="0"/>
                    </a:cubicBezTo>
                    <a:cubicBezTo>
                      <a:pt x="35052" y="0"/>
                      <a:pt x="45149" y="10096"/>
                      <a:pt x="45149" y="22574"/>
                    </a:cubicBezTo>
                    <a:cubicBezTo>
                      <a:pt x="45149" y="35052"/>
                      <a:pt x="35052" y="45148"/>
                      <a:pt x="22574" y="45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9" name="Google Shape;5169;p33"/>
              <p:cNvSpPr/>
              <p:nvPr/>
            </p:nvSpPr>
            <p:spPr>
              <a:xfrm>
                <a:off x="3952684" y="5513069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7"/>
                    </a:moveTo>
                    <a:cubicBezTo>
                      <a:pt x="9906" y="44387"/>
                      <a:pt x="0" y="34481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1"/>
                      <a:pt x="34481" y="44387"/>
                      <a:pt x="22193" y="443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0" name="Google Shape;5170;p33"/>
              <p:cNvSpPr/>
              <p:nvPr/>
            </p:nvSpPr>
            <p:spPr>
              <a:xfrm>
                <a:off x="4034504" y="5432011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811"/>
                      <a:pt x="43625" y="21812"/>
                    </a:cubicBezTo>
                    <a:cubicBezTo>
                      <a:pt x="43625" y="33814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1" name="Google Shape;5171;p33"/>
              <p:cNvSpPr/>
              <p:nvPr/>
            </p:nvSpPr>
            <p:spPr>
              <a:xfrm>
                <a:off x="4116323" y="5350953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2" name="Google Shape;5172;p33"/>
              <p:cNvSpPr/>
              <p:nvPr/>
            </p:nvSpPr>
            <p:spPr>
              <a:xfrm>
                <a:off x="4198238" y="5270086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3" name="Google Shape;5173;p33"/>
              <p:cNvSpPr/>
              <p:nvPr/>
            </p:nvSpPr>
            <p:spPr>
              <a:xfrm>
                <a:off x="4279963" y="5189028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4" name="Google Shape;5174;p33"/>
              <p:cNvSpPr/>
              <p:nvPr/>
            </p:nvSpPr>
            <p:spPr>
              <a:xfrm>
                <a:off x="4361783" y="5107971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5" name="Google Shape;5175;p33"/>
              <p:cNvSpPr/>
              <p:nvPr/>
            </p:nvSpPr>
            <p:spPr>
              <a:xfrm>
                <a:off x="4443602" y="5026913"/>
                <a:ext cx="39624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6" name="Google Shape;5176;p33"/>
              <p:cNvSpPr/>
              <p:nvPr/>
            </p:nvSpPr>
            <p:spPr>
              <a:xfrm>
                <a:off x="4525518" y="4946046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7" name="Google Shape;5177;p33"/>
              <p:cNvSpPr/>
              <p:nvPr/>
            </p:nvSpPr>
            <p:spPr>
              <a:xfrm>
                <a:off x="4607337" y="486498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8" name="Google Shape;5178;p33"/>
              <p:cNvSpPr/>
              <p:nvPr/>
            </p:nvSpPr>
            <p:spPr>
              <a:xfrm>
                <a:off x="4689062" y="4783930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9" name="Google Shape;5179;p33"/>
              <p:cNvSpPr/>
              <p:nvPr/>
            </p:nvSpPr>
            <p:spPr>
              <a:xfrm>
                <a:off x="4770881" y="4702872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0" name="Google Shape;5180;p33"/>
              <p:cNvSpPr/>
              <p:nvPr/>
            </p:nvSpPr>
            <p:spPr>
              <a:xfrm>
                <a:off x="4852797" y="4622005"/>
                <a:ext cx="35432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2" h="35433" extrusionOk="0">
                    <a:moveTo>
                      <a:pt x="17716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6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6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1" name="Google Shape;5181;p33"/>
              <p:cNvSpPr/>
              <p:nvPr/>
            </p:nvSpPr>
            <p:spPr>
              <a:xfrm>
                <a:off x="4934616" y="4540947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2" name="Google Shape;5182;p33"/>
              <p:cNvSpPr/>
              <p:nvPr/>
            </p:nvSpPr>
            <p:spPr>
              <a:xfrm>
                <a:off x="5016436" y="4459890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3" name="Google Shape;5183;p33"/>
              <p:cNvSpPr/>
              <p:nvPr/>
            </p:nvSpPr>
            <p:spPr>
              <a:xfrm>
                <a:off x="5098161" y="4378832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4" name="Google Shape;5184;p33"/>
              <p:cNvSpPr/>
              <p:nvPr/>
            </p:nvSpPr>
            <p:spPr>
              <a:xfrm>
                <a:off x="5180075" y="4297870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193"/>
                    </a:cubicBezTo>
                    <a:cubicBezTo>
                      <a:pt x="32195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5" name="Google Shape;5185;p33"/>
              <p:cNvSpPr/>
              <p:nvPr/>
            </p:nvSpPr>
            <p:spPr>
              <a:xfrm>
                <a:off x="5261895" y="421690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6" name="Google Shape;5186;p33"/>
              <p:cNvSpPr/>
              <p:nvPr/>
            </p:nvSpPr>
            <p:spPr>
              <a:xfrm>
                <a:off x="5343715" y="413584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7" name="Google Shape;5187;p33"/>
              <p:cNvSpPr/>
              <p:nvPr/>
            </p:nvSpPr>
            <p:spPr>
              <a:xfrm>
                <a:off x="5425535" y="4054792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8" name="Google Shape;5188;p33"/>
              <p:cNvSpPr/>
              <p:nvPr/>
            </p:nvSpPr>
            <p:spPr>
              <a:xfrm>
                <a:off x="5507259" y="3973734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9" name="Google Shape;5189;p33"/>
              <p:cNvSpPr/>
              <p:nvPr/>
            </p:nvSpPr>
            <p:spPr>
              <a:xfrm>
                <a:off x="5589174" y="3892867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0" name="Google Shape;5190;p33"/>
              <p:cNvSpPr/>
              <p:nvPr/>
            </p:nvSpPr>
            <p:spPr>
              <a:xfrm>
                <a:off x="5670994" y="3811809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1" name="Google Shape;5191;p33"/>
              <p:cNvSpPr/>
              <p:nvPr/>
            </p:nvSpPr>
            <p:spPr>
              <a:xfrm>
                <a:off x="5752814" y="3730751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2" name="Google Shape;5192;p33"/>
              <p:cNvSpPr/>
              <p:nvPr/>
            </p:nvSpPr>
            <p:spPr>
              <a:xfrm>
                <a:off x="5834633" y="364969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3" name="Google Shape;5193;p33"/>
              <p:cNvSpPr/>
              <p:nvPr/>
            </p:nvSpPr>
            <p:spPr>
              <a:xfrm>
                <a:off x="5916453" y="35688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4" name="Google Shape;5194;p33"/>
              <p:cNvSpPr/>
              <p:nvPr/>
            </p:nvSpPr>
            <p:spPr>
              <a:xfrm>
                <a:off x="5998273" y="348767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5" name="Google Shape;5195;p33"/>
              <p:cNvSpPr/>
              <p:nvPr/>
            </p:nvSpPr>
            <p:spPr>
              <a:xfrm>
                <a:off x="6080093" y="340661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6" name="Google Shape;5196;p33"/>
              <p:cNvSpPr/>
              <p:nvPr/>
            </p:nvSpPr>
            <p:spPr>
              <a:xfrm>
                <a:off x="6161912" y="332555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7" name="Google Shape;5197;p33"/>
              <p:cNvSpPr/>
              <p:nvPr/>
            </p:nvSpPr>
            <p:spPr>
              <a:xfrm>
                <a:off x="6243828" y="3244690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8" name="Google Shape;5198;p33"/>
              <p:cNvSpPr/>
              <p:nvPr/>
            </p:nvSpPr>
            <p:spPr>
              <a:xfrm>
                <a:off x="6325552" y="316363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8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8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8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9" name="Google Shape;5199;p33"/>
              <p:cNvSpPr/>
              <p:nvPr/>
            </p:nvSpPr>
            <p:spPr>
              <a:xfrm>
                <a:off x="6407372" y="3082575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0" name="Google Shape;5200;p33"/>
              <p:cNvSpPr/>
              <p:nvPr/>
            </p:nvSpPr>
            <p:spPr>
              <a:xfrm>
                <a:off x="6489191" y="3001517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1" name="Google Shape;5201;p33"/>
              <p:cNvSpPr/>
              <p:nvPr/>
            </p:nvSpPr>
            <p:spPr>
              <a:xfrm>
                <a:off x="6571107" y="292065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2" name="Google Shape;5202;p33"/>
              <p:cNvSpPr/>
              <p:nvPr/>
            </p:nvSpPr>
            <p:spPr>
              <a:xfrm>
                <a:off x="6652926" y="283959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3" name="Google Shape;5203;p33"/>
              <p:cNvSpPr/>
              <p:nvPr/>
            </p:nvSpPr>
            <p:spPr>
              <a:xfrm>
                <a:off x="6734651" y="275853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4" name="Google Shape;5204;p33"/>
              <p:cNvSpPr/>
              <p:nvPr/>
            </p:nvSpPr>
            <p:spPr>
              <a:xfrm>
                <a:off x="6816471" y="267747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5" name="Google Shape;5205;p33"/>
              <p:cNvSpPr/>
              <p:nvPr/>
            </p:nvSpPr>
            <p:spPr>
              <a:xfrm>
                <a:off x="6898385" y="2596419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6" name="Google Shape;5206;p33"/>
              <p:cNvSpPr/>
              <p:nvPr/>
            </p:nvSpPr>
            <p:spPr>
              <a:xfrm>
                <a:off x="6980205" y="2515552"/>
                <a:ext cx="14478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4477" extrusionOk="0">
                    <a:moveTo>
                      <a:pt x="7239" y="14478"/>
                    </a:moveTo>
                    <a:cubicBezTo>
                      <a:pt x="3239" y="14478"/>
                      <a:pt x="0" y="11239"/>
                      <a:pt x="0" y="7239"/>
                    </a:cubicBezTo>
                    <a:cubicBezTo>
                      <a:pt x="0" y="3238"/>
                      <a:pt x="3239" y="0"/>
                      <a:pt x="7239" y="0"/>
                    </a:cubicBezTo>
                    <a:cubicBezTo>
                      <a:pt x="11240" y="0"/>
                      <a:pt x="14478" y="3238"/>
                      <a:pt x="14478" y="7239"/>
                    </a:cubicBezTo>
                    <a:cubicBezTo>
                      <a:pt x="14478" y="11239"/>
                      <a:pt x="11240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7" name="Google Shape;5207;p33"/>
              <p:cNvSpPr/>
              <p:nvPr/>
            </p:nvSpPr>
            <p:spPr>
              <a:xfrm>
                <a:off x="7062025" y="2434494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8" name="Google Shape;5208;p33"/>
              <p:cNvSpPr/>
              <p:nvPr/>
            </p:nvSpPr>
            <p:spPr>
              <a:xfrm>
                <a:off x="7143750" y="2353436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9" name="Google Shape;5209;p33"/>
              <p:cNvSpPr/>
              <p:nvPr/>
            </p:nvSpPr>
            <p:spPr>
              <a:xfrm>
                <a:off x="7225569" y="2272378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0" name="Google Shape;5210;p33"/>
              <p:cNvSpPr/>
              <p:nvPr/>
            </p:nvSpPr>
            <p:spPr>
              <a:xfrm>
                <a:off x="7307484" y="219151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1" name="Google Shape;5211;p33"/>
              <p:cNvSpPr/>
              <p:nvPr/>
            </p:nvSpPr>
            <p:spPr>
              <a:xfrm>
                <a:off x="7389304" y="211045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2" name="Google Shape;5212;p33"/>
              <p:cNvSpPr/>
              <p:nvPr/>
            </p:nvSpPr>
            <p:spPr>
              <a:xfrm>
                <a:off x="7471124" y="2029395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6" y="2191"/>
                      <a:pt x="9716" y="4858"/>
                    </a:cubicBezTo>
                    <a:cubicBezTo>
                      <a:pt x="9716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3" name="Google Shape;5213;p33"/>
              <p:cNvSpPr/>
              <p:nvPr/>
            </p:nvSpPr>
            <p:spPr>
              <a:xfrm>
                <a:off x="7552848" y="1948338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4" name="Google Shape;5214;p33"/>
              <p:cNvSpPr/>
              <p:nvPr/>
            </p:nvSpPr>
            <p:spPr>
              <a:xfrm>
                <a:off x="7634763" y="1867470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5" name="Google Shape;5215;p33"/>
              <p:cNvSpPr/>
              <p:nvPr/>
            </p:nvSpPr>
            <p:spPr>
              <a:xfrm>
                <a:off x="7716583" y="1786413"/>
                <a:ext cx="7238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8" h="7238" extrusionOk="0">
                    <a:moveTo>
                      <a:pt x="3619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19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19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6" name="Google Shape;5216;p33"/>
              <p:cNvSpPr/>
              <p:nvPr/>
            </p:nvSpPr>
            <p:spPr>
              <a:xfrm>
                <a:off x="7798403" y="1705355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7" name="Google Shape;5217;p33"/>
              <p:cNvSpPr/>
              <p:nvPr/>
            </p:nvSpPr>
            <p:spPr>
              <a:xfrm>
                <a:off x="7880223" y="1624297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8" name="Google Shape;5218;p33"/>
              <p:cNvSpPr/>
              <p:nvPr/>
            </p:nvSpPr>
            <p:spPr>
              <a:xfrm>
                <a:off x="7962042" y="1543430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9" name="Google Shape;5219;p33"/>
              <p:cNvSpPr/>
              <p:nvPr/>
            </p:nvSpPr>
            <p:spPr>
              <a:xfrm>
                <a:off x="8043862" y="1462372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048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0" name="Google Shape;5220;p33"/>
              <p:cNvSpPr/>
              <p:nvPr/>
            </p:nvSpPr>
            <p:spPr>
              <a:xfrm>
                <a:off x="8125682" y="1381315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1" name="Google Shape;5221;p33"/>
              <p:cNvSpPr/>
              <p:nvPr/>
            </p:nvSpPr>
            <p:spPr>
              <a:xfrm>
                <a:off x="8207501" y="1300257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2" name="Google Shape;5222;p33"/>
              <p:cNvSpPr/>
              <p:nvPr/>
            </p:nvSpPr>
            <p:spPr>
              <a:xfrm>
                <a:off x="8289416" y="1219390"/>
                <a:ext cx="1524" cy="152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1523" extrusionOk="0">
                    <a:moveTo>
                      <a:pt x="762" y="1524"/>
                    </a:moveTo>
                    <a:cubicBezTo>
                      <a:pt x="762" y="1524"/>
                      <a:pt x="0" y="1143"/>
                      <a:pt x="0" y="762"/>
                    </a:cubicBezTo>
                    <a:cubicBezTo>
                      <a:pt x="0" y="381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524"/>
                      <a:pt x="762" y="1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3" name="Google Shape;5223;p33"/>
              <p:cNvSpPr/>
              <p:nvPr/>
            </p:nvSpPr>
            <p:spPr>
              <a:xfrm>
                <a:off x="8371141" y="1138237"/>
                <a:ext cx="762" cy="76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761" extrusionOk="0">
                    <a:moveTo>
                      <a:pt x="381" y="762"/>
                    </a:moveTo>
                    <a:cubicBezTo>
                      <a:pt x="381" y="762"/>
                      <a:pt x="0" y="572"/>
                      <a:pt x="0" y="381"/>
                    </a:cubicBezTo>
                    <a:cubicBezTo>
                      <a:pt x="0" y="191"/>
                      <a:pt x="191" y="0"/>
                      <a:pt x="381" y="0"/>
                    </a:cubicBezTo>
                    <a:cubicBezTo>
                      <a:pt x="572" y="0"/>
                      <a:pt x="762" y="191"/>
                      <a:pt x="762" y="381"/>
                    </a:cubicBezTo>
                    <a:cubicBezTo>
                      <a:pt x="762" y="572"/>
                      <a:pt x="572" y="762"/>
                      <a:pt x="381" y="7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24" name="Google Shape;5224;p33"/>
            <p:cNvGrpSpPr/>
            <p:nvPr/>
          </p:nvGrpSpPr>
          <p:grpSpPr>
            <a:xfrm>
              <a:off x="3819525" y="1144142"/>
              <a:ext cx="4396262" cy="4419980"/>
              <a:chOff x="3819525" y="1144142"/>
              <a:chExt cx="4396262" cy="4419980"/>
            </a:xfrm>
          </p:grpSpPr>
          <p:sp>
            <p:nvSpPr>
              <p:cNvPr id="5225" name="Google Shape;5225;p33"/>
              <p:cNvSpPr/>
              <p:nvPr/>
            </p:nvSpPr>
            <p:spPr>
              <a:xfrm>
                <a:off x="3819525" y="5518879"/>
                <a:ext cx="22574" cy="45243"/>
              </a:xfrm>
              <a:custGeom>
                <a:avLst/>
                <a:gdLst/>
                <a:ahLst/>
                <a:cxnLst/>
                <a:rect l="l" t="t" r="r" b="b"/>
                <a:pathLst>
                  <a:path w="22574" h="45243" extrusionOk="0">
                    <a:moveTo>
                      <a:pt x="0" y="95"/>
                    </a:moveTo>
                    <a:cubicBezTo>
                      <a:pt x="12478" y="95"/>
                      <a:pt x="22574" y="10192"/>
                      <a:pt x="22574" y="22670"/>
                    </a:cubicBezTo>
                    <a:cubicBezTo>
                      <a:pt x="22574" y="35147"/>
                      <a:pt x="12478" y="45244"/>
                      <a:pt x="0" y="452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6" name="Google Shape;5226;p33"/>
              <p:cNvSpPr/>
              <p:nvPr/>
            </p:nvSpPr>
            <p:spPr>
              <a:xfrm>
                <a:off x="3877532" y="5438012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6"/>
                    </a:moveTo>
                    <a:cubicBezTo>
                      <a:pt x="9906" y="44386"/>
                      <a:pt x="0" y="34480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0"/>
                      <a:pt x="34481" y="44386"/>
                      <a:pt x="22193" y="44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7" name="Google Shape;5227;p33"/>
              <p:cNvSpPr/>
              <p:nvPr/>
            </p:nvSpPr>
            <p:spPr>
              <a:xfrm>
                <a:off x="3959352" y="5356859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5"/>
                    </a:moveTo>
                    <a:cubicBezTo>
                      <a:pt x="9811" y="43625"/>
                      <a:pt x="0" y="33909"/>
                      <a:pt x="0" y="21812"/>
                    </a:cubicBezTo>
                    <a:cubicBezTo>
                      <a:pt x="0" y="9716"/>
                      <a:pt x="9715" y="0"/>
                      <a:pt x="21812" y="0"/>
                    </a:cubicBezTo>
                    <a:cubicBezTo>
                      <a:pt x="33909" y="0"/>
                      <a:pt x="43625" y="9716"/>
                      <a:pt x="43625" y="21812"/>
                    </a:cubicBezTo>
                    <a:cubicBezTo>
                      <a:pt x="43625" y="33909"/>
                      <a:pt x="33909" y="43625"/>
                      <a:pt x="21812" y="436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8" name="Google Shape;5228;p33"/>
              <p:cNvSpPr/>
              <p:nvPr/>
            </p:nvSpPr>
            <p:spPr>
              <a:xfrm>
                <a:off x="4041171" y="5275801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620"/>
                      <a:pt x="42863" y="21431"/>
                    </a:cubicBezTo>
                    <a:cubicBezTo>
                      <a:pt x="42863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9" name="Google Shape;5229;p33"/>
              <p:cNvSpPr/>
              <p:nvPr/>
            </p:nvSpPr>
            <p:spPr>
              <a:xfrm>
                <a:off x="4123086" y="5194934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0" name="Google Shape;5230;p33"/>
              <p:cNvSpPr/>
              <p:nvPr/>
            </p:nvSpPr>
            <p:spPr>
              <a:xfrm>
                <a:off x="4204906" y="5113876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1" name="Google Shape;5231;p33"/>
              <p:cNvSpPr/>
              <p:nvPr/>
            </p:nvSpPr>
            <p:spPr>
              <a:xfrm>
                <a:off x="4286631" y="5032819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2" name="Google Shape;5232;p33"/>
              <p:cNvSpPr/>
              <p:nvPr/>
            </p:nvSpPr>
            <p:spPr>
              <a:xfrm>
                <a:off x="4368450" y="4951761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3" name="Google Shape;5233;p33"/>
              <p:cNvSpPr/>
              <p:nvPr/>
            </p:nvSpPr>
            <p:spPr>
              <a:xfrm>
                <a:off x="4450365" y="4870894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4" name="Google Shape;5234;p33"/>
              <p:cNvSpPr/>
              <p:nvPr/>
            </p:nvSpPr>
            <p:spPr>
              <a:xfrm>
                <a:off x="4532185" y="4789836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5" name="Google Shape;5235;p33"/>
              <p:cNvSpPr/>
              <p:nvPr/>
            </p:nvSpPr>
            <p:spPr>
              <a:xfrm>
                <a:off x="4614005" y="470877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6" name="Google Shape;5236;p33"/>
              <p:cNvSpPr/>
              <p:nvPr/>
            </p:nvSpPr>
            <p:spPr>
              <a:xfrm>
                <a:off x="4695729" y="462772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7" name="Google Shape;5237;p33"/>
              <p:cNvSpPr/>
              <p:nvPr/>
            </p:nvSpPr>
            <p:spPr>
              <a:xfrm>
                <a:off x="4777644" y="4546758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432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8" name="Google Shape;5238;p33"/>
              <p:cNvSpPr/>
              <p:nvPr/>
            </p:nvSpPr>
            <p:spPr>
              <a:xfrm>
                <a:off x="4859464" y="4465795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9" name="Google Shape;5239;p33"/>
              <p:cNvSpPr/>
              <p:nvPr/>
            </p:nvSpPr>
            <p:spPr>
              <a:xfrm>
                <a:off x="4941284" y="4384737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0" name="Google Shape;5240;p33"/>
              <p:cNvSpPr/>
              <p:nvPr/>
            </p:nvSpPr>
            <p:spPr>
              <a:xfrm>
                <a:off x="5023104" y="4303680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1" name="Google Shape;5241;p33"/>
              <p:cNvSpPr/>
              <p:nvPr/>
            </p:nvSpPr>
            <p:spPr>
              <a:xfrm>
                <a:off x="5104923" y="4222622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097" y="32385"/>
                    </a:moveTo>
                    <a:cubicBezTo>
                      <a:pt x="7144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097" y="0"/>
                    </a:cubicBezTo>
                    <a:cubicBezTo>
                      <a:pt x="2495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097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2" name="Google Shape;5242;p33"/>
              <p:cNvSpPr/>
              <p:nvPr/>
            </p:nvSpPr>
            <p:spPr>
              <a:xfrm>
                <a:off x="5186743" y="4141755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3" name="Google Shape;5243;p33"/>
              <p:cNvSpPr/>
              <p:nvPr/>
            </p:nvSpPr>
            <p:spPr>
              <a:xfrm>
                <a:off x="5268563" y="4060697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4" name="Google Shape;5244;p33"/>
              <p:cNvSpPr/>
              <p:nvPr/>
            </p:nvSpPr>
            <p:spPr>
              <a:xfrm>
                <a:off x="5350383" y="3979639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5" name="Google Shape;5245;p33"/>
              <p:cNvSpPr/>
              <p:nvPr/>
            </p:nvSpPr>
            <p:spPr>
              <a:xfrm>
                <a:off x="5432202" y="389858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6" name="Google Shape;5246;p33"/>
              <p:cNvSpPr/>
              <p:nvPr/>
            </p:nvSpPr>
            <p:spPr>
              <a:xfrm>
                <a:off x="5514022" y="3817714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7" name="Google Shape;5247;p33"/>
              <p:cNvSpPr/>
              <p:nvPr/>
            </p:nvSpPr>
            <p:spPr>
              <a:xfrm>
                <a:off x="5595842" y="3736657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27432" y="13716"/>
                    </a:moveTo>
                    <a:cubicBezTo>
                      <a:pt x="27432" y="21291"/>
                      <a:pt x="21291" y="27432"/>
                      <a:pt x="13716" y="27432"/>
                    </a:cubicBezTo>
                    <a:cubicBezTo>
                      <a:pt x="6141" y="27432"/>
                      <a:pt x="0" y="21291"/>
                      <a:pt x="0" y="13716"/>
                    </a:cubicBezTo>
                    <a:cubicBezTo>
                      <a:pt x="0" y="6141"/>
                      <a:pt x="6141" y="0"/>
                      <a:pt x="13716" y="0"/>
                    </a:cubicBezTo>
                    <a:cubicBezTo>
                      <a:pt x="21291" y="0"/>
                      <a:pt x="27432" y="6141"/>
                      <a:pt x="27432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8" name="Google Shape;5248;p33"/>
              <p:cNvSpPr/>
              <p:nvPr/>
            </p:nvSpPr>
            <p:spPr>
              <a:xfrm>
                <a:off x="5677662" y="3655599"/>
                <a:ext cx="26670" cy="26669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69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9" name="Google Shape;5249;p33"/>
              <p:cNvSpPr/>
              <p:nvPr/>
            </p:nvSpPr>
            <p:spPr>
              <a:xfrm>
                <a:off x="5759481" y="3574541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0" name="Google Shape;5250;p33"/>
              <p:cNvSpPr/>
              <p:nvPr/>
            </p:nvSpPr>
            <p:spPr>
              <a:xfrm>
                <a:off x="5841396" y="3493674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1" name="Google Shape;5251;p33"/>
              <p:cNvSpPr/>
              <p:nvPr/>
            </p:nvSpPr>
            <p:spPr>
              <a:xfrm>
                <a:off x="5923121" y="3412616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4"/>
                    </a:moveTo>
                    <a:cubicBezTo>
                      <a:pt x="5429" y="24194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4"/>
                      <a:pt x="12097" y="24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2" name="Google Shape;5252;p33"/>
              <p:cNvSpPr/>
              <p:nvPr/>
            </p:nvSpPr>
            <p:spPr>
              <a:xfrm>
                <a:off x="6004941" y="3331558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3" name="Google Shape;5253;p33"/>
              <p:cNvSpPr/>
              <p:nvPr/>
            </p:nvSpPr>
            <p:spPr>
              <a:xfrm>
                <a:off x="6086760" y="3250500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4" name="Google Shape;5254;p33"/>
              <p:cNvSpPr/>
              <p:nvPr/>
            </p:nvSpPr>
            <p:spPr>
              <a:xfrm>
                <a:off x="6168675" y="3169538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5" name="Google Shape;5255;p33"/>
              <p:cNvSpPr/>
              <p:nvPr/>
            </p:nvSpPr>
            <p:spPr>
              <a:xfrm>
                <a:off x="6250400" y="308848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6" name="Google Shape;5256;p33"/>
              <p:cNvSpPr/>
              <p:nvPr/>
            </p:nvSpPr>
            <p:spPr>
              <a:xfrm>
                <a:off x="6332219" y="3007423"/>
                <a:ext cx="20193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3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7" name="Google Shape;5257;p33"/>
              <p:cNvSpPr/>
              <p:nvPr/>
            </p:nvSpPr>
            <p:spPr>
              <a:xfrm>
                <a:off x="6414039" y="2926365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8" name="Google Shape;5258;p33"/>
              <p:cNvSpPr/>
              <p:nvPr/>
            </p:nvSpPr>
            <p:spPr>
              <a:xfrm>
                <a:off x="6495954" y="2845498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8" y="4137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9" name="Google Shape;5259;p33"/>
              <p:cNvSpPr/>
              <p:nvPr/>
            </p:nvSpPr>
            <p:spPr>
              <a:xfrm>
                <a:off x="6577774" y="2764440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0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0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0" name="Google Shape;5260;p33"/>
              <p:cNvSpPr/>
              <p:nvPr/>
            </p:nvSpPr>
            <p:spPr>
              <a:xfrm>
                <a:off x="6659499" y="268338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1" name="Google Shape;5261;p33"/>
              <p:cNvSpPr/>
              <p:nvPr/>
            </p:nvSpPr>
            <p:spPr>
              <a:xfrm>
                <a:off x="6741318" y="260232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2" name="Google Shape;5262;p33"/>
              <p:cNvSpPr/>
              <p:nvPr/>
            </p:nvSpPr>
            <p:spPr>
              <a:xfrm>
                <a:off x="6823138" y="2521362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620"/>
                    </a:cubicBezTo>
                    <a:cubicBezTo>
                      <a:pt x="0" y="333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620"/>
                    </a:cubicBezTo>
                    <a:cubicBezTo>
                      <a:pt x="15430" y="11811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3" name="Google Shape;5263;p33"/>
              <p:cNvSpPr/>
              <p:nvPr/>
            </p:nvSpPr>
            <p:spPr>
              <a:xfrm>
                <a:off x="6905053" y="2440399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4" name="Google Shape;5264;p33"/>
              <p:cNvSpPr/>
              <p:nvPr/>
            </p:nvSpPr>
            <p:spPr>
              <a:xfrm>
                <a:off x="6986873" y="2359341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5" name="Google Shape;5265;p33"/>
              <p:cNvSpPr/>
              <p:nvPr/>
            </p:nvSpPr>
            <p:spPr>
              <a:xfrm>
                <a:off x="7068597" y="2278284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7" y="0"/>
                      <a:pt x="12954" y="2857"/>
                      <a:pt x="12954" y="6477"/>
                    </a:cubicBezTo>
                    <a:cubicBezTo>
                      <a:pt x="12954" y="10096"/>
                      <a:pt x="10097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6" name="Google Shape;5266;p33"/>
              <p:cNvSpPr/>
              <p:nvPr/>
            </p:nvSpPr>
            <p:spPr>
              <a:xfrm>
                <a:off x="7150417" y="2197226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7" name="Google Shape;5267;p33"/>
              <p:cNvSpPr/>
              <p:nvPr/>
            </p:nvSpPr>
            <p:spPr>
              <a:xfrm>
                <a:off x="7232332" y="2116359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8" name="Google Shape;5268;p33"/>
              <p:cNvSpPr/>
              <p:nvPr/>
            </p:nvSpPr>
            <p:spPr>
              <a:xfrm>
                <a:off x="7314152" y="2035301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7" y="2381"/>
                      <a:pt x="10477" y="5239"/>
                    </a:cubicBezTo>
                    <a:cubicBezTo>
                      <a:pt x="10477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9" name="Google Shape;5269;p33"/>
              <p:cNvSpPr/>
              <p:nvPr/>
            </p:nvSpPr>
            <p:spPr>
              <a:xfrm>
                <a:off x="7395972" y="1954243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0" name="Google Shape;5270;p33"/>
              <p:cNvSpPr/>
              <p:nvPr/>
            </p:nvSpPr>
            <p:spPr>
              <a:xfrm>
                <a:off x="7477696" y="187318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1" name="Google Shape;5271;p33"/>
              <p:cNvSpPr/>
              <p:nvPr/>
            </p:nvSpPr>
            <p:spPr>
              <a:xfrm>
                <a:off x="7559611" y="1792318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2" name="Google Shape;5272;p33"/>
              <p:cNvSpPr/>
              <p:nvPr/>
            </p:nvSpPr>
            <p:spPr>
              <a:xfrm>
                <a:off x="7641431" y="1711260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3" name="Google Shape;5273;p33"/>
              <p:cNvSpPr/>
              <p:nvPr/>
            </p:nvSpPr>
            <p:spPr>
              <a:xfrm>
                <a:off x="7723250" y="1630203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4" name="Google Shape;5274;p33"/>
              <p:cNvSpPr/>
              <p:nvPr/>
            </p:nvSpPr>
            <p:spPr>
              <a:xfrm>
                <a:off x="7805070" y="1549145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5" name="Google Shape;5275;p33"/>
              <p:cNvSpPr/>
              <p:nvPr/>
            </p:nvSpPr>
            <p:spPr>
              <a:xfrm>
                <a:off x="7886890" y="1468278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6" name="Google Shape;5276;p33"/>
              <p:cNvSpPr/>
              <p:nvPr/>
            </p:nvSpPr>
            <p:spPr>
              <a:xfrm>
                <a:off x="7968710" y="1387220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4000" y="2000"/>
                    </a:moveTo>
                    <a:cubicBezTo>
                      <a:pt x="4000" y="3105"/>
                      <a:pt x="3105" y="4000"/>
                      <a:pt x="2000" y="4000"/>
                    </a:cubicBezTo>
                    <a:cubicBezTo>
                      <a:pt x="896" y="4000"/>
                      <a:pt x="0" y="3105"/>
                      <a:pt x="0" y="2000"/>
                    </a:cubicBezTo>
                    <a:cubicBezTo>
                      <a:pt x="0" y="896"/>
                      <a:pt x="896" y="0"/>
                      <a:pt x="2000" y="0"/>
                    </a:cubicBezTo>
                    <a:cubicBezTo>
                      <a:pt x="3105" y="0"/>
                      <a:pt x="4000" y="896"/>
                      <a:pt x="4000" y="20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7" name="Google Shape;5277;p33"/>
              <p:cNvSpPr/>
              <p:nvPr/>
            </p:nvSpPr>
            <p:spPr>
              <a:xfrm>
                <a:off x="8050530" y="1306162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7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8" name="Google Shape;5278;p33"/>
              <p:cNvSpPr/>
              <p:nvPr/>
            </p:nvSpPr>
            <p:spPr>
              <a:xfrm>
                <a:off x="8132349" y="1225104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2"/>
                      <a:pt x="571" y="0"/>
                      <a:pt x="1238" y="0"/>
                    </a:cubicBezTo>
                    <a:cubicBezTo>
                      <a:pt x="1905" y="0"/>
                      <a:pt x="2476" y="572"/>
                      <a:pt x="2476" y="1238"/>
                    </a:cubicBezTo>
                    <a:cubicBezTo>
                      <a:pt x="2476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9" name="Google Shape;5279;p33"/>
              <p:cNvSpPr/>
              <p:nvPr/>
            </p:nvSpPr>
            <p:spPr>
              <a:xfrm>
                <a:off x="8214264" y="1144142"/>
                <a:ext cx="1523" cy="1619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1619" extrusionOk="0">
                    <a:moveTo>
                      <a:pt x="762" y="1619"/>
                    </a:moveTo>
                    <a:cubicBezTo>
                      <a:pt x="762" y="1619"/>
                      <a:pt x="0" y="1238"/>
                      <a:pt x="0" y="762"/>
                    </a:cubicBezTo>
                    <a:cubicBezTo>
                      <a:pt x="0" y="286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619"/>
                      <a:pt x="762" y="16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80" name="Google Shape;5280;p33"/>
            <p:cNvGrpSpPr/>
            <p:nvPr/>
          </p:nvGrpSpPr>
          <p:grpSpPr>
            <a:xfrm>
              <a:off x="3821525" y="1149952"/>
              <a:ext cx="4238148" cy="4257198"/>
              <a:chOff x="3821525" y="1149952"/>
              <a:chExt cx="4238148" cy="4257198"/>
            </a:xfrm>
          </p:grpSpPr>
          <p:sp>
            <p:nvSpPr>
              <p:cNvPr id="5281" name="Google Shape;5281;p33"/>
              <p:cNvSpPr/>
              <p:nvPr/>
            </p:nvSpPr>
            <p:spPr>
              <a:xfrm>
                <a:off x="3821525" y="5362764"/>
                <a:ext cx="22193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22193" h="44386" extrusionOk="0">
                    <a:moveTo>
                      <a:pt x="0" y="0"/>
                    </a:moveTo>
                    <a:cubicBezTo>
                      <a:pt x="12287" y="0"/>
                      <a:pt x="22193" y="9906"/>
                      <a:pt x="22193" y="22193"/>
                    </a:cubicBezTo>
                    <a:cubicBezTo>
                      <a:pt x="22193" y="34481"/>
                      <a:pt x="12287" y="44387"/>
                      <a:pt x="0" y="4438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2" name="Google Shape;5282;p33"/>
              <p:cNvSpPr/>
              <p:nvPr/>
            </p:nvSpPr>
            <p:spPr>
              <a:xfrm>
                <a:off x="3884199" y="5281707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715"/>
                      <a:pt x="43625" y="21812"/>
                    </a:cubicBezTo>
                    <a:cubicBezTo>
                      <a:pt x="43625" y="33909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3" name="Google Shape;5283;p33"/>
              <p:cNvSpPr/>
              <p:nvPr/>
            </p:nvSpPr>
            <p:spPr>
              <a:xfrm>
                <a:off x="3966019" y="5200649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2" y="9620"/>
                      <a:pt x="42862" y="21431"/>
                    </a:cubicBezTo>
                    <a:cubicBezTo>
                      <a:pt x="42862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4" name="Google Shape;5284;p33"/>
              <p:cNvSpPr/>
              <p:nvPr/>
            </p:nvSpPr>
            <p:spPr>
              <a:xfrm>
                <a:off x="4047934" y="5119782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5" name="Google Shape;5285;p33"/>
              <p:cNvSpPr/>
              <p:nvPr/>
            </p:nvSpPr>
            <p:spPr>
              <a:xfrm>
                <a:off x="4129754" y="5038724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6" name="Google Shape;5286;p33"/>
              <p:cNvSpPr/>
              <p:nvPr/>
            </p:nvSpPr>
            <p:spPr>
              <a:xfrm>
                <a:off x="4211478" y="4957666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7" name="Google Shape;5287;p33"/>
              <p:cNvSpPr/>
              <p:nvPr/>
            </p:nvSpPr>
            <p:spPr>
              <a:xfrm>
                <a:off x="4293298" y="4876609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8" name="Google Shape;5288;p33"/>
              <p:cNvSpPr/>
              <p:nvPr/>
            </p:nvSpPr>
            <p:spPr>
              <a:xfrm>
                <a:off x="4375213" y="479574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9" name="Google Shape;5289;p33"/>
              <p:cNvSpPr/>
              <p:nvPr/>
            </p:nvSpPr>
            <p:spPr>
              <a:xfrm>
                <a:off x="4457033" y="4714684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0" name="Google Shape;5290;p33"/>
              <p:cNvSpPr/>
              <p:nvPr/>
            </p:nvSpPr>
            <p:spPr>
              <a:xfrm>
                <a:off x="4538852" y="4633626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1" name="Google Shape;5291;p33"/>
              <p:cNvSpPr/>
              <p:nvPr/>
            </p:nvSpPr>
            <p:spPr>
              <a:xfrm>
                <a:off x="4620577" y="4552568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2" name="Google Shape;5292;p33"/>
              <p:cNvSpPr/>
              <p:nvPr/>
            </p:nvSpPr>
            <p:spPr>
              <a:xfrm>
                <a:off x="4702492" y="4471701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3" name="Google Shape;5293;p33"/>
              <p:cNvSpPr/>
              <p:nvPr/>
            </p:nvSpPr>
            <p:spPr>
              <a:xfrm>
                <a:off x="4784312" y="4390643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4" name="Google Shape;5294;p33"/>
              <p:cNvSpPr/>
              <p:nvPr/>
            </p:nvSpPr>
            <p:spPr>
              <a:xfrm>
                <a:off x="4866131" y="4309585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5" name="Google Shape;5295;p33"/>
              <p:cNvSpPr/>
              <p:nvPr/>
            </p:nvSpPr>
            <p:spPr>
              <a:xfrm>
                <a:off x="4947951" y="4228528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6" name="Google Shape;5296;p33"/>
              <p:cNvSpPr/>
              <p:nvPr/>
            </p:nvSpPr>
            <p:spPr>
              <a:xfrm>
                <a:off x="5029771" y="4147565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5" y="7239"/>
                      <a:pt x="32195" y="16097"/>
                    </a:cubicBezTo>
                    <a:cubicBezTo>
                      <a:pt x="32195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7" name="Google Shape;5297;p33"/>
              <p:cNvSpPr/>
              <p:nvPr/>
            </p:nvSpPr>
            <p:spPr>
              <a:xfrm>
                <a:off x="5111591" y="4066603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8" name="Google Shape;5298;p33"/>
              <p:cNvSpPr/>
              <p:nvPr/>
            </p:nvSpPr>
            <p:spPr>
              <a:xfrm>
                <a:off x="5193411" y="3985545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9" name="Google Shape;5299;p33"/>
              <p:cNvSpPr/>
              <p:nvPr/>
            </p:nvSpPr>
            <p:spPr>
              <a:xfrm>
                <a:off x="5275230" y="3904487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0" name="Google Shape;5300;p33"/>
              <p:cNvSpPr/>
              <p:nvPr/>
            </p:nvSpPr>
            <p:spPr>
              <a:xfrm>
                <a:off x="5357050" y="3823429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1" name="Google Shape;5301;p33"/>
              <p:cNvSpPr/>
              <p:nvPr/>
            </p:nvSpPr>
            <p:spPr>
              <a:xfrm>
                <a:off x="5438870" y="3742562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2" name="Google Shape;5302;p33"/>
              <p:cNvSpPr/>
              <p:nvPr/>
            </p:nvSpPr>
            <p:spPr>
              <a:xfrm>
                <a:off x="5520690" y="3661504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096" y="0"/>
                      <a:pt x="13716" y="0"/>
                    </a:cubicBezTo>
                    <a:cubicBezTo>
                      <a:pt x="21336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3" name="Google Shape;5303;p33"/>
              <p:cNvSpPr/>
              <p:nvPr/>
            </p:nvSpPr>
            <p:spPr>
              <a:xfrm>
                <a:off x="5602509" y="3580446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4" name="Google Shape;5304;p33"/>
              <p:cNvSpPr/>
              <p:nvPr/>
            </p:nvSpPr>
            <p:spPr>
              <a:xfrm>
                <a:off x="5684329" y="3499389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5" name="Google Shape;5305;p33"/>
              <p:cNvSpPr/>
              <p:nvPr/>
            </p:nvSpPr>
            <p:spPr>
              <a:xfrm>
                <a:off x="5766244" y="34184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6" name="Google Shape;5306;p33"/>
              <p:cNvSpPr/>
              <p:nvPr/>
            </p:nvSpPr>
            <p:spPr>
              <a:xfrm>
                <a:off x="5847969" y="3337464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7" name="Google Shape;5307;p33"/>
              <p:cNvSpPr/>
              <p:nvPr/>
            </p:nvSpPr>
            <p:spPr>
              <a:xfrm>
                <a:off x="5929788" y="3256406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8" name="Google Shape;5308;p33"/>
              <p:cNvSpPr/>
              <p:nvPr/>
            </p:nvSpPr>
            <p:spPr>
              <a:xfrm>
                <a:off x="6011608" y="3175348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9" name="Google Shape;5309;p33"/>
              <p:cNvSpPr/>
              <p:nvPr/>
            </p:nvSpPr>
            <p:spPr>
              <a:xfrm>
                <a:off x="6093523" y="3094481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0" name="Google Shape;5310;p33"/>
              <p:cNvSpPr/>
              <p:nvPr/>
            </p:nvSpPr>
            <p:spPr>
              <a:xfrm>
                <a:off x="6175343" y="3013328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1" name="Google Shape;5311;p33"/>
              <p:cNvSpPr/>
              <p:nvPr/>
            </p:nvSpPr>
            <p:spPr>
              <a:xfrm>
                <a:off x="6257067" y="293227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2" name="Google Shape;5312;p33"/>
              <p:cNvSpPr/>
              <p:nvPr/>
            </p:nvSpPr>
            <p:spPr>
              <a:xfrm>
                <a:off x="6338887" y="285121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145"/>
                      <a:pt x="0" y="9716"/>
                    </a:cubicBezTo>
                    <a:cubicBezTo>
                      <a:pt x="0" y="4286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3" name="Google Shape;5313;p33"/>
              <p:cNvSpPr/>
              <p:nvPr/>
            </p:nvSpPr>
            <p:spPr>
              <a:xfrm>
                <a:off x="6420802" y="2770345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4" name="Google Shape;5314;p33"/>
              <p:cNvSpPr/>
              <p:nvPr/>
            </p:nvSpPr>
            <p:spPr>
              <a:xfrm>
                <a:off x="6502622" y="268928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5" name="Google Shape;5315;p33"/>
              <p:cNvSpPr/>
              <p:nvPr/>
            </p:nvSpPr>
            <p:spPr>
              <a:xfrm>
                <a:off x="6584441" y="2608230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6" name="Google Shape;5316;p33"/>
              <p:cNvSpPr/>
              <p:nvPr/>
            </p:nvSpPr>
            <p:spPr>
              <a:xfrm>
                <a:off x="6666166" y="2527172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7" name="Google Shape;5317;p33"/>
              <p:cNvSpPr/>
              <p:nvPr/>
            </p:nvSpPr>
            <p:spPr>
              <a:xfrm>
                <a:off x="6748081" y="2446114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0"/>
                    </a:moveTo>
                    <a:cubicBezTo>
                      <a:pt x="3429" y="15430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0"/>
                      <a:pt x="7620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8" name="Google Shape;5318;p33"/>
              <p:cNvSpPr/>
              <p:nvPr/>
            </p:nvSpPr>
            <p:spPr>
              <a:xfrm>
                <a:off x="6829901" y="2365247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9" name="Google Shape;5319;p33"/>
              <p:cNvSpPr/>
              <p:nvPr/>
            </p:nvSpPr>
            <p:spPr>
              <a:xfrm>
                <a:off x="6911721" y="2284189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0" name="Google Shape;5320;p33"/>
              <p:cNvSpPr/>
              <p:nvPr/>
            </p:nvSpPr>
            <p:spPr>
              <a:xfrm>
                <a:off x="6993540" y="220313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1" name="Google Shape;5321;p33"/>
              <p:cNvSpPr/>
              <p:nvPr/>
            </p:nvSpPr>
            <p:spPr>
              <a:xfrm>
                <a:off x="7075265" y="2122074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2" name="Google Shape;5322;p33"/>
              <p:cNvSpPr/>
              <p:nvPr/>
            </p:nvSpPr>
            <p:spPr>
              <a:xfrm>
                <a:off x="7157180" y="2041207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3" name="Google Shape;5323;p33"/>
              <p:cNvSpPr/>
              <p:nvPr/>
            </p:nvSpPr>
            <p:spPr>
              <a:xfrm>
                <a:off x="7239000" y="1960149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4" name="Google Shape;5324;p33"/>
              <p:cNvSpPr/>
              <p:nvPr/>
            </p:nvSpPr>
            <p:spPr>
              <a:xfrm>
                <a:off x="7320819" y="187909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5" name="Google Shape;5325;p33"/>
              <p:cNvSpPr/>
              <p:nvPr/>
            </p:nvSpPr>
            <p:spPr>
              <a:xfrm>
                <a:off x="7402639" y="1798033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6" name="Google Shape;5326;p33"/>
              <p:cNvSpPr/>
              <p:nvPr/>
            </p:nvSpPr>
            <p:spPr>
              <a:xfrm>
                <a:off x="7484459" y="1717166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7" name="Google Shape;5327;p33"/>
              <p:cNvSpPr/>
              <p:nvPr/>
            </p:nvSpPr>
            <p:spPr>
              <a:xfrm>
                <a:off x="7566278" y="1636108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8" name="Google Shape;5328;p33"/>
              <p:cNvSpPr/>
              <p:nvPr/>
            </p:nvSpPr>
            <p:spPr>
              <a:xfrm>
                <a:off x="7648098" y="1555050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9" name="Google Shape;5329;p33"/>
              <p:cNvSpPr/>
              <p:nvPr/>
            </p:nvSpPr>
            <p:spPr>
              <a:xfrm>
                <a:off x="7729918" y="1473993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0" name="Google Shape;5330;p33"/>
              <p:cNvSpPr/>
              <p:nvPr/>
            </p:nvSpPr>
            <p:spPr>
              <a:xfrm>
                <a:off x="7811833" y="1393126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1" name="Google Shape;5331;p33"/>
              <p:cNvSpPr/>
              <p:nvPr/>
            </p:nvSpPr>
            <p:spPr>
              <a:xfrm>
                <a:off x="7893558" y="1312068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2" name="Google Shape;5332;p33"/>
              <p:cNvSpPr/>
              <p:nvPr/>
            </p:nvSpPr>
            <p:spPr>
              <a:xfrm>
                <a:off x="7975377" y="1231010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3" name="Google Shape;5333;p33"/>
              <p:cNvSpPr/>
              <p:nvPr/>
            </p:nvSpPr>
            <p:spPr>
              <a:xfrm>
                <a:off x="8057197" y="1149952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34" name="Google Shape;5334;p33"/>
            <p:cNvGrpSpPr/>
            <p:nvPr/>
          </p:nvGrpSpPr>
          <p:grpSpPr>
            <a:xfrm>
              <a:off x="3825335" y="1155858"/>
              <a:ext cx="4078128" cy="4094320"/>
              <a:chOff x="3825335" y="1155858"/>
              <a:chExt cx="4078128" cy="4094320"/>
            </a:xfrm>
          </p:grpSpPr>
          <p:sp>
            <p:nvSpPr>
              <p:cNvPr id="5335" name="Google Shape;5335;p33"/>
              <p:cNvSpPr/>
              <p:nvPr/>
            </p:nvSpPr>
            <p:spPr>
              <a:xfrm>
                <a:off x="3825335" y="5206554"/>
                <a:ext cx="21812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43624" extrusionOk="0">
                    <a:moveTo>
                      <a:pt x="0" y="43625"/>
                    </a:moveTo>
                    <a:cubicBezTo>
                      <a:pt x="12002" y="43625"/>
                      <a:pt x="21812" y="33909"/>
                      <a:pt x="21812" y="21812"/>
                    </a:cubicBezTo>
                    <a:cubicBezTo>
                      <a:pt x="21812" y="9716"/>
                      <a:pt x="12097" y="0"/>
                      <a:pt x="0" y="0"/>
                    </a:cubicBezTo>
                    <a:lnTo>
                      <a:pt x="0" y="4362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6" name="Google Shape;5336;p33"/>
              <p:cNvSpPr/>
              <p:nvPr/>
            </p:nvSpPr>
            <p:spPr>
              <a:xfrm>
                <a:off x="3890867" y="5125592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7" name="Google Shape;5337;p33"/>
              <p:cNvSpPr/>
              <p:nvPr/>
            </p:nvSpPr>
            <p:spPr>
              <a:xfrm>
                <a:off x="3972782" y="5044629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8" name="Google Shape;5338;p33"/>
              <p:cNvSpPr/>
              <p:nvPr/>
            </p:nvSpPr>
            <p:spPr>
              <a:xfrm>
                <a:off x="4054602" y="4963572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9" name="Google Shape;5339;p33"/>
              <p:cNvSpPr/>
              <p:nvPr/>
            </p:nvSpPr>
            <p:spPr>
              <a:xfrm>
                <a:off x="4136326" y="4882514"/>
                <a:ext cx="40386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0" name="Google Shape;5340;p33"/>
              <p:cNvSpPr/>
              <p:nvPr/>
            </p:nvSpPr>
            <p:spPr>
              <a:xfrm>
                <a:off x="4218146" y="4801456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1" name="Google Shape;5341;p33"/>
              <p:cNvSpPr/>
              <p:nvPr/>
            </p:nvSpPr>
            <p:spPr>
              <a:xfrm>
                <a:off x="4300061" y="4720589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2" name="Google Shape;5342;p33"/>
              <p:cNvSpPr/>
              <p:nvPr/>
            </p:nvSpPr>
            <p:spPr>
              <a:xfrm>
                <a:off x="4381881" y="4639531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3" name="Google Shape;5343;p33"/>
              <p:cNvSpPr/>
              <p:nvPr/>
            </p:nvSpPr>
            <p:spPr>
              <a:xfrm>
                <a:off x="4463700" y="4558473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4" name="Google Shape;5344;p33"/>
              <p:cNvSpPr/>
              <p:nvPr/>
            </p:nvSpPr>
            <p:spPr>
              <a:xfrm>
                <a:off x="4545425" y="4477416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5" name="Google Shape;5345;p33"/>
              <p:cNvSpPr/>
              <p:nvPr/>
            </p:nvSpPr>
            <p:spPr>
              <a:xfrm>
                <a:off x="4627340" y="4396548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7"/>
                    </a:cubicBezTo>
                    <a:cubicBezTo>
                      <a:pt x="35433" y="27527"/>
                      <a:pt x="27432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6" name="Google Shape;5346;p33"/>
              <p:cNvSpPr/>
              <p:nvPr/>
            </p:nvSpPr>
            <p:spPr>
              <a:xfrm>
                <a:off x="4709160" y="4315491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7" name="Google Shape;5347;p33"/>
              <p:cNvSpPr/>
              <p:nvPr/>
            </p:nvSpPr>
            <p:spPr>
              <a:xfrm>
                <a:off x="4790979" y="4234433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8" name="Google Shape;5348;p33"/>
              <p:cNvSpPr/>
              <p:nvPr/>
            </p:nvSpPr>
            <p:spPr>
              <a:xfrm>
                <a:off x="4872799" y="4153375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8"/>
                      <a:pt x="0" y="16574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4"/>
                    </a:cubicBezTo>
                    <a:cubicBezTo>
                      <a:pt x="33147" y="25718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9" name="Google Shape;5349;p33"/>
              <p:cNvSpPr/>
              <p:nvPr/>
            </p:nvSpPr>
            <p:spPr>
              <a:xfrm>
                <a:off x="4954524" y="4072413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0" name="Google Shape;5350;p33"/>
              <p:cNvSpPr/>
              <p:nvPr/>
            </p:nvSpPr>
            <p:spPr>
              <a:xfrm>
                <a:off x="5036439" y="3991450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1" name="Google Shape;5351;p33"/>
              <p:cNvSpPr/>
              <p:nvPr/>
            </p:nvSpPr>
            <p:spPr>
              <a:xfrm>
                <a:off x="5118258" y="3910393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2" name="Google Shape;5352;p33"/>
              <p:cNvSpPr/>
              <p:nvPr/>
            </p:nvSpPr>
            <p:spPr>
              <a:xfrm>
                <a:off x="5200078" y="3829335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3" name="Google Shape;5353;p33"/>
              <p:cNvSpPr/>
              <p:nvPr/>
            </p:nvSpPr>
            <p:spPr>
              <a:xfrm>
                <a:off x="5281898" y="3748277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4"/>
                      <a:pt x="6525" y="0"/>
                      <a:pt x="14573" y="0"/>
                    </a:cubicBezTo>
                    <a:cubicBezTo>
                      <a:pt x="22622" y="0"/>
                      <a:pt x="29146" y="6524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4" name="Google Shape;5354;p33"/>
              <p:cNvSpPr/>
              <p:nvPr/>
            </p:nvSpPr>
            <p:spPr>
              <a:xfrm>
                <a:off x="5363717" y="3667410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5" name="Google Shape;5355;p33"/>
              <p:cNvSpPr/>
              <p:nvPr/>
            </p:nvSpPr>
            <p:spPr>
              <a:xfrm>
                <a:off x="5445537" y="3586352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6" name="Google Shape;5356;p33"/>
              <p:cNvSpPr/>
              <p:nvPr/>
            </p:nvSpPr>
            <p:spPr>
              <a:xfrm>
                <a:off x="5527357" y="3505294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7" name="Google Shape;5357;p33"/>
              <p:cNvSpPr/>
              <p:nvPr/>
            </p:nvSpPr>
            <p:spPr>
              <a:xfrm>
                <a:off x="5609177" y="3424237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8" name="Google Shape;5358;p33"/>
              <p:cNvSpPr/>
              <p:nvPr/>
            </p:nvSpPr>
            <p:spPr>
              <a:xfrm>
                <a:off x="5691092" y="3343369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9" name="Google Shape;5359;p33"/>
              <p:cNvSpPr/>
              <p:nvPr/>
            </p:nvSpPr>
            <p:spPr>
              <a:xfrm>
                <a:off x="5772816" y="3262312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0" name="Google Shape;5360;p33"/>
              <p:cNvSpPr/>
              <p:nvPr/>
            </p:nvSpPr>
            <p:spPr>
              <a:xfrm>
                <a:off x="5854636" y="3181254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1" name="Google Shape;5361;p33"/>
              <p:cNvSpPr/>
              <p:nvPr/>
            </p:nvSpPr>
            <p:spPr>
              <a:xfrm>
                <a:off x="5936456" y="3100196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2" name="Google Shape;5362;p33"/>
              <p:cNvSpPr/>
              <p:nvPr/>
            </p:nvSpPr>
            <p:spPr>
              <a:xfrm>
                <a:off x="6018371" y="3019329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3" name="Google Shape;5363;p33"/>
              <p:cNvSpPr/>
              <p:nvPr/>
            </p:nvSpPr>
            <p:spPr>
              <a:xfrm>
                <a:off x="6100191" y="2938271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4" name="Google Shape;5364;p33"/>
              <p:cNvSpPr/>
              <p:nvPr/>
            </p:nvSpPr>
            <p:spPr>
              <a:xfrm>
                <a:off x="6181915" y="2857213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5" name="Google Shape;5365;p33"/>
              <p:cNvSpPr/>
              <p:nvPr/>
            </p:nvSpPr>
            <p:spPr>
              <a:xfrm>
                <a:off x="6263735" y="2776156"/>
                <a:ext cx="19431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0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6" name="Google Shape;5366;p33"/>
              <p:cNvSpPr/>
              <p:nvPr/>
            </p:nvSpPr>
            <p:spPr>
              <a:xfrm>
                <a:off x="6345650" y="2695193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8"/>
                    </a:moveTo>
                    <a:cubicBezTo>
                      <a:pt x="4096" y="18478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8"/>
                      <a:pt x="9239" y="18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7" name="Google Shape;5367;p33"/>
              <p:cNvSpPr/>
              <p:nvPr/>
            </p:nvSpPr>
            <p:spPr>
              <a:xfrm>
                <a:off x="6427469" y="2614135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8" name="Google Shape;5368;p33"/>
              <p:cNvSpPr/>
              <p:nvPr/>
            </p:nvSpPr>
            <p:spPr>
              <a:xfrm>
                <a:off x="6509289" y="2533078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5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9" name="Google Shape;5369;p33"/>
              <p:cNvSpPr/>
              <p:nvPr/>
            </p:nvSpPr>
            <p:spPr>
              <a:xfrm>
                <a:off x="6591014" y="2452020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0" name="Google Shape;5370;p33"/>
              <p:cNvSpPr/>
              <p:nvPr/>
            </p:nvSpPr>
            <p:spPr>
              <a:xfrm>
                <a:off x="6672833" y="2371057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715"/>
                    </a:cubicBezTo>
                    <a:cubicBezTo>
                      <a:pt x="0" y="352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2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1" name="Google Shape;5371;p33"/>
              <p:cNvSpPr/>
              <p:nvPr/>
            </p:nvSpPr>
            <p:spPr>
              <a:xfrm>
                <a:off x="6754749" y="2290095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2" name="Google Shape;5372;p33"/>
              <p:cNvSpPr/>
              <p:nvPr/>
            </p:nvSpPr>
            <p:spPr>
              <a:xfrm>
                <a:off x="6836568" y="2209037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3" name="Google Shape;5373;p33"/>
              <p:cNvSpPr/>
              <p:nvPr/>
            </p:nvSpPr>
            <p:spPr>
              <a:xfrm>
                <a:off x="6918388" y="2127979"/>
                <a:ext cx="12954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4" name="Google Shape;5374;p33"/>
              <p:cNvSpPr/>
              <p:nvPr/>
            </p:nvSpPr>
            <p:spPr>
              <a:xfrm>
                <a:off x="7000113" y="2046922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5" name="Google Shape;5375;p33"/>
              <p:cNvSpPr/>
              <p:nvPr/>
            </p:nvSpPr>
            <p:spPr>
              <a:xfrm>
                <a:off x="7082027" y="1966054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7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6" name="Google Shape;5376;p33"/>
              <p:cNvSpPr/>
              <p:nvPr/>
            </p:nvSpPr>
            <p:spPr>
              <a:xfrm>
                <a:off x="7163847" y="1884997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7" name="Google Shape;5377;p33"/>
              <p:cNvSpPr/>
              <p:nvPr/>
            </p:nvSpPr>
            <p:spPr>
              <a:xfrm>
                <a:off x="7245667" y="1803939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8" name="Google Shape;5378;p33"/>
              <p:cNvSpPr/>
              <p:nvPr/>
            </p:nvSpPr>
            <p:spPr>
              <a:xfrm>
                <a:off x="7327487" y="1722881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9" name="Google Shape;5379;p33"/>
              <p:cNvSpPr/>
              <p:nvPr/>
            </p:nvSpPr>
            <p:spPr>
              <a:xfrm>
                <a:off x="7409307" y="1642014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0" name="Google Shape;5380;p33"/>
              <p:cNvSpPr/>
              <p:nvPr/>
            </p:nvSpPr>
            <p:spPr>
              <a:xfrm>
                <a:off x="7491126" y="1560956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1" name="Google Shape;5381;p33"/>
              <p:cNvSpPr/>
              <p:nvPr/>
            </p:nvSpPr>
            <p:spPr>
              <a:xfrm>
                <a:off x="7572946" y="1479898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2" name="Google Shape;5382;p33"/>
              <p:cNvSpPr/>
              <p:nvPr/>
            </p:nvSpPr>
            <p:spPr>
              <a:xfrm>
                <a:off x="7654766" y="1398841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3" name="Google Shape;5383;p33"/>
              <p:cNvSpPr/>
              <p:nvPr/>
            </p:nvSpPr>
            <p:spPr>
              <a:xfrm>
                <a:off x="7736681" y="1317973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4" name="Google Shape;5384;p33"/>
              <p:cNvSpPr/>
              <p:nvPr/>
            </p:nvSpPr>
            <p:spPr>
              <a:xfrm>
                <a:off x="7818405" y="1236915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8" y="4001"/>
                      <a:pt x="0" y="3143"/>
                      <a:pt x="0" y="2000"/>
                    </a:cubicBezTo>
                    <a:cubicBezTo>
                      <a:pt x="0" y="857"/>
                      <a:pt x="858" y="0"/>
                      <a:pt x="2000" y="0"/>
                    </a:cubicBezTo>
                    <a:cubicBezTo>
                      <a:pt x="3143" y="0"/>
                      <a:pt x="4001" y="857"/>
                      <a:pt x="4001" y="2000"/>
                    </a:cubicBezTo>
                    <a:cubicBezTo>
                      <a:pt x="4001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5" name="Google Shape;5385;p33"/>
              <p:cNvSpPr/>
              <p:nvPr/>
            </p:nvSpPr>
            <p:spPr>
              <a:xfrm>
                <a:off x="7900225" y="1155858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6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6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86" name="Google Shape;5386;p33"/>
            <p:cNvGrpSpPr/>
            <p:nvPr/>
          </p:nvGrpSpPr>
          <p:grpSpPr>
            <a:xfrm>
              <a:off x="3826954" y="1161763"/>
              <a:ext cx="3920299" cy="3931539"/>
              <a:chOff x="3826954" y="1161763"/>
              <a:chExt cx="3920299" cy="3931539"/>
            </a:xfrm>
          </p:grpSpPr>
          <p:sp>
            <p:nvSpPr>
              <p:cNvPr id="5387" name="Google Shape;5387;p33"/>
              <p:cNvSpPr/>
              <p:nvPr/>
            </p:nvSpPr>
            <p:spPr>
              <a:xfrm>
                <a:off x="3826954" y="5050440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8" name="Google Shape;5388;p33"/>
              <p:cNvSpPr/>
              <p:nvPr/>
            </p:nvSpPr>
            <p:spPr>
              <a:xfrm>
                <a:off x="3897629" y="4969572"/>
                <a:ext cx="41910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10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9" name="Google Shape;5389;p33"/>
              <p:cNvSpPr/>
              <p:nvPr/>
            </p:nvSpPr>
            <p:spPr>
              <a:xfrm>
                <a:off x="3979449" y="4888420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0" name="Google Shape;5390;p33"/>
              <p:cNvSpPr/>
              <p:nvPr/>
            </p:nvSpPr>
            <p:spPr>
              <a:xfrm>
                <a:off x="4061269" y="4807362"/>
                <a:ext cx="40386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1" name="Google Shape;5391;p33"/>
              <p:cNvSpPr/>
              <p:nvPr/>
            </p:nvSpPr>
            <p:spPr>
              <a:xfrm>
                <a:off x="4142993" y="4726304"/>
                <a:ext cx="39623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3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2" name="Google Shape;5392;p33"/>
              <p:cNvSpPr/>
              <p:nvPr/>
            </p:nvSpPr>
            <p:spPr>
              <a:xfrm>
                <a:off x="4224909" y="4645437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3" name="Google Shape;5393;p33"/>
              <p:cNvSpPr/>
              <p:nvPr/>
            </p:nvSpPr>
            <p:spPr>
              <a:xfrm>
                <a:off x="4306728" y="4564379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4" name="Google Shape;5394;p33"/>
              <p:cNvSpPr/>
              <p:nvPr/>
            </p:nvSpPr>
            <p:spPr>
              <a:xfrm>
                <a:off x="4388548" y="4483321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5" name="Google Shape;5395;p33"/>
              <p:cNvSpPr/>
              <p:nvPr/>
            </p:nvSpPr>
            <p:spPr>
              <a:xfrm>
                <a:off x="4470368" y="4402263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6" name="Google Shape;5396;p33"/>
              <p:cNvSpPr/>
              <p:nvPr/>
            </p:nvSpPr>
            <p:spPr>
              <a:xfrm rot="-128855">
                <a:off x="4552045" y="4321410"/>
                <a:ext cx="35458" cy="3545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35433" y="17716"/>
                    </a:moveTo>
                    <a:cubicBezTo>
                      <a:pt x="35433" y="27501"/>
                      <a:pt x="27501" y="35433"/>
                      <a:pt x="17716" y="35433"/>
                    </a:cubicBezTo>
                    <a:cubicBezTo>
                      <a:pt x="7932" y="35433"/>
                      <a:pt x="0" y="27501"/>
                      <a:pt x="0" y="17716"/>
                    </a:cubicBezTo>
                    <a:cubicBezTo>
                      <a:pt x="0" y="7932"/>
                      <a:pt x="7932" y="0"/>
                      <a:pt x="17716" y="0"/>
                    </a:cubicBezTo>
                    <a:cubicBezTo>
                      <a:pt x="27501" y="0"/>
                      <a:pt x="35433" y="7932"/>
                      <a:pt x="35433" y="17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7" name="Google Shape;5397;p33"/>
              <p:cNvSpPr/>
              <p:nvPr/>
            </p:nvSpPr>
            <p:spPr>
              <a:xfrm>
                <a:off x="4634007" y="4240338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8" name="Google Shape;5398;p33"/>
              <p:cNvSpPr/>
              <p:nvPr/>
            </p:nvSpPr>
            <p:spPr>
              <a:xfrm>
                <a:off x="4715827" y="4159281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9" name="Google Shape;5399;p33"/>
              <p:cNvSpPr/>
              <p:nvPr/>
            </p:nvSpPr>
            <p:spPr>
              <a:xfrm>
                <a:off x="4797647" y="4078223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0" name="Google Shape;5400;p33"/>
              <p:cNvSpPr/>
              <p:nvPr/>
            </p:nvSpPr>
            <p:spPr>
              <a:xfrm>
                <a:off x="4879562" y="3997261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2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4" y="7239"/>
                      <a:pt x="32194" y="16192"/>
                    </a:cubicBezTo>
                    <a:cubicBezTo>
                      <a:pt x="32194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1" name="Google Shape;5401;p33"/>
              <p:cNvSpPr/>
              <p:nvPr/>
            </p:nvSpPr>
            <p:spPr>
              <a:xfrm>
                <a:off x="4961286" y="3916298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2" y="7048"/>
                      <a:pt x="31432" y="15716"/>
                    </a:cubicBezTo>
                    <a:cubicBezTo>
                      <a:pt x="31432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2" name="Google Shape;5402;p33"/>
              <p:cNvSpPr/>
              <p:nvPr/>
            </p:nvSpPr>
            <p:spPr>
              <a:xfrm>
                <a:off x="5043106" y="3835240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0" y="6858"/>
                      <a:pt x="30670" y="15335"/>
                    </a:cubicBezTo>
                    <a:cubicBezTo>
                      <a:pt x="30670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3" name="Google Shape;5403;p33"/>
              <p:cNvSpPr/>
              <p:nvPr/>
            </p:nvSpPr>
            <p:spPr>
              <a:xfrm>
                <a:off x="5124926" y="3754183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4" name="Google Shape;5404;p33"/>
              <p:cNvSpPr/>
              <p:nvPr/>
            </p:nvSpPr>
            <p:spPr>
              <a:xfrm>
                <a:off x="5206746" y="3673125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7"/>
                      <a:pt x="14573" y="29147"/>
                    </a:cubicBezTo>
                    <a:cubicBezTo>
                      <a:pt x="6525" y="29147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5" name="Google Shape;5405;p33"/>
              <p:cNvSpPr/>
              <p:nvPr/>
            </p:nvSpPr>
            <p:spPr>
              <a:xfrm>
                <a:off x="5288565" y="3592258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6" name="Google Shape;5406;p33"/>
              <p:cNvSpPr/>
              <p:nvPr/>
            </p:nvSpPr>
            <p:spPr>
              <a:xfrm>
                <a:off x="5370385" y="3511200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7" name="Google Shape;5407;p33"/>
              <p:cNvSpPr/>
              <p:nvPr/>
            </p:nvSpPr>
            <p:spPr>
              <a:xfrm>
                <a:off x="5452205" y="3430142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8" name="Google Shape;5408;p33"/>
              <p:cNvSpPr/>
              <p:nvPr/>
            </p:nvSpPr>
            <p:spPr>
              <a:xfrm>
                <a:off x="5534025" y="3349084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9" name="Google Shape;5409;p33"/>
              <p:cNvSpPr/>
              <p:nvPr/>
            </p:nvSpPr>
            <p:spPr>
              <a:xfrm>
                <a:off x="5615940" y="3268217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0" name="Google Shape;5410;p33"/>
              <p:cNvSpPr/>
              <p:nvPr/>
            </p:nvSpPr>
            <p:spPr>
              <a:xfrm>
                <a:off x="5697759" y="3187159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1" name="Google Shape;5411;p33"/>
              <p:cNvSpPr/>
              <p:nvPr/>
            </p:nvSpPr>
            <p:spPr>
              <a:xfrm>
                <a:off x="5779484" y="310610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2" name="Google Shape;5412;p33"/>
              <p:cNvSpPr/>
              <p:nvPr/>
            </p:nvSpPr>
            <p:spPr>
              <a:xfrm>
                <a:off x="5861304" y="3025044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3" name="Google Shape;5413;p33"/>
              <p:cNvSpPr/>
              <p:nvPr/>
            </p:nvSpPr>
            <p:spPr>
              <a:xfrm>
                <a:off x="5943219" y="2944177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4" name="Google Shape;5414;p33"/>
              <p:cNvSpPr/>
              <p:nvPr/>
            </p:nvSpPr>
            <p:spPr>
              <a:xfrm>
                <a:off x="6025038" y="2863119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5" name="Google Shape;5415;p33"/>
              <p:cNvSpPr/>
              <p:nvPr/>
            </p:nvSpPr>
            <p:spPr>
              <a:xfrm>
                <a:off x="6106763" y="2782061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6" name="Google Shape;5416;p33"/>
              <p:cNvSpPr/>
              <p:nvPr/>
            </p:nvSpPr>
            <p:spPr>
              <a:xfrm>
                <a:off x="6188583" y="2701003"/>
                <a:ext cx="1943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0" extrusionOk="0">
                    <a:moveTo>
                      <a:pt x="9716" y="19431"/>
                    </a:moveTo>
                    <a:cubicBezTo>
                      <a:pt x="4381" y="19431"/>
                      <a:pt x="0" y="15049"/>
                      <a:pt x="0" y="9715"/>
                    </a:cubicBezTo>
                    <a:cubicBezTo>
                      <a:pt x="0" y="4381"/>
                      <a:pt x="4381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7" name="Google Shape;5417;p33"/>
              <p:cNvSpPr/>
              <p:nvPr/>
            </p:nvSpPr>
            <p:spPr>
              <a:xfrm>
                <a:off x="6270498" y="2620041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8"/>
                      <a:pt x="9239" y="18478"/>
                    </a:cubicBezTo>
                    <a:cubicBezTo>
                      <a:pt x="4137" y="18478"/>
                      <a:pt x="0" y="14342"/>
                      <a:pt x="0" y="9239"/>
                    </a:cubicBezTo>
                    <a:cubicBezTo>
                      <a:pt x="0" y="4136"/>
                      <a:pt x="4137" y="0"/>
                      <a:pt x="9239" y="0"/>
                    </a:cubicBezTo>
                    <a:cubicBezTo>
                      <a:pt x="14342" y="0"/>
                      <a:pt x="18479" y="4136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8" name="Google Shape;5418;p33"/>
              <p:cNvSpPr/>
              <p:nvPr/>
            </p:nvSpPr>
            <p:spPr>
              <a:xfrm>
                <a:off x="6352317" y="2538983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9" name="Google Shape;5419;p33"/>
              <p:cNvSpPr/>
              <p:nvPr/>
            </p:nvSpPr>
            <p:spPr>
              <a:xfrm>
                <a:off x="6434137" y="2457925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0" name="Google Shape;5420;p33"/>
              <p:cNvSpPr/>
              <p:nvPr/>
            </p:nvSpPr>
            <p:spPr>
              <a:xfrm>
                <a:off x="6515861" y="237686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1" name="Google Shape;5421;p33"/>
              <p:cNvSpPr/>
              <p:nvPr/>
            </p:nvSpPr>
            <p:spPr>
              <a:xfrm>
                <a:off x="6597776" y="2295810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2" name="Google Shape;5422;p33"/>
              <p:cNvSpPr/>
              <p:nvPr/>
            </p:nvSpPr>
            <p:spPr>
              <a:xfrm>
                <a:off x="6679596" y="2214943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3" name="Google Shape;5423;p33"/>
              <p:cNvSpPr/>
              <p:nvPr/>
            </p:nvSpPr>
            <p:spPr>
              <a:xfrm>
                <a:off x="6761416" y="2133885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4" name="Google Shape;5424;p33"/>
              <p:cNvSpPr/>
              <p:nvPr/>
            </p:nvSpPr>
            <p:spPr>
              <a:xfrm>
                <a:off x="6843236" y="2052827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5" name="Google Shape;5425;p33"/>
              <p:cNvSpPr/>
              <p:nvPr/>
            </p:nvSpPr>
            <p:spPr>
              <a:xfrm>
                <a:off x="6924960" y="1971769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6" name="Google Shape;5426;p33"/>
              <p:cNvSpPr/>
              <p:nvPr/>
            </p:nvSpPr>
            <p:spPr>
              <a:xfrm>
                <a:off x="7006875" y="1890902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7" name="Google Shape;5427;p33"/>
              <p:cNvSpPr/>
              <p:nvPr/>
            </p:nvSpPr>
            <p:spPr>
              <a:xfrm>
                <a:off x="7088695" y="1809844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8" name="Google Shape;5428;p33"/>
              <p:cNvSpPr/>
              <p:nvPr/>
            </p:nvSpPr>
            <p:spPr>
              <a:xfrm>
                <a:off x="7170515" y="1728787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9" name="Google Shape;5429;p33"/>
              <p:cNvSpPr/>
              <p:nvPr/>
            </p:nvSpPr>
            <p:spPr>
              <a:xfrm>
                <a:off x="7252334" y="1647729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0" name="Google Shape;5430;p33"/>
              <p:cNvSpPr/>
              <p:nvPr/>
            </p:nvSpPr>
            <p:spPr>
              <a:xfrm>
                <a:off x="7334154" y="156686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1" name="Google Shape;5431;p33"/>
              <p:cNvSpPr/>
              <p:nvPr/>
            </p:nvSpPr>
            <p:spPr>
              <a:xfrm>
                <a:off x="7415974" y="1485804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2" name="Google Shape;5432;p33"/>
              <p:cNvSpPr/>
              <p:nvPr/>
            </p:nvSpPr>
            <p:spPr>
              <a:xfrm>
                <a:off x="7497794" y="1404746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3" name="Google Shape;5433;p33"/>
              <p:cNvSpPr/>
              <p:nvPr/>
            </p:nvSpPr>
            <p:spPr>
              <a:xfrm>
                <a:off x="7579614" y="1323688"/>
                <a:ext cx="5714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4" name="Google Shape;5434;p33"/>
              <p:cNvSpPr/>
              <p:nvPr/>
            </p:nvSpPr>
            <p:spPr>
              <a:xfrm>
                <a:off x="7661528" y="1242821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5" name="Google Shape;5435;p33"/>
              <p:cNvSpPr/>
              <p:nvPr/>
            </p:nvSpPr>
            <p:spPr>
              <a:xfrm>
                <a:off x="7743253" y="1161763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0" y="857"/>
                      <a:pt x="4000" y="2000"/>
                    </a:cubicBezTo>
                    <a:cubicBezTo>
                      <a:pt x="4000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36" name="Google Shape;5436;p33"/>
            <p:cNvGrpSpPr/>
            <p:nvPr/>
          </p:nvGrpSpPr>
          <p:grpSpPr>
            <a:xfrm>
              <a:off x="3822477" y="1167669"/>
              <a:ext cx="3768661" cy="3768660"/>
              <a:chOff x="3822477" y="1167669"/>
              <a:chExt cx="3768661" cy="3768660"/>
            </a:xfrm>
          </p:grpSpPr>
          <p:sp>
            <p:nvSpPr>
              <p:cNvPr id="5437" name="Google Shape;5437;p33"/>
              <p:cNvSpPr/>
              <p:nvPr/>
            </p:nvSpPr>
            <p:spPr>
              <a:xfrm>
                <a:off x="3822477" y="4894420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8" name="Google Shape;5438;p33"/>
              <p:cNvSpPr/>
              <p:nvPr/>
            </p:nvSpPr>
            <p:spPr>
              <a:xfrm>
                <a:off x="3904297" y="4813362"/>
                <a:ext cx="41148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8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9" name="Google Shape;5439;p33"/>
              <p:cNvSpPr/>
              <p:nvPr/>
            </p:nvSpPr>
            <p:spPr>
              <a:xfrm>
                <a:off x="3986117" y="4732305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0" name="Google Shape;5440;p33"/>
              <p:cNvSpPr/>
              <p:nvPr/>
            </p:nvSpPr>
            <p:spPr>
              <a:xfrm>
                <a:off x="4067841" y="4651152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1" name="Google Shape;5441;p33"/>
              <p:cNvSpPr/>
              <p:nvPr/>
            </p:nvSpPr>
            <p:spPr>
              <a:xfrm>
                <a:off x="4149756" y="457028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2" name="Google Shape;5442;p33"/>
              <p:cNvSpPr/>
              <p:nvPr/>
            </p:nvSpPr>
            <p:spPr>
              <a:xfrm>
                <a:off x="4231576" y="4489227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3" name="Google Shape;5443;p33"/>
              <p:cNvSpPr/>
              <p:nvPr/>
            </p:nvSpPr>
            <p:spPr>
              <a:xfrm>
                <a:off x="4313396" y="4408169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4" name="Google Shape;5444;p33"/>
              <p:cNvSpPr/>
              <p:nvPr/>
            </p:nvSpPr>
            <p:spPr>
              <a:xfrm>
                <a:off x="4395215" y="4327111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5" name="Google Shape;5445;p33"/>
              <p:cNvSpPr/>
              <p:nvPr/>
            </p:nvSpPr>
            <p:spPr>
              <a:xfrm>
                <a:off x="4477035" y="4246149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812"/>
                    </a:cubicBezTo>
                    <a:cubicBezTo>
                      <a:pt x="0" y="800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812"/>
                    </a:cubicBezTo>
                    <a:cubicBezTo>
                      <a:pt x="35433" y="27718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6" name="Google Shape;5446;p33"/>
              <p:cNvSpPr/>
              <p:nvPr/>
            </p:nvSpPr>
            <p:spPr>
              <a:xfrm>
                <a:off x="4558855" y="4165186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0" y="0"/>
                      <a:pt x="34671" y="7810"/>
                      <a:pt x="34671" y="17335"/>
                    </a:cubicBezTo>
                    <a:cubicBezTo>
                      <a:pt x="34671" y="26860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7" name="Google Shape;5447;p33"/>
              <p:cNvSpPr/>
              <p:nvPr/>
            </p:nvSpPr>
            <p:spPr>
              <a:xfrm>
                <a:off x="4640675" y="4084128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8" name="Google Shape;5448;p33"/>
              <p:cNvSpPr/>
              <p:nvPr/>
            </p:nvSpPr>
            <p:spPr>
              <a:xfrm>
                <a:off x="4722495" y="4003071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9" name="Google Shape;5449;p33"/>
              <p:cNvSpPr/>
              <p:nvPr/>
            </p:nvSpPr>
            <p:spPr>
              <a:xfrm>
                <a:off x="4804314" y="3922013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192" y="32385"/>
                    </a:moveTo>
                    <a:cubicBezTo>
                      <a:pt x="7239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192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0" name="Google Shape;5450;p33"/>
              <p:cNvSpPr/>
              <p:nvPr/>
            </p:nvSpPr>
            <p:spPr>
              <a:xfrm>
                <a:off x="4886134" y="3841146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1" name="Google Shape;5451;p33"/>
              <p:cNvSpPr/>
              <p:nvPr/>
            </p:nvSpPr>
            <p:spPr>
              <a:xfrm>
                <a:off x="4967954" y="3760088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2" name="Google Shape;5452;p33"/>
              <p:cNvSpPr/>
              <p:nvPr/>
            </p:nvSpPr>
            <p:spPr>
              <a:xfrm>
                <a:off x="5049774" y="3679030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3" name="Google Shape;5453;p33"/>
              <p:cNvSpPr/>
              <p:nvPr/>
            </p:nvSpPr>
            <p:spPr>
              <a:xfrm>
                <a:off x="5131593" y="3597972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4" name="Google Shape;5454;p33"/>
              <p:cNvSpPr/>
              <p:nvPr/>
            </p:nvSpPr>
            <p:spPr>
              <a:xfrm>
                <a:off x="5213508" y="3517105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5" name="Google Shape;5455;p33"/>
              <p:cNvSpPr/>
              <p:nvPr/>
            </p:nvSpPr>
            <p:spPr>
              <a:xfrm>
                <a:off x="5295233" y="3436048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6" name="Google Shape;5456;p33"/>
              <p:cNvSpPr/>
              <p:nvPr/>
            </p:nvSpPr>
            <p:spPr>
              <a:xfrm>
                <a:off x="5377053" y="3354990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7" name="Google Shape;5457;p33"/>
              <p:cNvSpPr/>
              <p:nvPr/>
            </p:nvSpPr>
            <p:spPr>
              <a:xfrm>
                <a:off x="5458872" y="3273932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8" name="Google Shape;5458;p33"/>
              <p:cNvSpPr/>
              <p:nvPr/>
            </p:nvSpPr>
            <p:spPr>
              <a:xfrm>
                <a:off x="5540787" y="3193065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9" name="Google Shape;5459;p33"/>
              <p:cNvSpPr/>
              <p:nvPr/>
            </p:nvSpPr>
            <p:spPr>
              <a:xfrm>
                <a:off x="5622607" y="3112007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0" name="Google Shape;5460;p33"/>
              <p:cNvSpPr/>
              <p:nvPr/>
            </p:nvSpPr>
            <p:spPr>
              <a:xfrm>
                <a:off x="5704332" y="3030949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1" name="Google Shape;5461;p33"/>
              <p:cNvSpPr/>
              <p:nvPr/>
            </p:nvSpPr>
            <p:spPr>
              <a:xfrm>
                <a:off x="5786151" y="2949891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2" name="Google Shape;5462;p33"/>
              <p:cNvSpPr/>
              <p:nvPr/>
            </p:nvSpPr>
            <p:spPr>
              <a:xfrm>
                <a:off x="5868066" y="2869024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3" name="Google Shape;5463;p33"/>
              <p:cNvSpPr/>
              <p:nvPr/>
            </p:nvSpPr>
            <p:spPr>
              <a:xfrm>
                <a:off x="5949886" y="2787966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4" name="Google Shape;5464;p33"/>
              <p:cNvSpPr/>
              <p:nvPr/>
            </p:nvSpPr>
            <p:spPr>
              <a:xfrm>
                <a:off x="6031706" y="2706909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5" name="Google Shape;5465;p33"/>
              <p:cNvSpPr/>
              <p:nvPr/>
            </p:nvSpPr>
            <p:spPr>
              <a:xfrm>
                <a:off x="6113430" y="2625851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286" y="0"/>
                      <a:pt x="9716" y="0"/>
                    </a:cubicBezTo>
                    <a:cubicBezTo>
                      <a:pt x="15145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6" name="Google Shape;5466;p33"/>
              <p:cNvSpPr/>
              <p:nvPr/>
            </p:nvSpPr>
            <p:spPr>
              <a:xfrm>
                <a:off x="6195345" y="2544889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7" name="Google Shape;5467;p33"/>
              <p:cNvSpPr/>
              <p:nvPr/>
            </p:nvSpPr>
            <p:spPr>
              <a:xfrm>
                <a:off x="6277165" y="2463926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1"/>
                      <a:pt x="4001" y="0"/>
                      <a:pt x="8858" y="0"/>
                    </a:cubicBezTo>
                    <a:cubicBezTo>
                      <a:pt x="13716" y="0"/>
                      <a:pt x="17717" y="4001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8" name="Google Shape;5468;p33"/>
              <p:cNvSpPr/>
              <p:nvPr/>
            </p:nvSpPr>
            <p:spPr>
              <a:xfrm>
                <a:off x="6358985" y="2382773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5" y="3810"/>
                      <a:pt x="16955" y="8477"/>
                    </a:cubicBezTo>
                    <a:cubicBezTo>
                      <a:pt x="16955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9" name="Google Shape;5469;p33"/>
              <p:cNvSpPr/>
              <p:nvPr/>
            </p:nvSpPr>
            <p:spPr>
              <a:xfrm>
                <a:off x="6440805" y="2301715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0" name="Google Shape;5470;p33"/>
              <p:cNvSpPr/>
              <p:nvPr/>
            </p:nvSpPr>
            <p:spPr>
              <a:xfrm>
                <a:off x="6522529" y="2220753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1" name="Google Shape;5471;p33"/>
              <p:cNvSpPr/>
              <p:nvPr/>
            </p:nvSpPr>
            <p:spPr>
              <a:xfrm>
                <a:off x="6604444" y="2139790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2" name="Google Shape;5472;p33"/>
              <p:cNvSpPr/>
              <p:nvPr/>
            </p:nvSpPr>
            <p:spPr>
              <a:xfrm>
                <a:off x="6686264" y="2058732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3" name="Google Shape;5473;p33"/>
              <p:cNvSpPr/>
              <p:nvPr/>
            </p:nvSpPr>
            <p:spPr>
              <a:xfrm>
                <a:off x="6768083" y="1977675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4" name="Google Shape;5474;p33"/>
              <p:cNvSpPr/>
              <p:nvPr/>
            </p:nvSpPr>
            <p:spPr>
              <a:xfrm>
                <a:off x="6849903" y="1896617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5" name="Google Shape;5475;p33"/>
              <p:cNvSpPr/>
              <p:nvPr/>
            </p:nvSpPr>
            <p:spPr>
              <a:xfrm>
                <a:off x="6931723" y="1815750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6" name="Google Shape;5476;p33"/>
              <p:cNvSpPr/>
              <p:nvPr/>
            </p:nvSpPr>
            <p:spPr>
              <a:xfrm>
                <a:off x="7013543" y="1734692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7" name="Google Shape;5477;p33"/>
              <p:cNvSpPr/>
              <p:nvPr/>
            </p:nvSpPr>
            <p:spPr>
              <a:xfrm>
                <a:off x="7095363" y="1653634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8" name="Google Shape;5478;p33"/>
              <p:cNvSpPr/>
              <p:nvPr/>
            </p:nvSpPr>
            <p:spPr>
              <a:xfrm>
                <a:off x="7177182" y="157257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9" name="Google Shape;5479;p33"/>
              <p:cNvSpPr/>
              <p:nvPr/>
            </p:nvSpPr>
            <p:spPr>
              <a:xfrm>
                <a:off x="7259002" y="1491709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0" name="Google Shape;5480;p33"/>
              <p:cNvSpPr/>
              <p:nvPr/>
            </p:nvSpPr>
            <p:spPr>
              <a:xfrm>
                <a:off x="7340822" y="1410652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1" name="Google Shape;5481;p33"/>
              <p:cNvSpPr/>
              <p:nvPr/>
            </p:nvSpPr>
            <p:spPr>
              <a:xfrm>
                <a:off x="7422641" y="1329594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2" name="Google Shape;5482;p33"/>
              <p:cNvSpPr/>
              <p:nvPr/>
            </p:nvSpPr>
            <p:spPr>
              <a:xfrm>
                <a:off x="7504461" y="1248536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3" name="Google Shape;5483;p33"/>
              <p:cNvSpPr/>
              <p:nvPr/>
            </p:nvSpPr>
            <p:spPr>
              <a:xfrm>
                <a:off x="7586376" y="1167669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84" name="Google Shape;5484;p33"/>
            <p:cNvGrpSpPr/>
            <p:nvPr/>
          </p:nvGrpSpPr>
          <p:grpSpPr>
            <a:xfrm>
              <a:off x="3829145" y="1173384"/>
              <a:ext cx="3605878" cy="3605973"/>
              <a:chOff x="3829145" y="1173384"/>
              <a:chExt cx="3605878" cy="3605973"/>
            </a:xfrm>
          </p:grpSpPr>
          <p:sp>
            <p:nvSpPr>
              <p:cNvPr id="5485" name="Google Shape;5485;p33"/>
              <p:cNvSpPr/>
              <p:nvPr/>
            </p:nvSpPr>
            <p:spPr>
              <a:xfrm>
                <a:off x="3829145" y="4738210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6" name="Google Shape;5486;p33"/>
              <p:cNvSpPr/>
              <p:nvPr/>
            </p:nvSpPr>
            <p:spPr>
              <a:xfrm>
                <a:off x="3910965" y="4657153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7" name="Google Shape;5487;p33"/>
              <p:cNvSpPr/>
              <p:nvPr/>
            </p:nvSpPr>
            <p:spPr>
              <a:xfrm>
                <a:off x="3992689" y="4576095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8" name="Google Shape;5488;p33"/>
              <p:cNvSpPr/>
              <p:nvPr/>
            </p:nvSpPr>
            <p:spPr>
              <a:xfrm>
                <a:off x="4074604" y="4495228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9" name="Google Shape;5489;p33"/>
              <p:cNvSpPr/>
              <p:nvPr/>
            </p:nvSpPr>
            <p:spPr>
              <a:xfrm>
                <a:off x="4156424" y="4414170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0" name="Google Shape;5490;p33"/>
              <p:cNvSpPr/>
              <p:nvPr/>
            </p:nvSpPr>
            <p:spPr>
              <a:xfrm>
                <a:off x="4238243" y="4333017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1" name="Google Shape;5491;p33"/>
              <p:cNvSpPr/>
              <p:nvPr/>
            </p:nvSpPr>
            <p:spPr>
              <a:xfrm>
                <a:off x="4320063" y="4251959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2" name="Google Shape;5492;p33"/>
              <p:cNvSpPr/>
              <p:nvPr/>
            </p:nvSpPr>
            <p:spPr>
              <a:xfrm>
                <a:off x="4401883" y="4171092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3" name="Google Shape;5493;p33"/>
              <p:cNvSpPr/>
              <p:nvPr/>
            </p:nvSpPr>
            <p:spPr>
              <a:xfrm>
                <a:off x="4483703" y="4090034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4" name="Google Shape;5494;p33"/>
              <p:cNvSpPr/>
              <p:nvPr/>
            </p:nvSpPr>
            <p:spPr>
              <a:xfrm>
                <a:off x="4565522" y="4008976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5" name="Google Shape;5495;p33"/>
              <p:cNvSpPr/>
              <p:nvPr/>
            </p:nvSpPr>
            <p:spPr>
              <a:xfrm>
                <a:off x="4647342" y="3927919"/>
                <a:ext cx="33146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6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6" name="Google Shape;5496;p33"/>
              <p:cNvSpPr/>
              <p:nvPr/>
            </p:nvSpPr>
            <p:spPr>
              <a:xfrm>
                <a:off x="4729257" y="3846956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4" y="7239"/>
                      <a:pt x="32194" y="16097"/>
                    </a:cubicBezTo>
                    <a:cubicBezTo>
                      <a:pt x="32194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7" name="Google Shape;5497;p33"/>
              <p:cNvSpPr/>
              <p:nvPr/>
            </p:nvSpPr>
            <p:spPr>
              <a:xfrm>
                <a:off x="4810982" y="3765994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8" name="Google Shape;5498;p33"/>
              <p:cNvSpPr/>
              <p:nvPr/>
            </p:nvSpPr>
            <p:spPr>
              <a:xfrm>
                <a:off x="4892802" y="3684936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9" name="Google Shape;5499;p33"/>
              <p:cNvSpPr/>
              <p:nvPr/>
            </p:nvSpPr>
            <p:spPr>
              <a:xfrm>
                <a:off x="4974621" y="3603878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8" y="29909"/>
                      <a:pt x="0" y="23241"/>
                      <a:pt x="0" y="14954"/>
                    </a:cubicBezTo>
                    <a:cubicBezTo>
                      <a:pt x="0" y="6668"/>
                      <a:pt x="6668" y="0"/>
                      <a:pt x="14954" y="0"/>
                    </a:cubicBezTo>
                    <a:cubicBezTo>
                      <a:pt x="23241" y="0"/>
                      <a:pt x="29909" y="6668"/>
                      <a:pt x="29909" y="14954"/>
                    </a:cubicBezTo>
                    <a:cubicBezTo>
                      <a:pt x="29909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0" name="Google Shape;5500;p33"/>
              <p:cNvSpPr/>
              <p:nvPr/>
            </p:nvSpPr>
            <p:spPr>
              <a:xfrm>
                <a:off x="5056441" y="3522916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1" name="Google Shape;5501;p33"/>
              <p:cNvSpPr/>
              <p:nvPr/>
            </p:nvSpPr>
            <p:spPr>
              <a:xfrm>
                <a:off x="5138356" y="3441953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2" name="Google Shape;5502;p33"/>
              <p:cNvSpPr/>
              <p:nvPr/>
            </p:nvSpPr>
            <p:spPr>
              <a:xfrm>
                <a:off x="5220080" y="3360895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3" name="Google Shape;5503;p33"/>
              <p:cNvSpPr/>
              <p:nvPr/>
            </p:nvSpPr>
            <p:spPr>
              <a:xfrm>
                <a:off x="5301900" y="3279837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4" name="Google Shape;5504;p33"/>
              <p:cNvSpPr/>
              <p:nvPr/>
            </p:nvSpPr>
            <p:spPr>
              <a:xfrm>
                <a:off x="5383720" y="3198780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5" name="Google Shape;5505;p33"/>
              <p:cNvSpPr/>
              <p:nvPr/>
            </p:nvSpPr>
            <p:spPr>
              <a:xfrm>
                <a:off x="5465635" y="3117912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6" name="Google Shape;5506;p33"/>
              <p:cNvSpPr/>
              <p:nvPr/>
            </p:nvSpPr>
            <p:spPr>
              <a:xfrm>
                <a:off x="5547455" y="3036855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7" name="Google Shape;5507;p33"/>
              <p:cNvSpPr/>
              <p:nvPr/>
            </p:nvSpPr>
            <p:spPr>
              <a:xfrm>
                <a:off x="5629179" y="2955797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8" name="Google Shape;5508;p33"/>
              <p:cNvSpPr/>
              <p:nvPr/>
            </p:nvSpPr>
            <p:spPr>
              <a:xfrm>
                <a:off x="5710999" y="2874739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9" name="Google Shape;5509;p33"/>
              <p:cNvSpPr/>
              <p:nvPr/>
            </p:nvSpPr>
            <p:spPr>
              <a:xfrm>
                <a:off x="5792914" y="2793872"/>
                <a:ext cx="21717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6" extrusionOk="0">
                    <a:moveTo>
                      <a:pt x="10859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9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9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0" name="Google Shape;5510;p33"/>
              <p:cNvSpPr/>
              <p:nvPr/>
            </p:nvSpPr>
            <p:spPr>
              <a:xfrm>
                <a:off x="5874734" y="2712814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1" name="Google Shape;5511;p33"/>
              <p:cNvSpPr/>
              <p:nvPr/>
            </p:nvSpPr>
            <p:spPr>
              <a:xfrm>
                <a:off x="5956554" y="2631757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2" name="Google Shape;5512;p33"/>
              <p:cNvSpPr/>
              <p:nvPr/>
            </p:nvSpPr>
            <p:spPr>
              <a:xfrm>
                <a:off x="6038278" y="2550699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3" name="Google Shape;5513;p33"/>
              <p:cNvSpPr/>
              <p:nvPr/>
            </p:nvSpPr>
            <p:spPr>
              <a:xfrm>
                <a:off x="6120193" y="2469832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4" name="Google Shape;5514;p33"/>
              <p:cNvSpPr/>
              <p:nvPr/>
            </p:nvSpPr>
            <p:spPr>
              <a:xfrm>
                <a:off x="6202013" y="238867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5" name="Google Shape;5515;p33"/>
              <p:cNvSpPr/>
              <p:nvPr/>
            </p:nvSpPr>
            <p:spPr>
              <a:xfrm>
                <a:off x="6283833" y="2307716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6" name="Google Shape;5516;p33"/>
              <p:cNvSpPr/>
              <p:nvPr/>
            </p:nvSpPr>
            <p:spPr>
              <a:xfrm>
                <a:off x="6365652" y="2226658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7" name="Google Shape;5517;p33"/>
              <p:cNvSpPr/>
              <p:nvPr/>
            </p:nvSpPr>
            <p:spPr>
              <a:xfrm>
                <a:off x="6447377" y="2145601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1" y="0"/>
                      <a:pt x="15430" y="3429"/>
                      <a:pt x="15430" y="7715"/>
                    </a:cubicBezTo>
                    <a:cubicBezTo>
                      <a:pt x="15430" y="12001"/>
                      <a:pt x="12001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8" name="Google Shape;5518;p33"/>
              <p:cNvSpPr/>
              <p:nvPr/>
            </p:nvSpPr>
            <p:spPr>
              <a:xfrm>
                <a:off x="6529292" y="2064638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9" name="Google Shape;5519;p33"/>
              <p:cNvSpPr/>
              <p:nvPr/>
            </p:nvSpPr>
            <p:spPr>
              <a:xfrm>
                <a:off x="6611111" y="1983580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0" name="Google Shape;5520;p33"/>
              <p:cNvSpPr/>
              <p:nvPr/>
            </p:nvSpPr>
            <p:spPr>
              <a:xfrm>
                <a:off x="6692931" y="190252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1" name="Google Shape;5521;p33"/>
              <p:cNvSpPr/>
              <p:nvPr/>
            </p:nvSpPr>
            <p:spPr>
              <a:xfrm>
                <a:off x="6774751" y="1821465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2" name="Google Shape;5522;p33"/>
              <p:cNvSpPr/>
              <p:nvPr/>
            </p:nvSpPr>
            <p:spPr>
              <a:xfrm>
                <a:off x="6856571" y="1740598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6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3" name="Google Shape;5523;p33"/>
              <p:cNvSpPr/>
              <p:nvPr/>
            </p:nvSpPr>
            <p:spPr>
              <a:xfrm>
                <a:off x="6938391" y="1659540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4" name="Google Shape;5524;p33"/>
              <p:cNvSpPr/>
              <p:nvPr/>
            </p:nvSpPr>
            <p:spPr>
              <a:xfrm>
                <a:off x="7020210" y="1578482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5" name="Google Shape;5525;p33"/>
              <p:cNvSpPr/>
              <p:nvPr/>
            </p:nvSpPr>
            <p:spPr>
              <a:xfrm>
                <a:off x="7102030" y="1497424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6" name="Google Shape;5526;p33"/>
              <p:cNvSpPr/>
              <p:nvPr/>
            </p:nvSpPr>
            <p:spPr>
              <a:xfrm>
                <a:off x="7183945" y="1416557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7" name="Google Shape;5527;p33"/>
              <p:cNvSpPr/>
              <p:nvPr/>
            </p:nvSpPr>
            <p:spPr>
              <a:xfrm>
                <a:off x="7265669" y="1335499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8" name="Google Shape;5528;p33"/>
              <p:cNvSpPr/>
              <p:nvPr/>
            </p:nvSpPr>
            <p:spPr>
              <a:xfrm>
                <a:off x="7347489" y="1254441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9" name="Google Shape;5529;p33"/>
              <p:cNvSpPr/>
              <p:nvPr/>
            </p:nvSpPr>
            <p:spPr>
              <a:xfrm>
                <a:off x="7429309" y="1173384"/>
                <a:ext cx="5714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30" name="Google Shape;5530;p33"/>
            <p:cNvGrpSpPr/>
            <p:nvPr/>
          </p:nvGrpSpPr>
          <p:grpSpPr>
            <a:xfrm>
              <a:off x="3835812" y="1179289"/>
              <a:ext cx="3443001" cy="3443097"/>
              <a:chOff x="3835812" y="1179289"/>
              <a:chExt cx="3443001" cy="3443097"/>
            </a:xfrm>
          </p:grpSpPr>
          <p:sp>
            <p:nvSpPr>
              <p:cNvPr id="5531" name="Google Shape;5531;p33"/>
              <p:cNvSpPr/>
              <p:nvPr/>
            </p:nvSpPr>
            <p:spPr>
              <a:xfrm>
                <a:off x="3835812" y="4582000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2" name="Google Shape;5532;p33"/>
              <p:cNvSpPr/>
              <p:nvPr/>
            </p:nvSpPr>
            <p:spPr>
              <a:xfrm>
                <a:off x="3917632" y="4500943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3" name="Google Shape;5533;p33"/>
              <p:cNvSpPr/>
              <p:nvPr/>
            </p:nvSpPr>
            <p:spPr>
              <a:xfrm>
                <a:off x="3999452" y="442007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4" name="Google Shape;5534;p33"/>
              <p:cNvSpPr/>
              <p:nvPr/>
            </p:nvSpPr>
            <p:spPr>
              <a:xfrm>
                <a:off x="4081271" y="433901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5" name="Google Shape;5535;p33"/>
              <p:cNvSpPr/>
              <p:nvPr/>
            </p:nvSpPr>
            <p:spPr>
              <a:xfrm>
                <a:off x="4163091" y="4257864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6" name="Google Shape;5536;p33"/>
              <p:cNvSpPr/>
              <p:nvPr/>
            </p:nvSpPr>
            <p:spPr>
              <a:xfrm>
                <a:off x="4244911" y="417680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7" name="Google Shape;5537;p33"/>
              <p:cNvSpPr/>
              <p:nvPr/>
            </p:nvSpPr>
            <p:spPr>
              <a:xfrm>
                <a:off x="4326826" y="4095939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7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8" name="Google Shape;5538;p33"/>
              <p:cNvSpPr/>
              <p:nvPr/>
            </p:nvSpPr>
            <p:spPr>
              <a:xfrm>
                <a:off x="4408551" y="4014882"/>
                <a:ext cx="34671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1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1" y="0"/>
                      <a:pt x="34671" y="7810"/>
                      <a:pt x="34671" y="17335"/>
                    </a:cubicBezTo>
                    <a:cubicBezTo>
                      <a:pt x="34671" y="26860"/>
                      <a:pt x="26861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9" name="Google Shape;5539;p33"/>
              <p:cNvSpPr/>
              <p:nvPr/>
            </p:nvSpPr>
            <p:spPr>
              <a:xfrm>
                <a:off x="4490370" y="3933824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0" name="Google Shape;5540;p33"/>
              <p:cNvSpPr/>
              <p:nvPr/>
            </p:nvSpPr>
            <p:spPr>
              <a:xfrm>
                <a:off x="4572190" y="3852862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1" name="Google Shape;5541;p33"/>
              <p:cNvSpPr/>
              <p:nvPr/>
            </p:nvSpPr>
            <p:spPr>
              <a:xfrm>
                <a:off x="4654010" y="3771804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2" name="Google Shape;5542;p33"/>
              <p:cNvSpPr/>
              <p:nvPr/>
            </p:nvSpPr>
            <p:spPr>
              <a:xfrm>
                <a:off x="4735829" y="3690841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3" name="Google Shape;5543;p33"/>
              <p:cNvSpPr/>
              <p:nvPr/>
            </p:nvSpPr>
            <p:spPr>
              <a:xfrm>
                <a:off x="4817649" y="3609784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4" name="Google Shape;5544;p33"/>
              <p:cNvSpPr/>
              <p:nvPr/>
            </p:nvSpPr>
            <p:spPr>
              <a:xfrm>
                <a:off x="4899469" y="3528726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5" name="Google Shape;5545;p33"/>
              <p:cNvSpPr/>
              <p:nvPr/>
            </p:nvSpPr>
            <p:spPr>
              <a:xfrm>
                <a:off x="4981289" y="3447668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69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69"/>
                      <a:pt x="22669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6" name="Google Shape;5546;p33"/>
              <p:cNvSpPr/>
              <p:nvPr/>
            </p:nvSpPr>
            <p:spPr>
              <a:xfrm>
                <a:off x="5063204" y="3366801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7" name="Google Shape;5547;p33"/>
              <p:cNvSpPr/>
              <p:nvPr/>
            </p:nvSpPr>
            <p:spPr>
              <a:xfrm>
                <a:off x="5144928" y="3285743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8" name="Google Shape;5548;p33"/>
              <p:cNvSpPr/>
              <p:nvPr/>
            </p:nvSpPr>
            <p:spPr>
              <a:xfrm>
                <a:off x="5226748" y="3204685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9" name="Google Shape;5549;p33"/>
              <p:cNvSpPr/>
              <p:nvPr/>
            </p:nvSpPr>
            <p:spPr>
              <a:xfrm>
                <a:off x="5308568" y="3123628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0" name="Google Shape;5550;p33"/>
              <p:cNvSpPr/>
              <p:nvPr/>
            </p:nvSpPr>
            <p:spPr>
              <a:xfrm>
                <a:off x="5390483" y="3042760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1" name="Google Shape;5551;p33"/>
              <p:cNvSpPr/>
              <p:nvPr/>
            </p:nvSpPr>
            <p:spPr>
              <a:xfrm>
                <a:off x="5472303" y="296170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2" name="Google Shape;5552;p33"/>
              <p:cNvSpPr/>
              <p:nvPr/>
            </p:nvSpPr>
            <p:spPr>
              <a:xfrm>
                <a:off x="5554027" y="288064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3" name="Google Shape;5553;p33"/>
              <p:cNvSpPr/>
              <p:nvPr/>
            </p:nvSpPr>
            <p:spPr>
              <a:xfrm>
                <a:off x="5635847" y="279958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4" name="Google Shape;5554;p33"/>
              <p:cNvSpPr/>
              <p:nvPr/>
            </p:nvSpPr>
            <p:spPr>
              <a:xfrm>
                <a:off x="5717762" y="2718720"/>
                <a:ext cx="21717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9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9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5" name="Google Shape;5555;p33"/>
              <p:cNvSpPr/>
              <p:nvPr/>
            </p:nvSpPr>
            <p:spPr>
              <a:xfrm>
                <a:off x="5799582" y="263766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6" name="Google Shape;5556;p33"/>
              <p:cNvSpPr/>
              <p:nvPr/>
            </p:nvSpPr>
            <p:spPr>
              <a:xfrm>
                <a:off x="5881401" y="2556604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7" name="Google Shape;5557;p33"/>
              <p:cNvSpPr/>
              <p:nvPr/>
            </p:nvSpPr>
            <p:spPr>
              <a:xfrm>
                <a:off x="5963126" y="2475546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8" name="Google Shape;5558;p33"/>
              <p:cNvSpPr/>
              <p:nvPr/>
            </p:nvSpPr>
            <p:spPr>
              <a:xfrm>
                <a:off x="6045041" y="2394584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9" name="Google Shape;5559;p33"/>
              <p:cNvSpPr/>
              <p:nvPr/>
            </p:nvSpPr>
            <p:spPr>
              <a:xfrm>
                <a:off x="6126861" y="231362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0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0" name="Google Shape;5560;p33"/>
              <p:cNvSpPr/>
              <p:nvPr/>
            </p:nvSpPr>
            <p:spPr>
              <a:xfrm>
                <a:off x="6208680" y="223256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1" name="Google Shape;5561;p33"/>
              <p:cNvSpPr/>
              <p:nvPr/>
            </p:nvSpPr>
            <p:spPr>
              <a:xfrm>
                <a:off x="6290500" y="2151506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19" y="16193"/>
                      <a:pt x="0" y="12573"/>
                      <a:pt x="0" y="8096"/>
                    </a:cubicBezTo>
                    <a:cubicBezTo>
                      <a:pt x="0" y="3620"/>
                      <a:pt x="3619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2" name="Google Shape;5562;p33"/>
              <p:cNvSpPr/>
              <p:nvPr/>
            </p:nvSpPr>
            <p:spPr>
              <a:xfrm>
                <a:off x="6372225" y="2070448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3" name="Google Shape;5563;p33"/>
              <p:cNvSpPr/>
              <p:nvPr/>
            </p:nvSpPr>
            <p:spPr>
              <a:xfrm>
                <a:off x="6454140" y="1989581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4" name="Google Shape;5564;p33"/>
              <p:cNvSpPr/>
              <p:nvPr/>
            </p:nvSpPr>
            <p:spPr>
              <a:xfrm>
                <a:off x="6535959" y="1908428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5" name="Google Shape;5565;p33"/>
              <p:cNvSpPr/>
              <p:nvPr/>
            </p:nvSpPr>
            <p:spPr>
              <a:xfrm>
                <a:off x="6617779" y="1827370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6" name="Google Shape;5566;p33"/>
              <p:cNvSpPr/>
              <p:nvPr/>
            </p:nvSpPr>
            <p:spPr>
              <a:xfrm>
                <a:off x="6699599" y="1746313"/>
                <a:ext cx="12191" cy="12192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2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7" name="Google Shape;5567;p33"/>
              <p:cNvSpPr/>
              <p:nvPr/>
            </p:nvSpPr>
            <p:spPr>
              <a:xfrm>
                <a:off x="6781418" y="1665445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8" name="Google Shape;5568;p33"/>
              <p:cNvSpPr/>
              <p:nvPr/>
            </p:nvSpPr>
            <p:spPr>
              <a:xfrm>
                <a:off x="6863238" y="1584388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9" name="Google Shape;5569;p33"/>
              <p:cNvSpPr/>
              <p:nvPr/>
            </p:nvSpPr>
            <p:spPr>
              <a:xfrm>
                <a:off x="6945058" y="1503330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0" name="Google Shape;5570;p33"/>
              <p:cNvSpPr/>
              <p:nvPr/>
            </p:nvSpPr>
            <p:spPr>
              <a:xfrm>
                <a:off x="7026878" y="1422272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1" name="Google Shape;5571;p33"/>
              <p:cNvSpPr/>
              <p:nvPr/>
            </p:nvSpPr>
            <p:spPr>
              <a:xfrm>
                <a:off x="7108793" y="1341405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2" name="Google Shape;5572;p33"/>
              <p:cNvSpPr/>
              <p:nvPr/>
            </p:nvSpPr>
            <p:spPr>
              <a:xfrm>
                <a:off x="7190517" y="1260347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3" name="Google Shape;5573;p33"/>
              <p:cNvSpPr/>
              <p:nvPr/>
            </p:nvSpPr>
            <p:spPr>
              <a:xfrm>
                <a:off x="7272337" y="1179289"/>
                <a:ext cx="6476" cy="6476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6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74" name="Google Shape;5574;p33"/>
            <p:cNvGrpSpPr/>
            <p:nvPr/>
          </p:nvGrpSpPr>
          <p:grpSpPr>
            <a:xfrm>
              <a:off x="3842480" y="1185195"/>
              <a:ext cx="3280124" cy="3280218"/>
              <a:chOff x="3842480" y="1185195"/>
              <a:chExt cx="3280124" cy="3280218"/>
            </a:xfrm>
          </p:grpSpPr>
          <p:sp>
            <p:nvSpPr>
              <p:cNvPr id="5575" name="Google Shape;5575;p33"/>
              <p:cNvSpPr/>
              <p:nvPr/>
            </p:nvSpPr>
            <p:spPr>
              <a:xfrm>
                <a:off x="3842480" y="4425790"/>
                <a:ext cx="39624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3" extrusionOk="0">
                    <a:moveTo>
                      <a:pt x="39624" y="19812"/>
                    </a:moveTo>
                    <a:cubicBezTo>
                      <a:pt x="39624" y="30754"/>
                      <a:pt x="30754" y="39624"/>
                      <a:pt x="19812" y="39624"/>
                    </a:cubicBezTo>
                    <a:cubicBezTo>
                      <a:pt x="8870" y="39624"/>
                      <a:pt x="0" y="30754"/>
                      <a:pt x="0" y="19812"/>
                    </a:cubicBezTo>
                    <a:cubicBezTo>
                      <a:pt x="0" y="8870"/>
                      <a:pt x="8870" y="0"/>
                      <a:pt x="19812" y="0"/>
                    </a:cubicBezTo>
                    <a:cubicBezTo>
                      <a:pt x="30754" y="0"/>
                      <a:pt x="39624" y="8870"/>
                      <a:pt x="39624" y="198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6" name="Google Shape;5576;p33"/>
              <p:cNvSpPr/>
              <p:nvPr/>
            </p:nvSpPr>
            <p:spPr>
              <a:xfrm>
                <a:off x="3924300" y="4344923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7" name="Google Shape;5577;p33"/>
              <p:cNvSpPr/>
              <p:nvPr/>
            </p:nvSpPr>
            <p:spPr>
              <a:xfrm>
                <a:off x="4006119" y="4263865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8" name="Google Shape;5578;p33"/>
              <p:cNvSpPr/>
              <p:nvPr/>
            </p:nvSpPr>
            <p:spPr>
              <a:xfrm>
                <a:off x="4087939" y="418280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9" name="Google Shape;5579;p33"/>
              <p:cNvSpPr/>
              <p:nvPr/>
            </p:nvSpPr>
            <p:spPr>
              <a:xfrm>
                <a:off x="4169759" y="410175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0" name="Google Shape;5580;p33"/>
              <p:cNvSpPr/>
              <p:nvPr/>
            </p:nvSpPr>
            <p:spPr>
              <a:xfrm>
                <a:off x="4251674" y="4020787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1" name="Google Shape;5581;p33"/>
              <p:cNvSpPr/>
              <p:nvPr/>
            </p:nvSpPr>
            <p:spPr>
              <a:xfrm>
                <a:off x="4333398" y="3939729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2" name="Google Shape;5582;p33"/>
              <p:cNvSpPr/>
              <p:nvPr/>
            </p:nvSpPr>
            <p:spPr>
              <a:xfrm>
                <a:off x="4415218" y="3858672"/>
                <a:ext cx="33908" cy="33909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9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5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5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3" name="Google Shape;5583;p33"/>
              <p:cNvSpPr/>
              <p:nvPr/>
            </p:nvSpPr>
            <p:spPr>
              <a:xfrm>
                <a:off x="4497038" y="3777709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4" name="Google Shape;5584;p33"/>
              <p:cNvSpPr/>
              <p:nvPr/>
            </p:nvSpPr>
            <p:spPr>
              <a:xfrm rot="-5391406">
                <a:off x="4578878" y="3696629"/>
                <a:ext cx="32385" cy="32385"/>
              </a:xfrm>
              <a:custGeom>
                <a:avLst/>
                <a:gdLst/>
                <a:ahLst/>
                <a:cxnLst/>
                <a:rect l="l" t="t" r="r" b="b"/>
                <a:pathLst>
                  <a:path w="32385" h="32385" extrusionOk="0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49"/>
                      <a:pt x="32385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5" name="Google Shape;5585;p33"/>
              <p:cNvSpPr/>
              <p:nvPr/>
            </p:nvSpPr>
            <p:spPr>
              <a:xfrm>
                <a:off x="4660772" y="3615689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6" name="Google Shape;5586;p33"/>
              <p:cNvSpPr/>
              <p:nvPr/>
            </p:nvSpPr>
            <p:spPr>
              <a:xfrm>
                <a:off x="4742497" y="3534631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7" name="Google Shape;5587;p33"/>
              <p:cNvSpPr/>
              <p:nvPr/>
            </p:nvSpPr>
            <p:spPr>
              <a:xfrm>
                <a:off x="4824317" y="3453574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8" name="Google Shape;5588;p33"/>
              <p:cNvSpPr/>
              <p:nvPr/>
            </p:nvSpPr>
            <p:spPr>
              <a:xfrm>
                <a:off x="4906137" y="337261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9" name="Google Shape;5589;p33"/>
              <p:cNvSpPr/>
              <p:nvPr/>
            </p:nvSpPr>
            <p:spPr>
              <a:xfrm>
                <a:off x="4988052" y="3291649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8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0" name="Google Shape;5590;p33"/>
              <p:cNvSpPr/>
              <p:nvPr/>
            </p:nvSpPr>
            <p:spPr>
              <a:xfrm>
                <a:off x="5069871" y="3210591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1" name="Google Shape;5591;p33"/>
              <p:cNvSpPr/>
              <p:nvPr/>
            </p:nvSpPr>
            <p:spPr>
              <a:xfrm>
                <a:off x="5151596" y="3129533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2" name="Google Shape;5592;p33"/>
              <p:cNvSpPr/>
              <p:nvPr/>
            </p:nvSpPr>
            <p:spPr>
              <a:xfrm>
                <a:off x="5233416" y="3048475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3" name="Google Shape;5593;p33"/>
              <p:cNvSpPr/>
              <p:nvPr/>
            </p:nvSpPr>
            <p:spPr>
              <a:xfrm>
                <a:off x="5315330" y="2967608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4" name="Google Shape;5594;p33"/>
              <p:cNvSpPr/>
              <p:nvPr/>
            </p:nvSpPr>
            <p:spPr>
              <a:xfrm>
                <a:off x="5397150" y="2886550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5" name="Google Shape;5595;p33"/>
              <p:cNvSpPr/>
              <p:nvPr/>
            </p:nvSpPr>
            <p:spPr>
              <a:xfrm>
                <a:off x="5478970" y="280549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6" name="Google Shape;5596;p33"/>
              <p:cNvSpPr/>
              <p:nvPr/>
            </p:nvSpPr>
            <p:spPr>
              <a:xfrm>
                <a:off x="5560695" y="2724435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22669" y="11335"/>
                    </a:moveTo>
                    <a:cubicBezTo>
                      <a:pt x="22669" y="17595"/>
                      <a:pt x="17595" y="22670"/>
                      <a:pt x="11335" y="22670"/>
                    </a:cubicBezTo>
                    <a:cubicBezTo>
                      <a:pt x="5075" y="22670"/>
                      <a:pt x="0" y="17595"/>
                      <a:pt x="0" y="11335"/>
                    </a:cubicBezTo>
                    <a:cubicBezTo>
                      <a:pt x="0" y="5075"/>
                      <a:pt x="5075" y="0"/>
                      <a:pt x="11335" y="0"/>
                    </a:cubicBezTo>
                    <a:cubicBezTo>
                      <a:pt x="17595" y="0"/>
                      <a:pt x="22669" y="5075"/>
                      <a:pt x="22669" y="11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7" name="Google Shape;5597;p33"/>
              <p:cNvSpPr/>
              <p:nvPr/>
            </p:nvSpPr>
            <p:spPr>
              <a:xfrm>
                <a:off x="5642609" y="2643567"/>
                <a:ext cx="21716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8" name="Google Shape;5598;p33"/>
              <p:cNvSpPr/>
              <p:nvPr/>
            </p:nvSpPr>
            <p:spPr>
              <a:xfrm>
                <a:off x="5724429" y="256251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20955" y="10478"/>
                    </a:moveTo>
                    <a:cubicBezTo>
                      <a:pt x="20955" y="16264"/>
                      <a:pt x="16264" y="20955"/>
                      <a:pt x="10477" y="20955"/>
                    </a:cubicBezTo>
                    <a:cubicBezTo>
                      <a:pt x="4691" y="20955"/>
                      <a:pt x="0" y="16264"/>
                      <a:pt x="0" y="10478"/>
                    </a:cubicBezTo>
                    <a:cubicBezTo>
                      <a:pt x="0" y="4691"/>
                      <a:pt x="4691" y="0"/>
                      <a:pt x="10477" y="0"/>
                    </a:cubicBezTo>
                    <a:cubicBezTo>
                      <a:pt x="16264" y="0"/>
                      <a:pt x="20955" y="4691"/>
                      <a:pt x="20955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9" name="Google Shape;5599;p33"/>
              <p:cNvSpPr/>
              <p:nvPr/>
            </p:nvSpPr>
            <p:spPr>
              <a:xfrm>
                <a:off x="5806249" y="2481452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0" name="Google Shape;5600;p33"/>
              <p:cNvSpPr/>
              <p:nvPr/>
            </p:nvSpPr>
            <p:spPr>
              <a:xfrm>
                <a:off x="5888069" y="2400394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50"/>
                      <a:pt x="0" y="9716"/>
                    </a:cubicBezTo>
                    <a:cubicBezTo>
                      <a:pt x="0" y="4382"/>
                      <a:pt x="4382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1" name="Google Shape;5601;p33"/>
              <p:cNvSpPr/>
              <p:nvPr/>
            </p:nvSpPr>
            <p:spPr>
              <a:xfrm>
                <a:off x="5969888" y="2319527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2" name="Google Shape;5602;p33"/>
              <p:cNvSpPr/>
              <p:nvPr/>
            </p:nvSpPr>
            <p:spPr>
              <a:xfrm>
                <a:off x="6051708" y="223846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7"/>
                      <a:pt x="8858" y="17717"/>
                    </a:cubicBezTo>
                    <a:cubicBezTo>
                      <a:pt x="3966" y="17717"/>
                      <a:pt x="0" y="13751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3" name="Google Shape;5603;p33"/>
              <p:cNvSpPr/>
              <p:nvPr/>
            </p:nvSpPr>
            <p:spPr>
              <a:xfrm>
                <a:off x="6133528" y="215741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4" name="Google Shape;5604;p33"/>
              <p:cNvSpPr/>
              <p:nvPr/>
            </p:nvSpPr>
            <p:spPr>
              <a:xfrm>
                <a:off x="6215348" y="207635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5" name="Google Shape;5605;p33"/>
              <p:cNvSpPr/>
              <p:nvPr/>
            </p:nvSpPr>
            <p:spPr>
              <a:xfrm>
                <a:off x="6297167" y="1995296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1"/>
                      <a:pt x="12002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6" name="Google Shape;5606;p33"/>
              <p:cNvSpPr/>
              <p:nvPr/>
            </p:nvSpPr>
            <p:spPr>
              <a:xfrm>
                <a:off x="6378987" y="1914334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7" name="Google Shape;5607;p33"/>
              <p:cNvSpPr/>
              <p:nvPr/>
            </p:nvSpPr>
            <p:spPr>
              <a:xfrm>
                <a:off x="6460807" y="1833371"/>
                <a:ext cx="13716" cy="13715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5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8" name="Google Shape;5608;p33"/>
              <p:cNvSpPr/>
              <p:nvPr/>
            </p:nvSpPr>
            <p:spPr>
              <a:xfrm>
                <a:off x="6542627" y="1752313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9" name="Google Shape;5609;p33"/>
              <p:cNvSpPr/>
              <p:nvPr/>
            </p:nvSpPr>
            <p:spPr>
              <a:xfrm>
                <a:off x="6624447" y="1671160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0" name="Google Shape;5610;p33"/>
              <p:cNvSpPr/>
              <p:nvPr/>
            </p:nvSpPr>
            <p:spPr>
              <a:xfrm>
                <a:off x="6706361" y="1590293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1" name="Google Shape;5611;p33"/>
              <p:cNvSpPr/>
              <p:nvPr/>
            </p:nvSpPr>
            <p:spPr>
              <a:xfrm>
                <a:off x="6788086" y="1509235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2" name="Google Shape;5612;p33"/>
              <p:cNvSpPr/>
              <p:nvPr/>
            </p:nvSpPr>
            <p:spPr>
              <a:xfrm>
                <a:off x="6869906" y="1428178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5"/>
                    </a:moveTo>
                    <a:cubicBezTo>
                      <a:pt x="2191" y="9715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5"/>
                      <a:pt x="4858" y="9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3" name="Google Shape;5613;p33"/>
              <p:cNvSpPr/>
              <p:nvPr/>
            </p:nvSpPr>
            <p:spPr>
              <a:xfrm>
                <a:off x="6951725" y="1347120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4" name="Google Shape;5614;p33"/>
              <p:cNvSpPr/>
              <p:nvPr/>
            </p:nvSpPr>
            <p:spPr>
              <a:xfrm>
                <a:off x="7033641" y="126625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5" name="Google Shape;5615;p33"/>
              <p:cNvSpPr/>
              <p:nvPr/>
            </p:nvSpPr>
            <p:spPr>
              <a:xfrm>
                <a:off x="7115365" y="1185195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16" name="Google Shape;5616;p33"/>
            <p:cNvGrpSpPr/>
            <p:nvPr/>
          </p:nvGrpSpPr>
          <p:grpSpPr>
            <a:xfrm>
              <a:off x="3849147" y="1191100"/>
              <a:ext cx="3117342" cy="3117342"/>
              <a:chOff x="3849147" y="1191100"/>
              <a:chExt cx="3117342" cy="3117342"/>
            </a:xfrm>
          </p:grpSpPr>
          <p:sp>
            <p:nvSpPr>
              <p:cNvPr id="5617" name="Google Shape;5617;p33"/>
              <p:cNvSpPr/>
              <p:nvPr/>
            </p:nvSpPr>
            <p:spPr>
              <a:xfrm>
                <a:off x="3849147" y="426977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8" name="Google Shape;5618;p33"/>
              <p:cNvSpPr/>
              <p:nvPr/>
            </p:nvSpPr>
            <p:spPr>
              <a:xfrm>
                <a:off x="3930967" y="4188713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9" name="Google Shape;5619;p33"/>
              <p:cNvSpPr/>
              <p:nvPr/>
            </p:nvSpPr>
            <p:spPr>
              <a:xfrm>
                <a:off x="4012787" y="4107655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37148" y="18574"/>
                    </a:moveTo>
                    <a:cubicBezTo>
                      <a:pt x="37148" y="28832"/>
                      <a:pt x="28832" y="37148"/>
                      <a:pt x="18574" y="37148"/>
                    </a:cubicBezTo>
                    <a:cubicBezTo>
                      <a:pt x="8316" y="37148"/>
                      <a:pt x="0" y="28832"/>
                      <a:pt x="0" y="18574"/>
                    </a:cubicBezTo>
                    <a:cubicBezTo>
                      <a:pt x="0" y="8316"/>
                      <a:pt x="8316" y="0"/>
                      <a:pt x="18574" y="0"/>
                    </a:cubicBezTo>
                    <a:cubicBezTo>
                      <a:pt x="28832" y="0"/>
                      <a:pt x="37148" y="8316"/>
                      <a:pt x="37148" y="18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0" name="Google Shape;5620;p33"/>
              <p:cNvSpPr/>
              <p:nvPr/>
            </p:nvSpPr>
            <p:spPr>
              <a:xfrm>
                <a:off x="4094606" y="402659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1" name="Google Shape;5621;p33"/>
              <p:cNvSpPr/>
              <p:nvPr/>
            </p:nvSpPr>
            <p:spPr>
              <a:xfrm>
                <a:off x="4176521" y="3945730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2" name="Google Shape;5622;p33"/>
              <p:cNvSpPr/>
              <p:nvPr/>
            </p:nvSpPr>
            <p:spPr>
              <a:xfrm>
                <a:off x="4258246" y="3864672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3" name="Google Shape;5623;p33"/>
              <p:cNvSpPr/>
              <p:nvPr/>
            </p:nvSpPr>
            <p:spPr>
              <a:xfrm>
                <a:off x="4340066" y="3783615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4" name="Google Shape;5624;p33"/>
              <p:cNvSpPr/>
              <p:nvPr/>
            </p:nvSpPr>
            <p:spPr>
              <a:xfrm>
                <a:off x="4421886" y="3702557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5" name="Google Shape;5625;p33"/>
              <p:cNvSpPr/>
              <p:nvPr/>
            </p:nvSpPr>
            <p:spPr>
              <a:xfrm>
                <a:off x="4503800" y="3621499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097"/>
                    </a:cubicBezTo>
                    <a:cubicBezTo>
                      <a:pt x="32195" y="24955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6" name="Google Shape;5626;p33"/>
              <p:cNvSpPr/>
              <p:nvPr/>
            </p:nvSpPr>
            <p:spPr>
              <a:xfrm>
                <a:off x="4585620" y="354053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7" name="Google Shape;5627;p33"/>
              <p:cNvSpPr/>
              <p:nvPr/>
            </p:nvSpPr>
            <p:spPr>
              <a:xfrm>
                <a:off x="4667345" y="345947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8" name="Google Shape;5628;p33"/>
              <p:cNvSpPr/>
              <p:nvPr/>
            </p:nvSpPr>
            <p:spPr>
              <a:xfrm>
                <a:off x="4749164" y="3378421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9" name="Google Shape;5629;p33"/>
              <p:cNvSpPr/>
              <p:nvPr/>
            </p:nvSpPr>
            <p:spPr>
              <a:xfrm>
                <a:off x="4830984" y="3297363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7"/>
                    </a:moveTo>
                    <a:cubicBezTo>
                      <a:pt x="6572" y="29147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70"/>
                      <a:pt x="22669" y="29147"/>
                      <a:pt x="14573" y="29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0" name="Google Shape;5630;p33"/>
              <p:cNvSpPr/>
              <p:nvPr/>
            </p:nvSpPr>
            <p:spPr>
              <a:xfrm>
                <a:off x="4912899" y="3216496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1" name="Google Shape;5631;p33"/>
              <p:cNvSpPr/>
              <p:nvPr/>
            </p:nvSpPr>
            <p:spPr>
              <a:xfrm>
                <a:off x="4994719" y="3135438"/>
                <a:ext cx="27432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2" name="Google Shape;5632;p33"/>
              <p:cNvSpPr/>
              <p:nvPr/>
            </p:nvSpPr>
            <p:spPr>
              <a:xfrm>
                <a:off x="5076444" y="3054381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3" name="Google Shape;5633;p33"/>
              <p:cNvSpPr/>
              <p:nvPr/>
            </p:nvSpPr>
            <p:spPr>
              <a:xfrm>
                <a:off x="5158263" y="297332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4" name="Google Shape;5634;p33"/>
              <p:cNvSpPr/>
              <p:nvPr/>
            </p:nvSpPr>
            <p:spPr>
              <a:xfrm>
                <a:off x="5240178" y="289245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5" name="Google Shape;5635;p33"/>
              <p:cNvSpPr/>
              <p:nvPr/>
            </p:nvSpPr>
            <p:spPr>
              <a:xfrm>
                <a:off x="5321998" y="2811398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6" name="Google Shape;5636;p33"/>
              <p:cNvSpPr/>
              <p:nvPr/>
            </p:nvSpPr>
            <p:spPr>
              <a:xfrm>
                <a:off x="5403818" y="2730340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7" name="Google Shape;5637;p33"/>
              <p:cNvSpPr/>
              <p:nvPr/>
            </p:nvSpPr>
            <p:spPr>
              <a:xfrm>
                <a:off x="5485542" y="2649282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69" y="5048"/>
                      <a:pt x="22669" y="11335"/>
                    </a:cubicBezTo>
                    <a:cubicBezTo>
                      <a:pt x="22669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8" name="Google Shape;5638;p33"/>
              <p:cNvSpPr/>
              <p:nvPr/>
            </p:nvSpPr>
            <p:spPr>
              <a:xfrm>
                <a:off x="5567457" y="2568415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21717" y="10858"/>
                    </a:moveTo>
                    <a:cubicBezTo>
                      <a:pt x="21717" y="16855"/>
                      <a:pt x="16855" y="21717"/>
                      <a:pt x="10858" y="21717"/>
                    </a:cubicBezTo>
                    <a:cubicBezTo>
                      <a:pt x="4861" y="21717"/>
                      <a:pt x="0" y="16855"/>
                      <a:pt x="0" y="10858"/>
                    </a:cubicBezTo>
                    <a:cubicBezTo>
                      <a:pt x="0" y="4861"/>
                      <a:pt x="4861" y="0"/>
                      <a:pt x="10858" y="0"/>
                    </a:cubicBezTo>
                    <a:cubicBezTo>
                      <a:pt x="16855" y="0"/>
                      <a:pt x="21717" y="4861"/>
                      <a:pt x="21717" y="10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9" name="Google Shape;5639;p33"/>
              <p:cNvSpPr/>
              <p:nvPr/>
            </p:nvSpPr>
            <p:spPr>
              <a:xfrm>
                <a:off x="5649277" y="2487357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0" name="Google Shape;5640;p33"/>
              <p:cNvSpPr/>
              <p:nvPr/>
            </p:nvSpPr>
            <p:spPr>
              <a:xfrm>
                <a:off x="5731097" y="240630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1" name="Google Shape;5641;p33"/>
              <p:cNvSpPr/>
              <p:nvPr/>
            </p:nvSpPr>
            <p:spPr>
              <a:xfrm>
                <a:off x="5812916" y="232524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2" name="Google Shape;5642;p33"/>
              <p:cNvSpPr/>
              <p:nvPr/>
            </p:nvSpPr>
            <p:spPr>
              <a:xfrm>
                <a:off x="5894736" y="224428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7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3" name="Google Shape;5643;p33"/>
              <p:cNvSpPr/>
              <p:nvPr/>
            </p:nvSpPr>
            <p:spPr>
              <a:xfrm>
                <a:off x="5976556" y="216331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4" name="Google Shape;5644;p33"/>
              <p:cNvSpPr/>
              <p:nvPr/>
            </p:nvSpPr>
            <p:spPr>
              <a:xfrm>
                <a:off x="6058376" y="2082259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4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5" name="Google Shape;5645;p33"/>
              <p:cNvSpPr/>
              <p:nvPr/>
            </p:nvSpPr>
            <p:spPr>
              <a:xfrm>
                <a:off x="6140195" y="2001201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6" name="Google Shape;5646;p33"/>
              <p:cNvSpPr/>
              <p:nvPr/>
            </p:nvSpPr>
            <p:spPr>
              <a:xfrm>
                <a:off x="6222015" y="1920144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1" y="7715"/>
                    </a:moveTo>
                    <a:cubicBezTo>
                      <a:pt x="15431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1" y="3454"/>
                      <a:pt x="15431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7" name="Google Shape;5647;p33"/>
              <p:cNvSpPr/>
              <p:nvPr/>
            </p:nvSpPr>
            <p:spPr>
              <a:xfrm>
                <a:off x="6303835" y="1839276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8" name="Google Shape;5648;p33"/>
              <p:cNvSpPr/>
              <p:nvPr/>
            </p:nvSpPr>
            <p:spPr>
              <a:xfrm>
                <a:off x="6385655" y="1758219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9" name="Google Shape;5649;p33"/>
              <p:cNvSpPr/>
              <p:nvPr/>
            </p:nvSpPr>
            <p:spPr>
              <a:xfrm>
                <a:off x="6467475" y="1677161"/>
                <a:ext cx="1295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0" name="Google Shape;5650;p33"/>
              <p:cNvSpPr/>
              <p:nvPr/>
            </p:nvSpPr>
            <p:spPr>
              <a:xfrm>
                <a:off x="6549294" y="1596103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1" name="Google Shape;5651;p33"/>
              <p:cNvSpPr/>
              <p:nvPr/>
            </p:nvSpPr>
            <p:spPr>
              <a:xfrm>
                <a:off x="6631209" y="151514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2" name="Google Shape;5652;p33"/>
              <p:cNvSpPr/>
              <p:nvPr/>
            </p:nvSpPr>
            <p:spPr>
              <a:xfrm>
                <a:off x="6712934" y="143408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3" name="Google Shape;5653;p33"/>
              <p:cNvSpPr/>
              <p:nvPr/>
            </p:nvSpPr>
            <p:spPr>
              <a:xfrm>
                <a:off x="6794754" y="135312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4" name="Google Shape;5654;p33"/>
              <p:cNvSpPr/>
              <p:nvPr/>
            </p:nvSpPr>
            <p:spPr>
              <a:xfrm>
                <a:off x="6876573" y="1271967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5" name="Google Shape;5655;p33"/>
              <p:cNvSpPr/>
              <p:nvPr/>
            </p:nvSpPr>
            <p:spPr>
              <a:xfrm>
                <a:off x="6958488" y="1191100"/>
                <a:ext cx="8001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0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6575842D-3745-342F-0AE3-3D44C1F0B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6499" y="776879"/>
            <a:ext cx="5891002" cy="2454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667;p34">
            <a:extLst>
              <a:ext uri="{FF2B5EF4-FFF2-40B4-BE49-F238E27FC236}">
                <a16:creationId xmlns:a16="http://schemas.microsoft.com/office/drawing/2014/main" id="{EDD7DD78-C49D-E97B-290F-8E22FCC790D8}"/>
              </a:ext>
            </a:extLst>
          </p:cNvPr>
          <p:cNvSpPr/>
          <p:nvPr/>
        </p:nvSpPr>
        <p:spPr>
          <a:xfrm rot="3109951">
            <a:off x="6311364" y="584875"/>
            <a:ext cx="3051118" cy="3034859"/>
          </a:xfrm>
          <a:custGeom>
            <a:avLst/>
            <a:gdLst/>
            <a:ahLst/>
            <a:cxnLst/>
            <a:rect l="l" t="t" r="r" b="b"/>
            <a:pathLst>
              <a:path w="2199247" h="2187527" extrusionOk="0">
                <a:moveTo>
                  <a:pt x="27680" y="1108861"/>
                </a:moveTo>
                <a:lnTo>
                  <a:pt x="845687" y="51776"/>
                </a:lnTo>
                <a:cubicBezTo>
                  <a:pt x="891979" y="-8041"/>
                  <a:pt x="979895" y="-17375"/>
                  <a:pt x="1042188" y="30821"/>
                </a:cubicBezTo>
                <a:lnTo>
                  <a:pt x="2142611" y="883118"/>
                </a:lnTo>
                <a:cubicBezTo>
                  <a:pt x="2204810" y="931315"/>
                  <a:pt x="2217764" y="1018850"/>
                  <a:pt x="2171567" y="1078667"/>
                </a:cubicBezTo>
                <a:lnTo>
                  <a:pt x="1353560" y="2135751"/>
                </a:lnTo>
                <a:cubicBezTo>
                  <a:pt x="1307269" y="2195568"/>
                  <a:pt x="1219353" y="2204903"/>
                  <a:pt x="1157060" y="2156706"/>
                </a:cubicBezTo>
                <a:lnTo>
                  <a:pt x="56636" y="1304409"/>
                </a:lnTo>
                <a:cubicBezTo>
                  <a:pt x="-5562" y="1256213"/>
                  <a:pt x="-18516" y="1168678"/>
                  <a:pt x="27680" y="1108861"/>
                </a:cubicBezTo>
                <a:close/>
              </a:path>
            </a:pathLst>
          </a:custGeom>
          <a:solidFill>
            <a:srgbClr val="181D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0" name="Google Shape;5660;p3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800" b="1" dirty="0">
                <a:solidFill>
                  <a:srgbClr val="FFFFFF"/>
                </a:solidFill>
              </a:rPr>
              <a:t>Return Distribution &amp; </a:t>
            </a:r>
            <a:r>
              <a:rPr lang="fr-FR" sz="2800" b="1" dirty="0" err="1">
                <a:solidFill>
                  <a:srgbClr val="FFFFFF"/>
                </a:solidFill>
              </a:rPr>
              <a:t>VaR</a:t>
            </a:r>
            <a:r>
              <a:rPr lang="fr-FR" sz="2800" b="1" dirty="0">
                <a:solidFill>
                  <a:srgbClr val="FFFFFF"/>
                </a:solidFill>
              </a:rPr>
              <a:t> </a:t>
            </a:r>
            <a:r>
              <a:rPr lang="fr-FR" sz="2800" b="1" dirty="0" err="1">
                <a:solidFill>
                  <a:srgbClr val="FFFFFF"/>
                </a:solidFill>
              </a:rPr>
              <a:t>Threshold</a:t>
            </a:r>
            <a:endParaRPr lang="fr-FR" sz="2800" b="1" dirty="0">
              <a:solidFill>
                <a:srgbClr val="FFFFFF"/>
              </a:solidFill>
            </a:endParaRPr>
          </a:p>
        </p:txBody>
      </p:sp>
      <p:sp>
        <p:nvSpPr>
          <p:cNvPr id="5666" name="Google Shape;5666;p34"/>
          <p:cNvSpPr txBox="1">
            <a:spLocks noGrp="1"/>
          </p:cNvSpPr>
          <p:nvPr>
            <p:ph type="subTitle" idx="6"/>
          </p:nvPr>
        </p:nvSpPr>
        <p:spPr>
          <a:xfrm>
            <a:off x="5307533" y="1661766"/>
            <a:ext cx="3758975" cy="19183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" panose="00000500000000000000" pitchFamily="2" charset="0"/>
              </a:rPr>
              <a:t>Histogram of all daily portfolio returns</a:t>
            </a:r>
          </a:p>
          <a:p>
            <a:pPr marL="171450" lvl="0" indent="-171450" algn="l" rtl="0"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" panose="00000500000000000000" pitchFamily="2" charset="0"/>
              </a:rPr>
              <a:t>Red dashed line = Historical </a:t>
            </a:r>
            <a:r>
              <a:rPr lang="en-US" sz="1400" dirty="0" err="1">
                <a:latin typeface="Montserrat" panose="00000500000000000000" pitchFamily="2" charset="0"/>
              </a:rPr>
              <a:t>VaR</a:t>
            </a:r>
            <a:r>
              <a:rPr lang="en-US" sz="1400" dirty="0">
                <a:latin typeface="Montserrat" panose="00000500000000000000" pitchFamily="2" charset="0"/>
              </a:rPr>
              <a:t> at −1.65%</a:t>
            </a:r>
          </a:p>
          <a:p>
            <a:pPr marL="171450" lvl="0" indent="-171450" algn="l" rtl="0"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" panose="00000500000000000000" pitchFamily="2" charset="0"/>
              </a:rPr>
              <a:t>5% of returns fall to the left of this line</a:t>
            </a:r>
          </a:p>
          <a:p>
            <a:pPr marL="171450" lvl="0" indent="-171450" algn="l" rtl="0"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" panose="00000500000000000000" pitchFamily="2" charset="0"/>
              </a:rPr>
              <a:t>The distribution has a slight left tail (negative skew)</a:t>
            </a:r>
          </a:p>
          <a:p>
            <a:pPr marL="171450" lvl="0" indent="-171450" algn="l" rtl="0"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" panose="00000500000000000000" pitchFamily="2" charset="0"/>
              </a:rPr>
              <a:t>Not perfectly normal - justifies using multiple methods</a:t>
            </a:r>
          </a:p>
        </p:txBody>
      </p:sp>
      <p:sp>
        <p:nvSpPr>
          <p:cNvPr id="5667" name="Google Shape;5667;p34"/>
          <p:cNvSpPr/>
          <p:nvPr/>
        </p:nvSpPr>
        <p:spPr>
          <a:xfrm rot="409828">
            <a:off x="7655397" y="3397002"/>
            <a:ext cx="3051118" cy="3034859"/>
          </a:xfrm>
          <a:custGeom>
            <a:avLst/>
            <a:gdLst/>
            <a:ahLst/>
            <a:cxnLst/>
            <a:rect l="l" t="t" r="r" b="b"/>
            <a:pathLst>
              <a:path w="2199247" h="2187527" extrusionOk="0">
                <a:moveTo>
                  <a:pt x="27680" y="1108861"/>
                </a:moveTo>
                <a:lnTo>
                  <a:pt x="845687" y="51776"/>
                </a:lnTo>
                <a:cubicBezTo>
                  <a:pt x="891979" y="-8041"/>
                  <a:pt x="979895" y="-17375"/>
                  <a:pt x="1042188" y="30821"/>
                </a:cubicBezTo>
                <a:lnTo>
                  <a:pt x="2142611" y="883118"/>
                </a:lnTo>
                <a:cubicBezTo>
                  <a:pt x="2204810" y="931315"/>
                  <a:pt x="2217764" y="1018850"/>
                  <a:pt x="2171567" y="1078667"/>
                </a:cubicBezTo>
                <a:lnTo>
                  <a:pt x="1353560" y="2135751"/>
                </a:lnTo>
                <a:cubicBezTo>
                  <a:pt x="1307269" y="2195568"/>
                  <a:pt x="1219353" y="2204903"/>
                  <a:pt x="1157060" y="2156706"/>
                </a:cubicBezTo>
                <a:lnTo>
                  <a:pt x="56636" y="1304409"/>
                </a:lnTo>
                <a:cubicBezTo>
                  <a:pt x="-5562" y="1256213"/>
                  <a:pt x="-18516" y="1168678"/>
                  <a:pt x="27680" y="110886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73B282E-0ED9-E803-3807-05AC9072B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568" y="1490662"/>
            <a:ext cx="5083445" cy="2541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6174;p35">
            <a:extLst>
              <a:ext uri="{FF2B5EF4-FFF2-40B4-BE49-F238E27FC236}">
                <a16:creationId xmlns:a16="http://schemas.microsoft.com/office/drawing/2014/main" id="{134BB7CB-1838-775F-4733-E0B8B00C9DC2}"/>
              </a:ext>
            </a:extLst>
          </p:cNvPr>
          <p:cNvSpPr/>
          <p:nvPr/>
        </p:nvSpPr>
        <p:spPr>
          <a:xfrm rot="409828">
            <a:off x="4867443" y="1886007"/>
            <a:ext cx="3051118" cy="3034859"/>
          </a:xfrm>
          <a:custGeom>
            <a:avLst/>
            <a:gdLst/>
            <a:ahLst/>
            <a:cxnLst/>
            <a:rect l="l" t="t" r="r" b="b"/>
            <a:pathLst>
              <a:path w="2199247" h="2187527" extrusionOk="0">
                <a:moveTo>
                  <a:pt x="27680" y="1108861"/>
                </a:moveTo>
                <a:lnTo>
                  <a:pt x="845687" y="51776"/>
                </a:lnTo>
                <a:cubicBezTo>
                  <a:pt x="891979" y="-8041"/>
                  <a:pt x="979895" y="-17375"/>
                  <a:pt x="1042188" y="30821"/>
                </a:cubicBezTo>
                <a:lnTo>
                  <a:pt x="2142611" y="883118"/>
                </a:lnTo>
                <a:cubicBezTo>
                  <a:pt x="2204810" y="931315"/>
                  <a:pt x="2217764" y="1018850"/>
                  <a:pt x="2171567" y="1078667"/>
                </a:cubicBezTo>
                <a:lnTo>
                  <a:pt x="1353560" y="2135751"/>
                </a:lnTo>
                <a:cubicBezTo>
                  <a:pt x="1307269" y="2195568"/>
                  <a:pt x="1219353" y="2204903"/>
                  <a:pt x="1157060" y="2156706"/>
                </a:cubicBezTo>
                <a:lnTo>
                  <a:pt x="56636" y="1304409"/>
                </a:lnTo>
                <a:cubicBezTo>
                  <a:pt x="-5562" y="1256213"/>
                  <a:pt x="-18516" y="1168678"/>
                  <a:pt x="27680" y="1108861"/>
                </a:cubicBezTo>
                <a:close/>
              </a:path>
            </a:pathLst>
          </a:custGeom>
          <a:solidFill>
            <a:srgbClr val="181D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6174;p35">
            <a:extLst>
              <a:ext uri="{FF2B5EF4-FFF2-40B4-BE49-F238E27FC236}">
                <a16:creationId xmlns:a16="http://schemas.microsoft.com/office/drawing/2014/main" id="{B280AA4F-9B11-C225-569A-3A67CDD91953}"/>
              </a:ext>
            </a:extLst>
          </p:cNvPr>
          <p:cNvSpPr/>
          <p:nvPr/>
        </p:nvSpPr>
        <p:spPr>
          <a:xfrm rot="19404566">
            <a:off x="-209266" y="1966928"/>
            <a:ext cx="3051118" cy="3034859"/>
          </a:xfrm>
          <a:custGeom>
            <a:avLst/>
            <a:gdLst/>
            <a:ahLst/>
            <a:cxnLst/>
            <a:rect l="l" t="t" r="r" b="b"/>
            <a:pathLst>
              <a:path w="2199247" h="2187527" extrusionOk="0">
                <a:moveTo>
                  <a:pt x="27680" y="1108861"/>
                </a:moveTo>
                <a:lnTo>
                  <a:pt x="845687" y="51776"/>
                </a:lnTo>
                <a:cubicBezTo>
                  <a:pt x="891979" y="-8041"/>
                  <a:pt x="979895" y="-17375"/>
                  <a:pt x="1042188" y="30821"/>
                </a:cubicBezTo>
                <a:lnTo>
                  <a:pt x="2142611" y="883118"/>
                </a:lnTo>
                <a:cubicBezTo>
                  <a:pt x="2204810" y="931315"/>
                  <a:pt x="2217764" y="1018850"/>
                  <a:pt x="2171567" y="1078667"/>
                </a:cubicBezTo>
                <a:lnTo>
                  <a:pt x="1353560" y="2135751"/>
                </a:lnTo>
                <a:cubicBezTo>
                  <a:pt x="1307269" y="2195568"/>
                  <a:pt x="1219353" y="2204903"/>
                  <a:pt x="1157060" y="2156706"/>
                </a:cubicBezTo>
                <a:lnTo>
                  <a:pt x="56636" y="1304409"/>
                </a:lnTo>
                <a:cubicBezTo>
                  <a:pt x="-5562" y="1256213"/>
                  <a:pt x="-18516" y="1168678"/>
                  <a:pt x="27680" y="1108861"/>
                </a:cubicBezTo>
                <a:close/>
              </a:path>
            </a:pathLst>
          </a:custGeom>
          <a:solidFill>
            <a:srgbClr val="181D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17204D-2B1F-6B54-D7AB-9CB70F54CB2A}"/>
              </a:ext>
            </a:extLst>
          </p:cNvPr>
          <p:cNvSpPr/>
          <p:nvPr/>
        </p:nvSpPr>
        <p:spPr>
          <a:xfrm>
            <a:off x="291619" y="4353515"/>
            <a:ext cx="6449046" cy="7380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74" name="Google Shape;5674;p3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sz="2500" b="1" dirty="0" err="1">
                <a:solidFill>
                  <a:srgbClr val="FFFFFF"/>
                </a:solidFill>
              </a:rPr>
              <a:t>VaR</a:t>
            </a:r>
            <a:r>
              <a:rPr lang="en-US" sz="2500" b="1" dirty="0">
                <a:solidFill>
                  <a:srgbClr val="FFFFFF"/>
                </a:solidFill>
              </a:rPr>
              <a:t> Results - Comparison of Three Methods</a:t>
            </a:r>
          </a:p>
        </p:txBody>
      </p:sp>
      <p:sp>
        <p:nvSpPr>
          <p:cNvPr id="5677" name="Google Shape;5677;p35"/>
          <p:cNvSpPr txBox="1">
            <a:spLocks noGrp="1"/>
          </p:cNvSpPr>
          <p:nvPr>
            <p:ph type="subTitle" idx="3"/>
          </p:nvPr>
        </p:nvSpPr>
        <p:spPr>
          <a:xfrm>
            <a:off x="5268732" y="1262940"/>
            <a:ext cx="3162293" cy="4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Pricing strategy</a:t>
            </a:r>
            <a:endParaRPr dirty="0"/>
          </a:p>
        </p:txBody>
      </p:sp>
      <p:grpSp>
        <p:nvGrpSpPr>
          <p:cNvPr id="5683" name="Google Shape;5683;p35"/>
          <p:cNvGrpSpPr/>
          <p:nvPr/>
        </p:nvGrpSpPr>
        <p:grpSpPr>
          <a:xfrm flipH="1">
            <a:off x="5930836" y="-1402383"/>
            <a:ext cx="4552378" cy="4582857"/>
            <a:chOff x="3819525" y="1138237"/>
            <a:chExt cx="4552378" cy="4582857"/>
          </a:xfrm>
        </p:grpSpPr>
        <p:grpSp>
          <p:nvGrpSpPr>
            <p:cNvPr id="5684" name="Google Shape;5684;p35"/>
            <p:cNvGrpSpPr/>
            <p:nvPr/>
          </p:nvGrpSpPr>
          <p:grpSpPr>
            <a:xfrm>
              <a:off x="3821144" y="1138237"/>
              <a:ext cx="4550759" cy="4582857"/>
              <a:chOff x="3821144" y="1138237"/>
              <a:chExt cx="4550759" cy="4582857"/>
            </a:xfrm>
          </p:grpSpPr>
          <p:sp>
            <p:nvSpPr>
              <p:cNvPr id="5685" name="Google Shape;5685;p35"/>
              <p:cNvSpPr/>
              <p:nvPr/>
            </p:nvSpPr>
            <p:spPr>
              <a:xfrm>
                <a:off x="3821144" y="5675089"/>
                <a:ext cx="23050" cy="46005"/>
              </a:xfrm>
              <a:custGeom>
                <a:avLst/>
                <a:gdLst/>
                <a:ahLst/>
                <a:cxnLst/>
                <a:rect l="l" t="t" r="r" b="b"/>
                <a:pathLst>
                  <a:path w="23050" h="46005" extrusionOk="0">
                    <a:moveTo>
                      <a:pt x="0" y="0"/>
                    </a:moveTo>
                    <a:cubicBezTo>
                      <a:pt x="12668" y="0"/>
                      <a:pt x="23051" y="10287"/>
                      <a:pt x="23051" y="22955"/>
                    </a:cubicBezTo>
                    <a:cubicBezTo>
                      <a:pt x="23051" y="35623"/>
                      <a:pt x="12764" y="46006"/>
                      <a:pt x="0" y="4600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6" name="Google Shape;5686;p35"/>
              <p:cNvSpPr/>
              <p:nvPr/>
            </p:nvSpPr>
            <p:spPr>
              <a:xfrm>
                <a:off x="3870960" y="5594127"/>
                <a:ext cx="45148" cy="45148"/>
              </a:xfrm>
              <a:custGeom>
                <a:avLst/>
                <a:gdLst/>
                <a:ahLst/>
                <a:cxnLst/>
                <a:rect l="l" t="t" r="r" b="b"/>
                <a:pathLst>
                  <a:path w="45148" h="45148" extrusionOk="0">
                    <a:moveTo>
                      <a:pt x="22574" y="45148"/>
                    </a:moveTo>
                    <a:cubicBezTo>
                      <a:pt x="10096" y="45148"/>
                      <a:pt x="0" y="35052"/>
                      <a:pt x="0" y="22574"/>
                    </a:cubicBezTo>
                    <a:cubicBezTo>
                      <a:pt x="0" y="10096"/>
                      <a:pt x="10096" y="0"/>
                      <a:pt x="22574" y="0"/>
                    </a:cubicBezTo>
                    <a:cubicBezTo>
                      <a:pt x="35052" y="0"/>
                      <a:pt x="45149" y="10096"/>
                      <a:pt x="45149" y="22574"/>
                    </a:cubicBezTo>
                    <a:cubicBezTo>
                      <a:pt x="45149" y="35052"/>
                      <a:pt x="35052" y="45148"/>
                      <a:pt x="22574" y="45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7" name="Google Shape;5687;p35"/>
              <p:cNvSpPr/>
              <p:nvPr/>
            </p:nvSpPr>
            <p:spPr>
              <a:xfrm>
                <a:off x="3952684" y="5513069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7"/>
                    </a:moveTo>
                    <a:cubicBezTo>
                      <a:pt x="9906" y="44387"/>
                      <a:pt x="0" y="34481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1"/>
                      <a:pt x="34481" y="44387"/>
                      <a:pt x="22193" y="443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8" name="Google Shape;5688;p35"/>
              <p:cNvSpPr/>
              <p:nvPr/>
            </p:nvSpPr>
            <p:spPr>
              <a:xfrm>
                <a:off x="4034504" y="5432011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811"/>
                      <a:pt x="43625" y="21812"/>
                    </a:cubicBezTo>
                    <a:cubicBezTo>
                      <a:pt x="43625" y="33814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9" name="Google Shape;5689;p35"/>
              <p:cNvSpPr/>
              <p:nvPr/>
            </p:nvSpPr>
            <p:spPr>
              <a:xfrm>
                <a:off x="4116323" y="5350953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0" name="Google Shape;5690;p35"/>
              <p:cNvSpPr/>
              <p:nvPr/>
            </p:nvSpPr>
            <p:spPr>
              <a:xfrm>
                <a:off x="4198238" y="5270086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1" name="Google Shape;5691;p35"/>
              <p:cNvSpPr/>
              <p:nvPr/>
            </p:nvSpPr>
            <p:spPr>
              <a:xfrm>
                <a:off x="4279963" y="5189028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2" name="Google Shape;5692;p35"/>
              <p:cNvSpPr/>
              <p:nvPr/>
            </p:nvSpPr>
            <p:spPr>
              <a:xfrm>
                <a:off x="4361783" y="5107971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3" name="Google Shape;5693;p35"/>
              <p:cNvSpPr/>
              <p:nvPr/>
            </p:nvSpPr>
            <p:spPr>
              <a:xfrm>
                <a:off x="4443602" y="5026913"/>
                <a:ext cx="39624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4" name="Google Shape;5694;p35"/>
              <p:cNvSpPr/>
              <p:nvPr/>
            </p:nvSpPr>
            <p:spPr>
              <a:xfrm>
                <a:off x="4525518" y="4946046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5" name="Google Shape;5695;p35"/>
              <p:cNvSpPr/>
              <p:nvPr/>
            </p:nvSpPr>
            <p:spPr>
              <a:xfrm>
                <a:off x="4607337" y="486498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6" name="Google Shape;5696;p35"/>
              <p:cNvSpPr/>
              <p:nvPr/>
            </p:nvSpPr>
            <p:spPr>
              <a:xfrm>
                <a:off x="4689062" y="4783930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7" name="Google Shape;5697;p35"/>
              <p:cNvSpPr/>
              <p:nvPr/>
            </p:nvSpPr>
            <p:spPr>
              <a:xfrm>
                <a:off x="4770881" y="4702872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8" name="Google Shape;5698;p35"/>
              <p:cNvSpPr/>
              <p:nvPr/>
            </p:nvSpPr>
            <p:spPr>
              <a:xfrm>
                <a:off x="4852797" y="4622005"/>
                <a:ext cx="35432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2" h="35433" extrusionOk="0">
                    <a:moveTo>
                      <a:pt x="17716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6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6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9" name="Google Shape;5699;p35"/>
              <p:cNvSpPr/>
              <p:nvPr/>
            </p:nvSpPr>
            <p:spPr>
              <a:xfrm>
                <a:off x="4934616" y="4540947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0" name="Google Shape;5700;p35"/>
              <p:cNvSpPr/>
              <p:nvPr/>
            </p:nvSpPr>
            <p:spPr>
              <a:xfrm>
                <a:off x="5016436" y="4459890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1" name="Google Shape;5701;p35"/>
              <p:cNvSpPr/>
              <p:nvPr/>
            </p:nvSpPr>
            <p:spPr>
              <a:xfrm>
                <a:off x="5098161" y="4378832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2" name="Google Shape;5702;p35"/>
              <p:cNvSpPr/>
              <p:nvPr/>
            </p:nvSpPr>
            <p:spPr>
              <a:xfrm>
                <a:off x="5180075" y="4297870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193"/>
                    </a:cubicBezTo>
                    <a:cubicBezTo>
                      <a:pt x="32195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3" name="Google Shape;5703;p35"/>
              <p:cNvSpPr/>
              <p:nvPr/>
            </p:nvSpPr>
            <p:spPr>
              <a:xfrm>
                <a:off x="5261895" y="421690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4" name="Google Shape;5704;p35"/>
              <p:cNvSpPr/>
              <p:nvPr/>
            </p:nvSpPr>
            <p:spPr>
              <a:xfrm>
                <a:off x="5343715" y="413584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5" name="Google Shape;5705;p35"/>
              <p:cNvSpPr/>
              <p:nvPr/>
            </p:nvSpPr>
            <p:spPr>
              <a:xfrm>
                <a:off x="5425535" y="4054792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6" name="Google Shape;5706;p35"/>
              <p:cNvSpPr/>
              <p:nvPr/>
            </p:nvSpPr>
            <p:spPr>
              <a:xfrm>
                <a:off x="5507259" y="3973734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7" name="Google Shape;5707;p35"/>
              <p:cNvSpPr/>
              <p:nvPr/>
            </p:nvSpPr>
            <p:spPr>
              <a:xfrm>
                <a:off x="5589174" y="3892867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8" name="Google Shape;5708;p35"/>
              <p:cNvSpPr/>
              <p:nvPr/>
            </p:nvSpPr>
            <p:spPr>
              <a:xfrm>
                <a:off x="5670994" y="3811809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9" name="Google Shape;5709;p35"/>
              <p:cNvSpPr/>
              <p:nvPr/>
            </p:nvSpPr>
            <p:spPr>
              <a:xfrm>
                <a:off x="5752814" y="3730751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0" name="Google Shape;5710;p35"/>
              <p:cNvSpPr/>
              <p:nvPr/>
            </p:nvSpPr>
            <p:spPr>
              <a:xfrm>
                <a:off x="5834633" y="364969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1" name="Google Shape;5711;p35"/>
              <p:cNvSpPr/>
              <p:nvPr/>
            </p:nvSpPr>
            <p:spPr>
              <a:xfrm>
                <a:off x="5916453" y="35688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2" name="Google Shape;5712;p35"/>
              <p:cNvSpPr/>
              <p:nvPr/>
            </p:nvSpPr>
            <p:spPr>
              <a:xfrm>
                <a:off x="5998273" y="348767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3" name="Google Shape;5713;p35"/>
              <p:cNvSpPr/>
              <p:nvPr/>
            </p:nvSpPr>
            <p:spPr>
              <a:xfrm>
                <a:off x="6080093" y="340661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4" name="Google Shape;5714;p35"/>
              <p:cNvSpPr/>
              <p:nvPr/>
            </p:nvSpPr>
            <p:spPr>
              <a:xfrm>
                <a:off x="6161912" y="332555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5" name="Google Shape;5715;p35"/>
              <p:cNvSpPr/>
              <p:nvPr/>
            </p:nvSpPr>
            <p:spPr>
              <a:xfrm>
                <a:off x="6243828" y="3244690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6" name="Google Shape;5716;p35"/>
              <p:cNvSpPr/>
              <p:nvPr/>
            </p:nvSpPr>
            <p:spPr>
              <a:xfrm>
                <a:off x="6325552" y="316363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8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8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8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7" name="Google Shape;5717;p35"/>
              <p:cNvSpPr/>
              <p:nvPr/>
            </p:nvSpPr>
            <p:spPr>
              <a:xfrm>
                <a:off x="6407372" y="3082575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8" name="Google Shape;5718;p35"/>
              <p:cNvSpPr/>
              <p:nvPr/>
            </p:nvSpPr>
            <p:spPr>
              <a:xfrm>
                <a:off x="6489191" y="3001517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9" name="Google Shape;5719;p35"/>
              <p:cNvSpPr/>
              <p:nvPr/>
            </p:nvSpPr>
            <p:spPr>
              <a:xfrm>
                <a:off x="6571107" y="292065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0" name="Google Shape;5720;p35"/>
              <p:cNvSpPr/>
              <p:nvPr/>
            </p:nvSpPr>
            <p:spPr>
              <a:xfrm>
                <a:off x="6652926" y="283959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1" name="Google Shape;5721;p35"/>
              <p:cNvSpPr/>
              <p:nvPr/>
            </p:nvSpPr>
            <p:spPr>
              <a:xfrm>
                <a:off x="6734651" y="275853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2" name="Google Shape;5722;p35"/>
              <p:cNvSpPr/>
              <p:nvPr/>
            </p:nvSpPr>
            <p:spPr>
              <a:xfrm>
                <a:off x="6816471" y="267747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3" name="Google Shape;5723;p35"/>
              <p:cNvSpPr/>
              <p:nvPr/>
            </p:nvSpPr>
            <p:spPr>
              <a:xfrm>
                <a:off x="6898385" y="2596419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4" name="Google Shape;5724;p35"/>
              <p:cNvSpPr/>
              <p:nvPr/>
            </p:nvSpPr>
            <p:spPr>
              <a:xfrm>
                <a:off x="6980205" y="2515552"/>
                <a:ext cx="14478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4477" extrusionOk="0">
                    <a:moveTo>
                      <a:pt x="7239" y="14478"/>
                    </a:moveTo>
                    <a:cubicBezTo>
                      <a:pt x="3239" y="14478"/>
                      <a:pt x="0" y="11239"/>
                      <a:pt x="0" y="7239"/>
                    </a:cubicBezTo>
                    <a:cubicBezTo>
                      <a:pt x="0" y="3238"/>
                      <a:pt x="3239" y="0"/>
                      <a:pt x="7239" y="0"/>
                    </a:cubicBezTo>
                    <a:cubicBezTo>
                      <a:pt x="11240" y="0"/>
                      <a:pt x="14478" y="3238"/>
                      <a:pt x="14478" y="7239"/>
                    </a:cubicBezTo>
                    <a:cubicBezTo>
                      <a:pt x="14478" y="11239"/>
                      <a:pt x="11240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5" name="Google Shape;5725;p35"/>
              <p:cNvSpPr/>
              <p:nvPr/>
            </p:nvSpPr>
            <p:spPr>
              <a:xfrm>
                <a:off x="7062025" y="2434494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6" name="Google Shape;5726;p35"/>
              <p:cNvSpPr/>
              <p:nvPr/>
            </p:nvSpPr>
            <p:spPr>
              <a:xfrm>
                <a:off x="7143750" y="2353436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7" name="Google Shape;5727;p35"/>
              <p:cNvSpPr/>
              <p:nvPr/>
            </p:nvSpPr>
            <p:spPr>
              <a:xfrm>
                <a:off x="7225569" y="2272378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8" name="Google Shape;5728;p35"/>
              <p:cNvSpPr/>
              <p:nvPr/>
            </p:nvSpPr>
            <p:spPr>
              <a:xfrm>
                <a:off x="7307484" y="219151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9" name="Google Shape;5729;p35"/>
              <p:cNvSpPr/>
              <p:nvPr/>
            </p:nvSpPr>
            <p:spPr>
              <a:xfrm>
                <a:off x="7389304" y="211045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0" name="Google Shape;5730;p35"/>
              <p:cNvSpPr/>
              <p:nvPr/>
            </p:nvSpPr>
            <p:spPr>
              <a:xfrm>
                <a:off x="7471124" y="2029395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6" y="2191"/>
                      <a:pt x="9716" y="4858"/>
                    </a:cubicBezTo>
                    <a:cubicBezTo>
                      <a:pt x="9716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1" name="Google Shape;5731;p35"/>
              <p:cNvSpPr/>
              <p:nvPr/>
            </p:nvSpPr>
            <p:spPr>
              <a:xfrm>
                <a:off x="7552848" y="1948338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2" name="Google Shape;5732;p35"/>
              <p:cNvSpPr/>
              <p:nvPr/>
            </p:nvSpPr>
            <p:spPr>
              <a:xfrm>
                <a:off x="7634763" y="1867470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3" name="Google Shape;5733;p35"/>
              <p:cNvSpPr/>
              <p:nvPr/>
            </p:nvSpPr>
            <p:spPr>
              <a:xfrm>
                <a:off x="7716583" y="1786413"/>
                <a:ext cx="7238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8" h="7238" extrusionOk="0">
                    <a:moveTo>
                      <a:pt x="3619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19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19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4" name="Google Shape;5734;p35"/>
              <p:cNvSpPr/>
              <p:nvPr/>
            </p:nvSpPr>
            <p:spPr>
              <a:xfrm>
                <a:off x="7798403" y="1705355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5" name="Google Shape;5735;p35"/>
              <p:cNvSpPr/>
              <p:nvPr/>
            </p:nvSpPr>
            <p:spPr>
              <a:xfrm>
                <a:off x="7880223" y="1624297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6" name="Google Shape;5736;p35"/>
              <p:cNvSpPr/>
              <p:nvPr/>
            </p:nvSpPr>
            <p:spPr>
              <a:xfrm>
                <a:off x="7962042" y="1543430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7" name="Google Shape;5737;p35"/>
              <p:cNvSpPr/>
              <p:nvPr/>
            </p:nvSpPr>
            <p:spPr>
              <a:xfrm>
                <a:off x="8043862" y="1462372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048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8" name="Google Shape;5738;p35"/>
              <p:cNvSpPr/>
              <p:nvPr/>
            </p:nvSpPr>
            <p:spPr>
              <a:xfrm>
                <a:off x="8125682" y="1381315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9" name="Google Shape;5739;p35"/>
              <p:cNvSpPr/>
              <p:nvPr/>
            </p:nvSpPr>
            <p:spPr>
              <a:xfrm>
                <a:off x="8207501" y="1300257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0" name="Google Shape;5740;p35"/>
              <p:cNvSpPr/>
              <p:nvPr/>
            </p:nvSpPr>
            <p:spPr>
              <a:xfrm>
                <a:off x="8289416" y="1219390"/>
                <a:ext cx="1524" cy="152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1523" extrusionOk="0">
                    <a:moveTo>
                      <a:pt x="762" y="1524"/>
                    </a:moveTo>
                    <a:cubicBezTo>
                      <a:pt x="762" y="1524"/>
                      <a:pt x="0" y="1143"/>
                      <a:pt x="0" y="762"/>
                    </a:cubicBezTo>
                    <a:cubicBezTo>
                      <a:pt x="0" y="381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524"/>
                      <a:pt x="762" y="1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1" name="Google Shape;5741;p35"/>
              <p:cNvSpPr/>
              <p:nvPr/>
            </p:nvSpPr>
            <p:spPr>
              <a:xfrm>
                <a:off x="8371141" y="1138237"/>
                <a:ext cx="762" cy="76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761" extrusionOk="0">
                    <a:moveTo>
                      <a:pt x="381" y="762"/>
                    </a:moveTo>
                    <a:cubicBezTo>
                      <a:pt x="381" y="762"/>
                      <a:pt x="0" y="572"/>
                      <a:pt x="0" y="381"/>
                    </a:cubicBezTo>
                    <a:cubicBezTo>
                      <a:pt x="0" y="191"/>
                      <a:pt x="191" y="0"/>
                      <a:pt x="381" y="0"/>
                    </a:cubicBezTo>
                    <a:cubicBezTo>
                      <a:pt x="572" y="0"/>
                      <a:pt x="762" y="191"/>
                      <a:pt x="762" y="381"/>
                    </a:cubicBezTo>
                    <a:cubicBezTo>
                      <a:pt x="762" y="572"/>
                      <a:pt x="572" y="762"/>
                      <a:pt x="381" y="7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42" name="Google Shape;5742;p35"/>
            <p:cNvGrpSpPr/>
            <p:nvPr/>
          </p:nvGrpSpPr>
          <p:grpSpPr>
            <a:xfrm>
              <a:off x="3819525" y="1144142"/>
              <a:ext cx="4396262" cy="4419980"/>
              <a:chOff x="3819525" y="1144142"/>
              <a:chExt cx="4396262" cy="4419980"/>
            </a:xfrm>
          </p:grpSpPr>
          <p:sp>
            <p:nvSpPr>
              <p:cNvPr id="5743" name="Google Shape;5743;p35"/>
              <p:cNvSpPr/>
              <p:nvPr/>
            </p:nvSpPr>
            <p:spPr>
              <a:xfrm>
                <a:off x="3819525" y="5518879"/>
                <a:ext cx="22574" cy="45243"/>
              </a:xfrm>
              <a:custGeom>
                <a:avLst/>
                <a:gdLst/>
                <a:ahLst/>
                <a:cxnLst/>
                <a:rect l="l" t="t" r="r" b="b"/>
                <a:pathLst>
                  <a:path w="22574" h="45243" extrusionOk="0">
                    <a:moveTo>
                      <a:pt x="0" y="95"/>
                    </a:moveTo>
                    <a:cubicBezTo>
                      <a:pt x="12478" y="95"/>
                      <a:pt x="22574" y="10192"/>
                      <a:pt x="22574" y="22670"/>
                    </a:cubicBezTo>
                    <a:cubicBezTo>
                      <a:pt x="22574" y="35147"/>
                      <a:pt x="12478" y="45244"/>
                      <a:pt x="0" y="452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4" name="Google Shape;5744;p35"/>
              <p:cNvSpPr/>
              <p:nvPr/>
            </p:nvSpPr>
            <p:spPr>
              <a:xfrm>
                <a:off x="3877532" y="5438012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6"/>
                    </a:moveTo>
                    <a:cubicBezTo>
                      <a:pt x="9906" y="44386"/>
                      <a:pt x="0" y="34480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0"/>
                      <a:pt x="34481" y="44386"/>
                      <a:pt x="22193" y="44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5" name="Google Shape;5745;p35"/>
              <p:cNvSpPr/>
              <p:nvPr/>
            </p:nvSpPr>
            <p:spPr>
              <a:xfrm>
                <a:off x="3959352" y="5356859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5"/>
                    </a:moveTo>
                    <a:cubicBezTo>
                      <a:pt x="9811" y="43625"/>
                      <a:pt x="0" y="33909"/>
                      <a:pt x="0" y="21812"/>
                    </a:cubicBezTo>
                    <a:cubicBezTo>
                      <a:pt x="0" y="9716"/>
                      <a:pt x="9715" y="0"/>
                      <a:pt x="21812" y="0"/>
                    </a:cubicBezTo>
                    <a:cubicBezTo>
                      <a:pt x="33909" y="0"/>
                      <a:pt x="43625" y="9716"/>
                      <a:pt x="43625" y="21812"/>
                    </a:cubicBezTo>
                    <a:cubicBezTo>
                      <a:pt x="43625" y="33909"/>
                      <a:pt x="33909" y="43625"/>
                      <a:pt x="21812" y="436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6" name="Google Shape;5746;p35"/>
              <p:cNvSpPr/>
              <p:nvPr/>
            </p:nvSpPr>
            <p:spPr>
              <a:xfrm>
                <a:off x="4041171" y="5275801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620"/>
                      <a:pt x="42863" y="21431"/>
                    </a:cubicBezTo>
                    <a:cubicBezTo>
                      <a:pt x="42863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7" name="Google Shape;5747;p35"/>
              <p:cNvSpPr/>
              <p:nvPr/>
            </p:nvSpPr>
            <p:spPr>
              <a:xfrm>
                <a:off x="4123086" y="5194934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8" name="Google Shape;5748;p35"/>
              <p:cNvSpPr/>
              <p:nvPr/>
            </p:nvSpPr>
            <p:spPr>
              <a:xfrm>
                <a:off x="4204906" y="5113876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9" name="Google Shape;5749;p35"/>
              <p:cNvSpPr/>
              <p:nvPr/>
            </p:nvSpPr>
            <p:spPr>
              <a:xfrm>
                <a:off x="4286631" y="5032819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0" name="Google Shape;5750;p35"/>
              <p:cNvSpPr/>
              <p:nvPr/>
            </p:nvSpPr>
            <p:spPr>
              <a:xfrm>
                <a:off x="4368450" y="4951761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1" name="Google Shape;5751;p35"/>
              <p:cNvSpPr/>
              <p:nvPr/>
            </p:nvSpPr>
            <p:spPr>
              <a:xfrm>
                <a:off x="4450365" y="4870894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2" name="Google Shape;5752;p35"/>
              <p:cNvSpPr/>
              <p:nvPr/>
            </p:nvSpPr>
            <p:spPr>
              <a:xfrm>
                <a:off x="4532185" y="4789836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3" name="Google Shape;5753;p35"/>
              <p:cNvSpPr/>
              <p:nvPr/>
            </p:nvSpPr>
            <p:spPr>
              <a:xfrm>
                <a:off x="4614005" y="470877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4" name="Google Shape;5754;p35"/>
              <p:cNvSpPr/>
              <p:nvPr/>
            </p:nvSpPr>
            <p:spPr>
              <a:xfrm>
                <a:off x="4695729" y="462772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5" name="Google Shape;5755;p35"/>
              <p:cNvSpPr/>
              <p:nvPr/>
            </p:nvSpPr>
            <p:spPr>
              <a:xfrm>
                <a:off x="4777644" y="4546758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432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6" name="Google Shape;5756;p35"/>
              <p:cNvSpPr/>
              <p:nvPr/>
            </p:nvSpPr>
            <p:spPr>
              <a:xfrm>
                <a:off x="4859464" y="4465795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7" name="Google Shape;5757;p35"/>
              <p:cNvSpPr/>
              <p:nvPr/>
            </p:nvSpPr>
            <p:spPr>
              <a:xfrm>
                <a:off x="4941284" y="4384737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8" name="Google Shape;5758;p35"/>
              <p:cNvSpPr/>
              <p:nvPr/>
            </p:nvSpPr>
            <p:spPr>
              <a:xfrm>
                <a:off x="5023104" y="4303680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9" name="Google Shape;5759;p35"/>
              <p:cNvSpPr/>
              <p:nvPr/>
            </p:nvSpPr>
            <p:spPr>
              <a:xfrm>
                <a:off x="5104923" y="4222622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097" y="32385"/>
                    </a:moveTo>
                    <a:cubicBezTo>
                      <a:pt x="7144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097" y="0"/>
                    </a:cubicBezTo>
                    <a:cubicBezTo>
                      <a:pt x="2495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097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0" name="Google Shape;5760;p35"/>
              <p:cNvSpPr/>
              <p:nvPr/>
            </p:nvSpPr>
            <p:spPr>
              <a:xfrm>
                <a:off x="5186743" y="4141755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1" name="Google Shape;5761;p35"/>
              <p:cNvSpPr/>
              <p:nvPr/>
            </p:nvSpPr>
            <p:spPr>
              <a:xfrm>
                <a:off x="5268563" y="4060697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2" name="Google Shape;5762;p35"/>
              <p:cNvSpPr/>
              <p:nvPr/>
            </p:nvSpPr>
            <p:spPr>
              <a:xfrm>
                <a:off x="5350383" y="3979639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3" name="Google Shape;5763;p35"/>
              <p:cNvSpPr/>
              <p:nvPr/>
            </p:nvSpPr>
            <p:spPr>
              <a:xfrm>
                <a:off x="5432202" y="389858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4" name="Google Shape;5764;p35"/>
              <p:cNvSpPr/>
              <p:nvPr/>
            </p:nvSpPr>
            <p:spPr>
              <a:xfrm>
                <a:off x="5514022" y="3817714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5" name="Google Shape;5765;p35"/>
              <p:cNvSpPr/>
              <p:nvPr/>
            </p:nvSpPr>
            <p:spPr>
              <a:xfrm>
                <a:off x="5595842" y="3736657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27432" y="13716"/>
                    </a:moveTo>
                    <a:cubicBezTo>
                      <a:pt x="27432" y="21291"/>
                      <a:pt x="21291" y="27432"/>
                      <a:pt x="13716" y="27432"/>
                    </a:cubicBezTo>
                    <a:cubicBezTo>
                      <a:pt x="6141" y="27432"/>
                      <a:pt x="0" y="21291"/>
                      <a:pt x="0" y="13716"/>
                    </a:cubicBezTo>
                    <a:cubicBezTo>
                      <a:pt x="0" y="6141"/>
                      <a:pt x="6141" y="0"/>
                      <a:pt x="13716" y="0"/>
                    </a:cubicBezTo>
                    <a:cubicBezTo>
                      <a:pt x="21291" y="0"/>
                      <a:pt x="27432" y="6141"/>
                      <a:pt x="27432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6" name="Google Shape;5766;p35"/>
              <p:cNvSpPr/>
              <p:nvPr/>
            </p:nvSpPr>
            <p:spPr>
              <a:xfrm>
                <a:off x="5677662" y="3655599"/>
                <a:ext cx="26670" cy="26669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69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7" name="Google Shape;5767;p35"/>
              <p:cNvSpPr/>
              <p:nvPr/>
            </p:nvSpPr>
            <p:spPr>
              <a:xfrm>
                <a:off x="5759481" y="3574541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8" name="Google Shape;5768;p35"/>
              <p:cNvSpPr/>
              <p:nvPr/>
            </p:nvSpPr>
            <p:spPr>
              <a:xfrm>
                <a:off x="5841396" y="3493674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9" name="Google Shape;5769;p35"/>
              <p:cNvSpPr/>
              <p:nvPr/>
            </p:nvSpPr>
            <p:spPr>
              <a:xfrm>
                <a:off x="5923121" y="3412616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4"/>
                    </a:moveTo>
                    <a:cubicBezTo>
                      <a:pt x="5429" y="24194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4"/>
                      <a:pt x="12097" y="24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0" name="Google Shape;5770;p35"/>
              <p:cNvSpPr/>
              <p:nvPr/>
            </p:nvSpPr>
            <p:spPr>
              <a:xfrm>
                <a:off x="6004941" y="3331558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1" name="Google Shape;5771;p35"/>
              <p:cNvSpPr/>
              <p:nvPr/>
            </p:nvSpPr>
            <p:spPr>
              <a:xfrm>
                <a:off x="6086760" y="3250500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2" name="Google Shape;5772;p35"/>
              <p:cNvSpPr/>
              <p:nvPr/>
            </p:nvSpPr>
            <p:spPr>
              <a:xfrm>
                <a:off x="6168675" y="3169538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3" name="Google Shape;5773;p35"/>
              <p:cNvSpPr/>
              <p:nvPr/>
            </p:nvSpPr>
            <p:spPr>
              <a:xfrm>
                <a:off x="6250400" y="308848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4" name="Google Shape;5774;p35"/>
              <p:cNvSpPr/>
              <p:nvPr/>
            </p:nvSpPr>
            <p:spPr>
              <a:xfrm>
                <a:off x="6332219" y="3007423"/>
                <a:ext cx="20193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3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5" name="Google Shape;5775;p35"/>
              <p:cNvSpPr/>
              <p:nvPr/>
            </p:nvSpPr>
            <p:spPr>
              <a:xfrm>
                <a:off x="6414039" y="2926365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6" name="Google Shape;5776;p35"/>
              <p:cNvSpPr/>
              <p:nvPr/>
            </p:nvSpPr>
            <p:spPr>
              <a:xfrm>
                <a:off x="6495954" y="2845498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8" y="4137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7" name="Google Shape;5777;p35"/>
              <p:cNvSpPr/>
              <p:nvPr/>
            </p:nvSpPr>
            <p:spPr>
              <a:xfrm>
                <a:off x="6577774" y="2764440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0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0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8" name="Google Shape;5778;p35"/>
              <p:cNvSpPr/>
              <p:nvPr/>
            </p:nvSpPr>
            <p:spPr>
              <a:xfrm>
                <a:off x="6659499" y="268338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9" name="Google Shape;5779;p35"/>
              <p:cNvSpPr/>
              <p:nvPr/>
            </p:nvSpPr>
            <p:spPr>
              <a:xfrm>
                <a:off x="6741318" y="260232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0" name="Google Shape;5780;p35"/>
              <p:cNvSpPr/>
              <p:nvPr/>
            </p:nvSpPr>
            <p:spPr>
              <a:xfrm>
                <a:off x="6823138" y="2521362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620"/>
                    </a:cubicBezTo>
                    <a:cubicBezTo>
                      <a:pt x="0" y="333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620"/>
                    </a:cubicBezTo>
                    <a:cubicBezTo>
                      <a:pt x="15430" y="11811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1" name="Google Shape;5781;p35"/>
              <p:cNvSpPr/>
              <p:nvPr/>
            </p:nvSpPr>
            <p:spPr>
              <a:xfrm>
                <a:off x="6905053" y="2440399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2" name="Google Shape;5782;p35"/>
              <p:cNvSpPr/>
              <p:nvPr/>
            </p:nvSpPr>
            <p:spPr>
              <a:xfrm>
                <a:off x="6986873" y="2359341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3" name="Google Shape;5783;p35"/>
              <p:cNvSpPr/>
              <p:nvPr/>
            </p:nvSpPr>
            <p:spPr>
              <a:xfrm>
                <a:off x="7068597" y="2278284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7" y="0"/>
                      <a:pt x="12954" y="2857"/>
                      <a:pt x="12954" y="6477"/>
                    </a:cubicBezTo>
                    <a:cubicBezTo>
                      <a:pt x="12954" y="10096"/>
                      <a:pt x="10097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4" name="Google Shape;5784;p35"/>
              <p:cNvSpPr/>
              <p:nvPr/>
            </p:nvSpPr>
            <p:spPr>
              <a:xfrm>
                <a:off x="7150417" y="2197226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5" name="Google Shape;5785;p35"/>
              <p:cNvSpPr/>
              <p:nvPr/>
            </p:nvSpPr>
            <p:spPr>
              <a:xfrm>
                <a:off x="7232332" y="2116359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6" name="Google Shape;5786;p35"/>
              <p:cNvSpPr/>
              <p:nvPr/>
            </p:nvSpPr>
            <p:spPr>
              <a:xfrm>
                <a:off x="7314152" y="2035301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7" y="2381"/>
                      <a:pt x="10477" y="5239"/>
                    </a:cubicBezTo>
                    <a:cubicBezTo>
                      <a:pt x="10477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7" name="Google Shape;5787;p35"/>
              <p:cNvSpPr/>
              <p:nvPr/>
            </p:nvSpPr>
            <p:spPr>
              <a:xfrm>
                <a:off x="7395972" y="1954243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8" name="Google Shape;5788;p35"/>
              <p:cNvSpPr/>
              <p:nvPr/>
            </p:nvSpPr>
            <p:spPr>
              <a:xfrm>
                <a:off x="7477696" y="187318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9" name="Google Shape;5789;p35"/>
              <p:cNvSpPr/>
              <p:nvPr/>
            </p:nvSpPr>
            <p:spPr>
              <a:xfrm>
                <a:off x="7559611" y="1792318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0" name="Google Shape;5790;p35"/>
              <p:cNvSpPr/>
              <p:nvPr/>
            </p:nvSpPr>
            <p:spPr>
              <a:xfrm>
                <a:off x="7641431" y="1711260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1" name="Google Shape;5791;p35"/>
              <p:cNvSpPr/>
              <p:nvPr/>
            </p:nvSpPr>
            <p:spPr>
              <a:xfrm>
                <a:off x="7723250" y="1630203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2" name="Google Shape;5792;p35"/>
              <p:cNvSpPr/>
              <p:nvPr/>
            </p:nvSpPr>
            <p:spPr>
              <a:xfrm>
                <a:off x="7805070" y="1549145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3" name="Google Shape;5793;p35"/>
              <p:cNvSpPr/>
              <p:nvPr/>
            </p:nvSpPr>
            <p:spPr>
              <a:xfrm>
                <a:off x="7886890" y="1468278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4" name="Google Shape;5794;p35"/>
              <p:cNvSpPr/>
              <p:nvPr/>
            </p:nvSpPr>
            <p:spPr>
              <a:xfrm>
                <a:off x="7968710" y="1387220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4000" y="2000"/>
                    </a:moveTo>
                    <a:cubicBezTo>
                      <a:pt x="4000" y="3105"/>
                      <a:pt x="3105" y="4000"/>
                      <a:pt x="2000" y="4000"/>
                    </a:cubicBezTo>
                    <a:cubicBezTo>
                      <a:pt x="896" y="4000"/>
                      <a:pt x="0" y="3105"/>
                      <a:pt x="0" y="2000"/>
                    </a:cubicBezTo>
                    <a:cubicBezTo>
                      <a:pt x="0" y="896"/>
                      <a:pt x="896" y="0"/>
                      <a:pt x="2000" y="0"/>
                    </a:cubicBezTo>
                    <a:cubicBezTo>
                      <a:pt x="3105" y="0"/>
                      <a:pt x="4000" y="896"/>
                      <a:pt x="4000" y="20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5" name="Google Shape;5795;p35"/>
              <p:cNvSpPr/>
              <p:nvPr/>
            </p:nvSpPr>
            <p:spPr>
              <a:xfrm>
                <a:off x="8050530" y="1306162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7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6" name="Google Shape;5796;p35"/>
              <p:cNvSpPr/>
              <p:nvPr/>
            </p:nvSpPr>
            <p:spPr>
              <a:xfrm>
                <a:off x="8132349" y="1225104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2"/>
                      <a:pt x="571" y="0"/>
                      <a:pt x="1238" y="0"/>
                    </a:cubicBezTo>
                    <a:cubicBezTo>
                      <a:pt x="1905" y="0"/>
                      <a:pt x="2476" y="572"/>
                      <a:pt x="2476" y="1238"/>
                    </a:cubicBezTo>
                    <a:cubicBezTo>
                      <a:pt x="2476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7" name="Google Shape;5797;p35"/>
              <p:cNvSpPr/>
              <p:nvPr/>
            </p:nvSpPr>
            <p:spPr>
              <a:xfrm>
                <a:off x="8214264" y="1144142"/>
                <a:ext cx="1523" cy="1619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1619" extrusionOk="0">
                    <a:moveTo>
                      <a:pt x="762" y="1619"/>
                    </a:moveTo>
                    <a:cubicBezTo>
                      <a:pt x="762" y="1619"/>
                      <a:pt x="0" y="1238"/>
                      <a:pt x="0" y="762"/>
                    </a:cubicBezTo>
                    <a:cubicBezTo>
                      <a:pt x="0" y="286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619"/>
                      <a:pt x="762" y="16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98" name="Google Shape;5798;p35"/>
            <p:cNvGrpSpPr/>
            <p:nvPr/>
          </p:nvGrpSpPr>
          <p:grpSpPr>
            <a:xfrm>
              <a:off x="3821525" y="1149952"/>
              <a:ext cx="4238148" cy="4257198"/>
              <a:chOff x="3821525" y="1149952"/>
              <a:chExt cx="4238148" cy="4257198"/>
            </a:xfrm>
          </p:grpSpPr>
          <p:sp>
            <p:nvSpPr>
              <p:cNvPr id="5799" name="Google Shape;5799;p35"/>
              <p:cNvSpPr/>
              <p:nvPr/>
            </p:nvSpPr>
            <p:spPr>
              <a:xfrm>
                <a:off x="3821525" y="5362764"/>
                <a:ext cx="22193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22193" h="44386" extrusionOk="0">
                    <a:moveTo>
                      <a:pt x="0" y="0"/>
                    </a:moveTo>
                    <a:cubicBezTo>
                      <a:pt x="12287" y="0"/>
                      <a:pt x="22193" y="9906"/>
                      <a:pt x="22193" y="22193"/>
                    </a:cubicBezTo>
                    <a:cubicBezTo>
                      <a:pt x="22193" y="34481"/>
                      <a:pt x="12287" y="44387"/>
                      <a:pt x="0" y="4438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0" name="Google Shape;5800;p35"/>
              <p:cNvSpPr/>
              <p:nvPr/>
            </p:nvSpPr>
            <p:spPr>
              <a:xfrm>
                <a:off x="3884199" y="5281707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715"/>
                      <a:pt x="43625" y="21812"/>
                    </a:cubicBezTo>
                    <a:cubicBezTo>
                      <a:pt x="43625" y="33909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1" name="Google Shape;5801;p35"/>
              <p:cNvSpPr/>
              <p:nvPr/>
            </p:nvSpPr>
            <p:spPr>
              <a:xfrm>
                <a:off x="3966019" y="5200649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2" y="9620"/>
                      <a:pt x="42862" y="21431"/>
                    </a:cubicBezTo>
                    <a:cubicBezTo>
                      <a:pt x="42862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2" name="Google Shape;5802;p35"/>
              <p:cNvSpPr/>
              <p:nvPr/>
            </p:nvSpPr>
            <p:spPr>
              <a:xfrm>
                <a:off x="4047934" y="5119782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3" name="Google Shape;5803;p35"/>
              <p:cNvSpPr/>
              <p:nvPr/>
            </p:nvSpPr>
            <p:spPr>
              <a:xfrm>
                <a:off x="4129754" y="5038724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4" name="Google Shape;5804;p35"/>
              <p:cNvSpPr/>
              <p:nvPr/>
            </p:nvSpPr>
            <p:spPr>
              <a:xfrm>
                <a:off x="4211478" y="4957666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5" name="Google Shape;5805;p35"/>
              <p:cNvSpPr/>
              <p:nvPr/>
            </p:nvSpPr>
            <p:spPr>
              <a:xfrm>
                <a:off x="4293298" y="4876609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6" name="Google Shape;5806;p35"/>
              <p:cNvSpPr/>
              <p:nvPr/>
            </p:nvSpPr>
            <p:spPr>
              <a:xfrm>
                <a:off x="4375213" y="479574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7" name="Google Shape;5807;p35"/>
              <p:cNvSpPr/>
              <p:nvPr/>
            </p:nvSpPr>
            <p:spPr>
              <a:xfrm>
                <a:off x="4457033" y="4714684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8" name="Google Shape;5808;p35"/>
              <p:cNvSpPr/>
              <p:nvPr/>
            </p:nvSpPr>
            <p:spPr>
              <a:xfrm>
                <a:off x="4538852" y="4633626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9" name="Google Shape;5809;p35"/>
              <p:cNvSpPr/>
              <p:nvPr/>
            </p:nvSpPr>
            <p:spPr>
              <a:xfrm>
                <a:off x="4620577" y="4552568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0" name="Google Shape;5810;p35"/>
              <p:cNvSpPr/>
              <p:nvPr/>
            </p:nvSpPr>
            <p:spPr>
              <a:xfrm>
                <a:off x="4702492" y="4471701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1" name="Google Shape;5811;p35"/>
              <p:cNvSpPr/>
              <p:nvPr/>
            </p:nvSpPr>
            <p:spPr>
              <a:xfrm>
                <a:off x="4784312" y="4390643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2" name="Google Shape;5812;p35"/>
              <p:cNvSpPr/>
              <p:nvPr/>
            </p:nvSpPr>
            <p:spPr>
              <a:xfrm>
                <a:off x="4866131" y="4309585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3" name="Google Shape;5813;p35"/>
              <p:cNvSpPr/>
              <p:nvPr/>
            </p:nvSpPr>
            <p:spPr>
              <a:xfrm>
                <a:off x="4947951" y="4228528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4" name="Google Shape;5814;p35"/>
              <p:cNvSpPr/>
              <p:nvPr/>
            </p:nvSpPr>
            <p:spPr>
              <a:xfrm>
                <a:off x="5029771" y="4147565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5" y="7239"/>
                      <a:pt x="32195" y="16097"/>
                    </a:cubicBezTo>
                    <a:cubicBezTo>
                      <a:pt x="32195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5" name="Google Shape;5815;p35"/>
              <p:cNvSpPr/>
              <p:nvPr/>
            </p:nvSpPr>
            <p:spPr>
              <a:xfrm>
                <a:off x="5111591" y="4066603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6" name="Google Shape;5816;p35"/>
              <p:cNvSpPr/>
              <p:nvPr/>
            </p:nvSpPr>
            <p:spPr>
              <a:xfrm>
                <a:off x="5193411" y="3985545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7" name="Google Shape;5817;p35"/>
              <p:cNvSpPr/>
              <p:nvPr/>
            </p:nvSpPr>
            <p:spPr>
              <a:xfrm>
                <a:off x="5275230" y="3904487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8" name="Google Shape;5818;p35"/>
              <p:cNvSpPr/>
              <p:nvPr/>
            </p:nvSpPr>
            <p:spPr>
              <a:xfrm>
                <a:off x="5357050" y="3823429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9" name="Google Shape;5819;p35"/>
              <p:cNvSpPr/>
              <p:nvPr/>
            </p:nvSpPr>
            <p:spPr>
              <a:xfrm>
                <a:off x="5438870" y="3742562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0" name="Google Shape;5820;p35"/>
              <p:cNvSpPr/>
              <p:nvPr/>
            </p:nvSpPr>
            <p:spPr>
              <a:xfrm>
                <a:off x="5520690" y="3661504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096" y="0"/>
                      <a:pt x="13716" y="0"/>
                    </a:cubicBezTo>
                    <a:cubicBezTo>
                      <a:pt x="21336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1" name="Google Shape;5821;p35"/>
              <p:cNvSpPr/>
              <p:nvPr/>
            </p:nvSpPr>
            <p:spPr>
              <a:xfrm>
                <a:off x="5602509" y="3580446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2" name="Google Shape;5822;p35"/>
              <p:cNvSpPr/>
              <p:nvPr/>
            </p:nvSpPr>
            <p:spPr>
              <a:xfrm>
                <a:off x="5684329" y="3499389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3" name="Google Shape;5823;p35"/>
              <p:cNvSpPr/>
              <p:nvPr/>
            </p:nvSpPr>
            <p:spPr>
              <a:xfrm>
                <a:off x="5766244" y="34184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4" name="Google Shape;5824;p35"/>
              <p:cNvSpPr/>
              <p:nvPr/>
            </p:nvSpPr>
            <p:spPr>
              <a:xfrm>
                <a:off x="5847969" y="3337464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5" name="Google Shape;5825;p35"/>
              <p:cNvSpPr/>
              <p:nvPr/>
            </p:nvSpPr>
            <p:spPr>
              <a:xfrm>
                <a:off x="5929788" y="3256406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6" name="Google Shape;5826;p35"/>
              <p:cNvSpPr/>
              <p:nvPr/>
            </p:nvSpPr>
            <p:spPr>
              <a:xfrm>
                <a:off x="6011608" y="3175348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7" name="Google Shape;5827;p35"/>
              <p:cNvSpPr/>
              <p:nvPr/>
            </p:nvSpPr>
            <p:spPr>
              <a:xfrm>
                <a:off x="6093523" y="3094481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8" name="Google Shape;5828;p35"/>
              <p:cNvSpPr/>
              <p:nvPr/>
            </p:nvSpPr>
            <p:spPr>
              <a:xfrm>
                <a:off x="6175343" y="3013328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9" name="Google Shape;5829;p35"/>
              <p:cNvSpPr/>
              <p:nvPr/>
            </p:nvSpPr>
            <p:spPr>
              <a:xfrm>
                <a:off x="6257067" y="293227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0" name="Google Shape;5830;p35"/>
              <p:cNvSpPr/>
              <p:nvPr/>
            </p:nvSpPr>
            <p:spPr>
              <a:xfrm>
                <a:off x="6338887" y="285121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145"/>
                      <a:pt x="0" y="9716"/>
                    </a:cubicBezTo>
                    <a:cubicBezTo>
                      <a:pt x="0" y="4286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1" name="Google Shape;5831;p35"/>
              <p:cNvSpPr/>
              <p:nvPr/>
            </p:nvSpPr>
            <p:spPr>
              <a:xfrm>
                <a:off x="6420802" y="2770345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2" name="Google Shape;5832;p35"/>
              <p:cNvSpPr/>
              <p:nvPr/>
            </p:nvSpPr>
            <p:spPr>
              <a:xfrm>
                <a:off x="6502622" y="268928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3" name="Google Shape;5833;p35"/>
              <p:cNvSpPr/>
              <p:nvPr/>
            </p:nvSpPr>
            <p:spPr>
              <a:xfrm>
                <a:off x="6584441" y="2608230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4" name="Google Shape;5834;p35"/>
              <p:cNvSpPr/>
              <p:nvPr/>
            </p:nvSpPr>
            <p:spPr>
              <a:xfrm>
                <a:off x="6666166" y="2527172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5" name="Google Shape;5835;p35"/>
              <p:cNvSpPr/>
              <p:nvPr/>
            </p:nvSpPr>
            <p:spPr>
              <a:xfrm>
                <a:off x="6748081" y="2446114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0"/>
                    </a:moveTo>
                    <a:cubicBezTo>
                      <a:pt x="3429" y="15430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0"/>
                      <a:pt x="7620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6" name="Google Shape;5836;p35"/>
              <p:cNvSpPr/>
              <p:nvPr/>
            </p:nvSpPr>
            <p:spPr>
              <a:xfrm>
                <a:off x="6829901" y="2365247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7" name="Google Shape;5837;p35"/>
              <p:cNvSpPr/>
              <p:nvPr/>
            </p:nvSpPr>
            <p:spPr>
              <a:xfrm>
                <a:off x="6911721" y="2284189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8" name="Google Shape;5838;p35"/>
              <p:cNvSpPr/>
              <p:nvPr/>
            </p:nvSpPr>
            <p:spPr>
              <a:xfrm>
                <a:off x="6993540" y="220313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9" name="Google Shape;5839;p35"/>
              <p:cNvSpPr/>
              <p:nvPr/>
            </p:nvSpPr>
            <p:spPr>
              <a:xfrm>
                <a:off x="7075265" y="2122074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0" name="Google Shape;5840;p35"/>
              <p:cNvSpPr/>
              <p:nvPr/>
            </p:nvSpPr>
            <p:spPr>
              <a:xfrm>
                <a:off x="7157180" y="2041207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1" name="Google Shape;5841;p35"/>
              <p:cNvSpPr/>
              <p:nvPr/>
            </p:nvSpPr>
            <p:spPr>
              <a:xfrm>
                <a:off x="7239000" y="1960149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2" name="Google Shape;5842;p35"/>
              <p:cNvSpPr/>
              <p:nvPr/>
            </p:nvSpPr>
            <p:spPr>
              <a:xfrm>
                <a:off x="7320819" y="187909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3" name="Google Shape;5843;p35"/>
              <p:cNvSpPr/>
              <p:nvPr/>
            </p:nvSpPr>
            <p:spPr>
              <a:xfrm>
                <a:off x="7402639" y="1798033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4" name="Google Shape;5844;p35"/>
              <p:cNvSpPr/>
              <p:nvPr/>
            </p:nvSpPr>
            <p:spPr>
              <a:xfrm>
                <a:off x="7484459" y="1717166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5" name="Google Shape;5845;p35"/>
              <p:cNvSpPr/>
              <p:nvPr/>
            </p:nvSpPr>
            <p:spPr>
              <a:xfrm>
                <a:off x="7566278" y="1636108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6" name="Google Shape;5846;p35"/>
              <p:cNvSpPr/>
              <p:nvPr/>
            </p:nvSpPr>
            <p:spPr>
              <a:xfrm>
                <a:off x="7648098" y="1555050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7" name="Google Shape;5847;p35"/>
              <p:cNvSpPr/>
              <p:nvPr/>
            </p:nvSpPr>
            <p:spPr>
              <a:xfrm>
                <a:off x="7729918" y="1473993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8" name="Google Shape;5848;p35"/>
              <p:cNvSpPr/>
              <p:nvPr/>
            </p:nvSpPr>
            <p:spPr>
              <a:xfrm>
                <a:off x="7811833" y="1393126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9" name="Google Shape;5849;p35"/>
              <p:cNvSpPr/>
              <p:nvPr/>
            </p:nvSpPr>
            <p:spPr>
              <a:xfrm>
                <a:off x="7893558" y="1312068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0" name="Google Shape;5850;p35"/>
              <p:cNvSpPr/>
              <p:nvPr/>
            </p:nvSpPr>
            <p:spPr>
              <a:xfrm>
                <a:off x="7975377" y="1231010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1" name="Google Shape;5851;p35"/>
              <p:cNvSpPr/>
              <p:nvPr/>
            </p:nvSpPr>
            <p:spPr>
              <a:xfrm>
                <a:off x="8057197" y="1149952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52" name="Google Shape;5852;p35"/>
            <p:cNvGrpSpPr/>
            <p:nvPr/>
          </p:nvGrpSpPr>
          <p:grpSpPr>
            <a:xfrm>
              <a:off x="3825335" y="1155858"/>
              <a:ext cx="4078128" cy="4094320"/>
              <a:chOff x="3825335" y="1155858"/>
              <a:chExt cx="4078128" cy="4094320"/>
            </a:xfrm>
          </p:grpSpPr>
          <p:sp>
            <p:nvSpPr>
              <p:cNvPr id="5853" name="Google Shape;5853;p35"/>
              <p:cNvSpPr/>
              <p:nvPr/>
            </p:nvSpPr>
            <p:spPr>
              <a:xfrm>
                <a:off x="3825335" y="5206554"/>
                <a:ext cx="21812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43624" extrusionOk="0">
                    <a:moveTo>
                      <a:pt x="0" y="43625"/>
                    </a:moveTo>
                    <a:cubicBezTo>
                      <a:pt x="12002" y="43625"/>
                      <a:pt x="21812" y="33909"/>
                      <a:pt x="21812" y="21812"/>
                    </a:cubicBezTo>
                    <a:cubicBezTo>
                      <a:pt x="21812" y="9716"/>
                      <a:pt x="12097" y="0"/>
                      <a:pt x="0" y="0"/>
                    </a:cubicBezTo>
                    <a:lnTo>
                      <a:pt x="0" y="4362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4" name="Google Shape;5854;p35"/>
              <p:cNvSpPr/>
              <p:nvPr/>
            </p:nvSpPr>
            <p:spPr>
              <a:xfrm>
                <a:off x="3890867" y="5125592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5" name="Google Shape;5855;p35"/>
              <p:cNvSpPr/>
              <p:nvPr/>
            </p:nvSpPr>
            <p:spPr>
              <a:xfrm>
                <a:off x="3972782" y="5044629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6" name="Google Shape;5856;p35"/>
              <p:cNvSpPr/>
              <p:nvPr/>
            </p:nvSpPr>
            <p:spPr>
              <a:xfrm>
                <a:off x="4054602" y="4963572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7" name="Google Shape;5857;p35"/>
              <p:cNvSpPr/>
              <p:nvPr/>
            </p:nvSpPr>
            <p:spPr>
              <a:xfrm>
                <a:off x="4136326" y="4882514"/>
                <a:ext cx="40386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8" name="Google Shape;5858;p35"/>
              <p:cNvSpPr/>
              <p:nvPr/>
            </p:nvSpPr>
            <p:spPr>
              <a:xfrm>
                <a:off x="4218146" y="4801456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9" name="Google Shape;5859;p35"/>
              <p:cNvSpPr/>
              <p:nvPr/>
            </p:nvSpPr>
            <p:spPr>
              <a:xfrm>
                <a:off x="4300061" y="4720589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0" name="Google Shape;5860;p35"/>
              <p:cNvSpPr/>
              <p:nvPr/>
            </p:nvSpPr>
            <p:spPr>
              <a:xfrm>
                <a:off x="4381881" y="4639531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1" name="Google Shape;5861;p35"/>
              <p:cNvSpPr/>
              <p:nvPr/>
            </p:nvSpPr>
            <p:spPr>
              <a:xfrm>
                <a:off x="4463700" y="4558473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2" name="Google Shape;5862;p35"/>
              <p:cNvSpPr/>
              <p:nvPr/>
            </p:nvSpPr>
            <p:spPr>
              <a:xfrm>
                <a:off x="4545425" y="4477416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3" name="Google Shape;5863;p35"/>
              <p:cNvSpPr/>
              <p:nvPr/>
            </p:nvSpPr>
            <p:spPr>
              <a:xfrm>
                <a:off x="4627340" y="4396548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7"/>
                    </a:cubicBezTo>
                    <a:cubicBezTo>
                      <a:pt x="35433" y="27527"/>
                      <a:pt x="27432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4" name="Google Shape;5864;p35"/>
              <p:cNvSpPr/>
              <p:nvPr/>
            </p:nvSpPr>
            <p:spPr>
              <a:xfrm>
                <a:off x="4709160" y="4315491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5" name="Google Shape;5865;p35"/>
              <p:cNvSpPr/>
              <p:nvPr/>
            </p:nvSpPr>
            <p:spPr>
              <a:xfrm>
                <a:off x="4790979" y="4234433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6" name="Google Shape;5866;p35"/>
              <p:cNvSpPr/>
              <p:nvPr/>
            </p:nvSpPr>
            <p:spPr>
              <a:xfrm>
                <a:off x="4872799" y="4153375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8"/>
                      <a:pt x="0" y="16574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4"/>
                    </a:cubicBezTo>
                    <a:cubicBezTo>
                      <a:pt x="33147" y="25718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7" name="Google Shape;5867;p35"/>
              <p:cNvSpPr/>
              <p:nvPr/>
            </p:nvSpPr>
            <p:spPr>
              <a:xfrm>
                <a:off x="4954524" y="4072413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8" name="Google Shape;5868;p35"/>
              <p:cNvSpPr/>
              <p:nvPr/>
            </p:nvSpPr>
            <p:spPr>
              <a:xfrm>
                <a:off x="5036439" y="3991450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9" name="Google Shape;5869;p35"/>
              <p:cNvSpPr/>
              <p:nvPr/>
            </p:nvSpPr>
            <p:spPr>
              <a:xfrm>
                <a:off x="5118258" y="3910393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0" name="Google Shape;5870;p35"/>
              <p:cNvSpPr/>
              <p:nvPr/>
            </p:nvSpPr>
            <p:spPr>
              <a:xfrm>
                <a:off x="5200078" y="3829335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1" name="Google Shape;5871;p35"/>
              <p:cNvSpPr/>
              <p:nvPr/>
            </p:nvSpPr>
            <p:spPr>
              <a:xfrm>
                <a:off x="5281898" y="3748277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4"/>
                      <a:pt x="6525" y="0"/>
                      <a:pt x="14573" y="0"/>
                    </a:cubicBezTo>
                    <a:cubicBezTo>
                      <a:pt x="22622" y="0"/>
                      <a:pt x="29146" y="6524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2" name="Google Shape;5872;p35"/>
              <p:cNvSpPr/>
              <p:nvPr/>
            </p:nvSpPr>
            <p:spPr>
              <a:xfrm>
                <a:off x="5363717" y="3667410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3" name="Google Shape;5873;p35"/>
              <p:cNvSpPr/>
              <p:nvPr/>
            </p:nvSpPr>
            <p:spPr>
              <a:xfrm>
                <a:off x="5445537" y="3586352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4" name="Google Shape;5874;p35"/>
              <p:cNvSpPr/>
              <p:nvPr/>
            </p:nvSpPr>
            <p:spPr>
              <a:xfrm>
                <a:off x="5527357" y="3505294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5" name="Google Shape;5875;p35"/>
              <p:cNvSpPr/>
              <p:nvPr/>
            </p:nvSpPr>
            <p:spPr>
              <a:xfrm>
                <a:off x="5609177" y="3424237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6" name="Google Shape;5876;p35"/>
              <p:cNvSpPr/>
              <p:nvPr/>
            </p:nvSpPr>
            <p:spPr>
              <a:xfrm>
                <a:off x="5691092" y="3343369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7" name="Google Shape;5877;p35"/>
              <p:cNvSpPr/>
              <p:nvPr/>
            </p:nvSpPr>
            <p:spPr>
              <a:xfrm>
                <a:off x="5772816" y="3262312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8" name="Google Shape;5878;p35"/>
              <p:cNvSpPr/>
              <p:nvPr/>
            </p:nvSpPr>
            <p:spPr>
              <a:xfrm>
                <a:off x="5854636" y="3181254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9" name="Google Shape;5879;p35"/>
              <p:cNvSpPr/>
              <p:nvPr/>
            </p:nvSpPr>
            <p:spPr>
              <a:xfrm>
                <a:off x="5936456" y="3100196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0" name="Google Shape;5880;p35"/>
              <p:cNvSpPr/>
              <p:nvPr/>
            </p:nvSpPr>
            <p:spPr>
              <a:xfrm>
                <a:off x="6018371" y="3019329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1" name="Google Shape;5881;p35"/>
              <p:cNvSpPr/>
              <p:nvPr/>
            </p:nvSpPr>
            <p:spPr>
              <a:xfrm>
                <a:off x="6100191" y="2938271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2" name="Google Shape;5882;p35"/>
              <p:cNvSpPr/>
              <p:nvPr/>
            </p:nvSpPr>
            <p:spPr>
              <a:xfrm>
                <a:off x="6181915" y="2857213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3" name="Google Shape;5883;p35"/>
              <p:cNvSpPr/>
              <p:nvPr/>
            </p:nvSpPr>
            <p:spPr>
              <a:xfrm>
                <a:off x="6263735" y="2776156"/>
                <a:ext cx="19431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0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4" name="Google Shape;5884;p35"/>
              <p:cNvSpPr/>
              <p:nvPr/>
            </p:nvSpPr>
            <p:spPr>
              <a:xfrm>
                <a:off x="6345650" y="2695193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8"/>
                    </a:moveTo>
                    <a:cubicBezTo>
                      <a:pt x="4096" y="18478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8"/>
                      <a:pt x="9239" y="18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5" name="Google Shape;5885;p35"/>
              <p:cNvSpPr/>
              <p:nvPr/>
            </p:nvSpPr>
            <p:spPr>
              <a:xfrm>
                <a:off x="6427469" y="2614135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6" name="Google Shape;5886;p35"/>
              <p:cNvSpPr/>
              <p:nvPr/>
            </p:nvSpPr>
            <p:spPr>
              <a:xfrm>
                <a:off x="6509289" y="2533078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5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7" name="Google Shape;5887;p35"/>
              <p:cNvSpPr/>
              <p:nvPr/>
            </p:nvSpPr>
            <p:spPr>
              <a:xfrm>
                <a:off x="6591014" y="2452020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8" name="Google Shape;5888;p35"/>
              <p:cNvSpPr/>
              <p:nvPr/>
            </p:nvSpPr>
            <p:spPr>
              <a:xfrm>
                <a:off x="6672833" y="2371057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715"/>
                    </a:cubicBezTo>
                    <a:cubicBezTo>
                      <a:pt x="0" y="352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2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9" name="Google Shape;5889;p35"/>
              <p:cNvSpPr/>
              <p:nvPr/>
            </p:nvSpPr>
            <p:spPr>
              <a:xfrm>
                <a:off x="6754749" y="2290095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0" name="Google Shape;5890;p35"/>
              <p:cNvSpPr/>
              <p:nvPr/>
            </p:nvSpPr>
            <p:spPr>
              <a:xfrm>
                <a:off x="6836568" y="2209037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1" name="Google Shape;5891;p35"/>
              <p:cNvSpPr/>
              <p:nvPr/>
            </p:nvSpPr>
            <p:spPr>
              <a:xfrm>
                <a:off x="6918388" y="2127979"/>
                <a:ext cx="12954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2" name="Google Shape;5892;p35"/>
              <p:cNvSpPr/>
              <p:nvPr/>
            </p:nvSpPr>
            <p:spPr>
              <a:xfrm>
                <a:off x="7000113" y="2046922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3" name="Google Shape;5893;p35"/>
              <p:cNvSpPr/>
              <p:nvPr/>
            </p:nvSpPr>
            <p:spPr>
              <a:xfrm>
                <a:off x="7082027" y="1966054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7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4" name="Google Shape;5894;p35"/>
              <p:cNvSpPr/>
              <p:nvPr/>
            </p:nvSpPr>
            <p:spPr>
              <a:xfrm>
                <a:off x="7163847" y="1884997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5" name="Google Shape;5895;p35"/>
              <p:cNvSpPr/>
              <p:nvPr/>
            </p:nvSpPr>
            <p:spPr>
              <a:xfrm>
                <a:off x="7245667" y="1803939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6" name="Google Shape;5896;p35"/>
              <p:cNvSpPr/>
              <p:nvPr/>
            </p:nvSpPr>
            <p:spPr>
              <a:xfrm>
                <a:off x="7327487" y="1722881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7" name="Google Shape;5897;p35"/>
              <p:cNvSpPr/>
              <p:nvPr/>
            </p:nvSpPr>
            <p:spPr>
              <a:xfrm>
                <a:off x="7409307" y="1642014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8" name="Google Shape;5898;p35"/>
              <p:cNvSpPr/>
              <p:nvPr/>
            </p:nvSpPr>
            <p:spPr>
              <a:xfrm>
                <a:off x="7491126" y="1560956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9" name="Google Shape;5899;p35"/>
              <p:cNvSpPr/>
              <p:nvPr/>
            </p:nvSpPr>
            <p:spPr>
              <a:xfrm>
                <a:off x="7572946" y="1479898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0" name="Google Shape;5900;p35"/>
              <p:cNvSpPr/>
              <p:nvPr/>
            </p:nvSpPr>
            <p:spPr>
              <a:xfrm>
                <a:off x="7654766" y="1398841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1" name="Google Shape;5901;p35"/>
              <p:cNvSpPr/>
              <p:nvPr/>
            </p:nvSpPr>
            <p:spPr>
              <a:xfrm>
                <a:off x="7736681" y="1317973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2" name="Google Shape;5902;p35"/>
              <p:cNvSpPr/>
              <p:nvPr/>
            </p:nvSpPr>
            <p:spPr>
              <a:xfrm>
                <a:off x="7818405" y="1236915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8" y="4001"/>
                      <a:pt x="0" y="3143"/>
                      <a:pt x="0" y="2000"/>
                    </a:cubicBezTo>
                    <a:cubicBezTo>
                      <a:pt x="0" y="857"/>
                      <a:pt x="858" y="0"/>
                      <a:pt x="2000" y="0"/>
                    </a:cubicBezTo>
                    <a:cubicBezTo>
                      <a:pt x="3143" y="0"/>
                      <a:pt x="4001" y="857"/>
                      <a:pt x="4001" y="2000"/>
                    </a:cubicBezTo>
                    <a:cubicBezTo>
                      <a:pt x="4001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3" name="Google Shape;5903;p35"/>
              <p:cNvSpPr/>
              <p:nvPr/>
            </p:nvSpPr>
            <p:spPr>
              <a:xfrm>
                <a:off x="7900225" y="1155858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6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6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04" name="Google Shape;5904;p35"/>
            <p:cNvGrpSpPr/>
            <p:nvPr/>
          </p:nvGrpSpPr>
          <p:grpSpPr>
            <a:xfrm>
              <a:off x="3826954" y="1161763"/>
              <a:ext cx="3920299" cy="3931539"/>
              <a:chOff x="3826954" y="1161763"/>
              <a:chExt cx="3920299" cy="3931539"/>
            </a:xfrm>
          </p:grpSpPr>
          <p:sp>
            <p:nvSpPr>
              <p:cNvPr id="5905" name="Google Shape;5905;p35"/>
              <p:cNvSpPr/>
              <p:nvPr/>
            </p:nvSpPr>
            <p:spPr>
              <a:xfrm>
                <a:off x="3826954" y="5050440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6" name="Google Shape;5906;p35"/>
              <p:cNvSpPr/>
              <p:nvPr/>
            </p:nvSpPr>
            <p:spPr>
              <a:xfrm>
                <a:off x="3897629" y="4969572"/>
                <a:ext cx="41910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10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7" name="Google Shape;5907;p35"/>
              <p:cNvSpPr/>
              <p:nvPr/>
            </p:nvSpPr>
            <p:spPr>
              <a:xfrm>
                <a:off x="3979449" y="4888420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8" name="Google Shape;5908;p35"/>
              <p:cNvSpPr/>
              <p:nvPr/>
            </p:nvSpPr>
            <p:spPr>
              <a:xfrm>
                <a:off x="4061269" y="4807362"/>
                <a:ext cx="40386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9" name="Google Shape;5909;p35"/>
              <p:cNvSpPr/>
              <p:nvPr/>
            </p:nvSpPr>
            <p:spPr>
              <a:xfrm>
                <a:off x="4142993" y="4726304"/>
                <a:ext cx="39623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3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0" name="Google Shape;5910;p35"/>
              <p:cNvSpPr/>
              <p:nvPr/>
            </p:nvSpPr>
            <p:spPr>
              <a:xfrm>
                <a:off x="4224909" y="4645437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1" name="Google Shape;5911;p35"/>
              <p:cNvSpPr/>
              <p:nvPr/>
            </p:nvSpPr>
            <p:spPr>
              <a:xfrm>
                <a:off x="4306728" y="4564379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2" name="Google Shape;5912;p35"/>
              <p:cNvSpPr/>
              <p:nvPr/>
            </p:nvSpPr>
            <p:spPr>
              <a:xfrm>
                <a:off x="4388548" y="4483321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3" name="Google Shape;5913;p35"/>
              <p:cNvSpPr/>
              <p:nvPr/>
            </p:nvSpPr>
            <p:spPr>
              <a:xfrm>
                <a:off x="4470368" y="4402263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4" name="Google Shape;5914;p35"/>
              <p:cNvSpPr/>
              <p:nvPr/>
            </p:nvSpPr>
            <p:spPr>
              <a:xfrm rot="-128855">
                <a:off x="4552045" y="4321410"/>
                <a:ext cx="35458" cy="3545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35433" y="17716"/>
                    </a:moveTo>
                    <a:cubicBezTo>
                      <a:pt x="35433" y="27501"/>
                      <a:pt x="27501" y="35433"/>
                      <a:pt x="17716" y="35433"/>
                    </a:cubicBezTo>
                    <a:cubicBezTo>
                      <a:pt x="7932" y="35433"/>
                      <a:pt x="0" y="27501"/>
                      <a:pt x="0" y="17716"/>
                    </a:cubicBezTo>
                    <a:cubicBezTo>
                      <a:pt x="0" y="7932"/>
                      <a:pt x="7932" y="0"/>
                      <a:pt x="17716" y="0"/>
                    </a:cubicBezTo>
                    <a:cubicBezTo>
                      <a:pt x="27501" y="0"/>
                      <a:pt x="35433" y="7932"/>
                      <a:pt x="35433" y="17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5" name="Google Shape;5915;p35"/>
              <p:cNvSpPr/>
              <p:nvPr/>
            </p:nvSpPr>
            <p:spPr>
              <a:xfrm>
                <a:off x="4634007" y="4240338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6" name="Google Shape;5916;p35"/>
              <p:cNvSpPr/>
              <p:nvPr/>
            </p:nvSpPr>
            <p:spPr>
              <a:xfrm>
                <a:off x="4715827" y="4159281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7" name="Google Shape;5917;p35"/>
              <p:cNvSpPr/>
              <p:nvPr/>
            </p:nvSpPr>
            <p:spPr>
              <a:xfrm>
                <a:off x="4797647" y="4078223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8" name="Google Shape;5918;p35"/>
              <p:cNvSpPr/>
              <p:nvPr/>
            </p:nvSpPr>
            <p:spPr>
              <a:xfrm>
                <a:off x="4879562" y="3997261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2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4" y="7239"/>
                      <a:pt x="32194" y="16192"/>
                    </a:cubicBezTo>
                    <a:cubicBezTo>
                      <a:pt x="32194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9" name="Google Shape;5919;p35"/>
              <p:cNvSpPr/>
              <p:nvPr/>
            </p:nvSpPr>
            <p:spPr>
              <a:xfrm>
                <a:off x="4961286" y="3916298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2" y="7048"/>
                      <a:pt x="31432" y="15716"/>
                    </a:cubicBezTo>
                    <a:cubicBezTo>
                      <a:pt x="31432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0" name="Google Shape;5920;p35"/>
              <p:cNvSpPr/>
              <p:nvPr/>
            </p:nvSpPr>
            <p:spPr>
              <a:xfrm>
                <a:off x="5043106" y="3835240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0" y="6858"/>
                      <a:pt x="30670" y="15335"/>
                    </a:cubicBezTo>
                    <a:cubicBezTo>
                      <a:pt x="30670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1" name="Google Shape;5921;p35"/>
              <p:cNvSpPr/>
              <p:nvPr/>
            </p:nvSpPr>
            <p:spPr>
              <a:xfrm>
                <a:off x="5124926" y="3754183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2" name="Google Shape;5922;p35"/>
              <p:cNvSpPr/>
              <p:nvPr/>
            </p:nvSpPr>
            <p:spPr>
              <a:xfrm>
                <a:off x="5206746" y="3673125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7"/>
                      <a:pt x="14573" y="29147"/>
                    </a:cubicBezTo>
                    <a:cubicBezTo>
                      <a:pt x="6525" y="29147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3" name="Google Shape;5923;p35"/>
              <p:cNvSpPr/>
              <p:nvPr/>
            </p:nvSpPr>
            <p:spPr>
              <a:xfrm>
                <a:off x="5288565" y="3592258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4" name="Google Shape;5924;p35"/>
              <p:cNvSpPr/>
              <p:nvPr/>
            </p:nvSpPr>
            <p:spPr>
              <a:xfrm>
                <a:off x="5370385" y="3511200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5" name="Google Shape;5925;p35"/>
              <p:cNvSpPr/>
              <p:nvPr/>
            </p:nvSpPr>
            <p:spPr>
              <a:xfrm>
                <a:off x="5452205" y="3430142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6" name="Google Shape;5926;p35"/>
              <p:cNvSpPr/>
              <p:nvPr/>
            </p:nvSpPr>
            <p:spPr>
              <a:xfrm>
                <a:off x="5534025" y="3349084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7" name="Google Shape;5927;p35"/>
              <p:cNvSpPr/>
              <p:nvPr/>
            </p:nvSpPr>
            <p:spPr>
              <a:xfrm>
                <a:off x="5615940" y="3268217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8" name="Google Shape;5928;p35"/>
              <p:cNvSpPr/>
              <p:nvPr/>
            </p:nvSpPr>
            <p:spPr>
              <a:xfrm>
                <a:off x="5697759" y="3187159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9" name="Google Shape;5929;p35"/>
              <p:cNvSpPr/>
              <p:nvPr/>
            </p:nvSpPr>
            <p:spPr>
              <a:xfrm>
                <a:off x="5779484" y="310610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0" name="Google Shape;5930;p35"/>
              <p:cNvSpPr/>
              <p:nvPr/>
            </p:nvSpPr>
            <p:spPr>
              <a:xfrm>
                <a:off x="5861304" y="3025044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1" name="Google Shape;5931;p35"/>
              <p:cNvSpPr/>
              <p:nvPr/>
            </p:nvSpPr>
            <p:spPr>
              <a:xfrm>
                <a:off x="5943219" y="2944177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2" name="Google Shape;5932;p35"/>
              <p:cNvSpPr/>
              <p:nvPr/>
            </p:nvSpPr>
            <p:spPr>
              <a:xfrm>
                <a:off x="6025038" y="2863119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3" name="Google Shape;5933;p35"/>
              <p:cNvSpPr/>
              <p:nvPr/>
            </p:nvSpPr>
            <p:spPr>
              <a:xfrm>
                <a:off x="6106763" y="2782061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4" name="Google Shape;5934;p35"/>
              <p:cNvSpPr/>
              <p:nvPr/>
            </p:nvSpPr>
            <p:spPr>
              <a:xfrm>
                <a:off x="6188583" y="2701003"/>
                <a:ext cx="1943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0" extrusionOk="0">
                    <a:moveTo>
                      <a:pt x="9716" y="19431"/>
                    </a:moveTo>
                    <a:cubicBezTo>
                      <a:pt x="4381" y="19431"/>
                      <a:pt x="0" y="15049"/>
                      <a:pt x="0" y="9715"/>
                    </a:cubicBezTo>
                    <a:cubicBezTo>
                      <a:pt x="0" y="4381"/>
                      <a:pt x="4381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5" name="Google Shape;5935;p35"/>
              <p:cNvSpPr/>
              <p:nvPr/>
            </p:nvSpPr>
            <p:spPr>
              <a:xfrm>
                <a:off x="6270498" y="2620041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8"/>
                      <a:pt x="9239" y="18478"/>
                    </a:cubicBezTo>
                    <a:cubicBezTo>
                      <a:pt x="4137" y="18478"/>
                      <a:pt x="0" y="14342"/>
                      <a:pt x="0" y="9239"/>
                    </a:cubicBezTo>
                    <a:cubicBezTo>
                      <a:pt x="0" y="4136"/>
                      <a:pt x="4137" y="0"/>
                      <a:pt x="9239" y="0"/>
                    </a:cubicBezTo>
                    <a:cubicBezTo>
                      <a:pt x="14342" y="0"/>
                      <a:pt x="18479" y="4136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6" name="Google Shape;5936;p35"/>
              <p:cNvSpPr/>
              <p:nvPr/>
            </p:nvSpPr>
            <p:spPr>
              <a:xfrm>
                <a:off x="6352317" y="2538983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7" name="Google Shape;5937;p35"/>
              <p:cNvSpPr/>
              <p:nvPr/>
            </p:nvSpPr>
            <p:spPr>
              <a:xfrm>
                <a:off x="6434137" y="2457925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8" name="Google Shape;5938;p35"/>
              <p:cNvSpPr/>
              <p:nvPr/>
            </p:nvSpPr>
            <p:spPr>
              <a:xfrm>
                <a:off x="6515861" y="237686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9" name="Google Shape;5939;p35"/>
              <p:cNvSpPr/>
              <p:nvPr/>
            </p:nvSpPr>
            <p:spPr>
              <a:xfrm>
                <a:off x="6597776" y="2295810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0" name="Google Shape;5940;p35"/>
              <p:cNvSpPr/>
              <p:nvPr/>
            </p:nvSpPr>
            <p:spPr>
              <a:xfrm>
                <a:off x="6679596" y="2214943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1" name="Google Shape;5941;p35"/>
              <p:cNvSpPr/>
              <p:nvPr/>
            </p:nvSpPr>
            <p:spPr>
              <a:xfrm>
                <a:off x="6761416" y="2133885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2" name="Google Shape;5942;p35"/>
              <p:cNvSpPr/>
              <p:nvPr/>
            </p:nvSpPr>
            <p:spPr>
              <a:xfrm>
                <a:off x="6843236" y="2052827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3" name="Google Shape;5943;p35"/>
              <p:cNvSpPr/>
              <p:nvPr/>
            </p:nvSpPr>
            <p:spPr>
              <a:xfrm>
                <a:off x="6924960" y="1971769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4" name="Google Shape;5944;p35"/>
              <p:cNvSpPr/>
              <p:nvPr/>
            </p:nvSpPr>
            <p:spPr>
              <a:xfrm>
                <a:off x="7006875" y="1890902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5" name="Google Shape;5945;p35"/>
              <p:cNvSpPr/>
              <p:nvPr/>
            </p:nvSpPr>
            <p:spPr>
              <a:xfrm>
                <a:off x="7088695" y="1809844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6" name="Google Shape;5946;p35"/>
              <p:cNvSpPr/>
              <p:nvPr/>
            </p:nvSpPr>
            <p:spPr>
              <a:xfrm>
                <a:off x="7170515" y="1728787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7" name="Google Shape;5947;p35"/>
              <p:cNvSpPr/>
              <p:nvPr/>
            </p:nvSpPr>
            <p:spPr>
              <a:xfrm>
                <a:off x="7252334" y="1647729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8" name="Google Shape;5948;p35"/>
              <p:cNvSpPr/>
              <p:nvPr/>
            </p:nvSpPr>
            <p:spPr>
              <a:xfrm>
                <a:off x="7334154" y="156686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9" name="Google Shape;5949;p35"/>
              <p:cNvSpPr/>
              <p:nvPr/>
            </p:nvSpPr>
            <p:spPr>
              <a:xfrm>
                <a:off x="7415974" y="1485804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0" name="Google Shape;5950;p35"/>
              <p:cNvSpPr/>
              <p:nvPr/>
            </p:nvSpPr>
            <p:spPr>
              <a:xfrm>
                <a:off x="7497794" y="1404746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1" name="Google Shape;5951;p35"/>
              <p:cNvSpPr/>
              <p:nvPr/>
            </p:nvSpPr>
            <p:spPr>
              <a:xfrm>
                <a:off x="7579614" y="1323688"/>
                <a:ext cx="5714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2" name="Google Shape;5952;p35"/>
              <p:cNvSpPr/>
              <p:nvPr/>
            </p:nvSpPr>
            <p:spPr>
              <a:xfrm>
                <a:off x="7661528" y="1242821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3" name="Google Shape;5953;p35"/>
              <p:cNvSpPr/>
              <p:nvPr/>
            </p:nvSpPr>
            <p:spPr>
              <a:xfrm>
                <a:off x="7743253" y="1161763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0" y="857"/>
                      <a:pt x="4000" y="2000"/>
                    </a:cubicBezTo>
                    <a:cubicBezTo>
                      <a:pt x="4000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54" name="Google Shape;5954;p35"/>
            <p:cNvGrpSpPr/>
            <p:nvPr/>
          </p:nvGrpSpPr>
          <p:grpSpPr>
            <a:xfrm>
              <a:off x="3822477" y="1167669"/>
              <a:ext cx="3768661" cy="3768660"/>
              <a:chOff x="3822477" y="1167669"/>
              <a:chExt cx="3768661" cy="3768660"/>
            </a:xfrm>
          </p:grpSpPr>
          <p:sp>
            <p:nvSpPr>
              <p:cNvPr id="5955" name="Google Shape;5955;p35"/>
              <p:cNvSpPr/>
              <p:nvPr/>
            </p:nvSpPr>
            <p:spPr>
              <a:xfrm>
                <a:off x="3822477" y="4894420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6" name="Google Shape;5956;p35"/>
              <p:cNvSpPr/>
              <p:nvPr/>
            </p:nvSpPr>
            <p:spPr>
              <a:xfrm>
                <a:off x="3904297" y="4813362"/>
                <a:ext cx="41148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8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7" name="Google Shape;5957;p35"/>
              <p:cNvSpPr/>
              <p:nvPr/>
            </p:nvSpPr>
            <p:spPr>
              <a:xfrm>
                <a:off x="3986117" y="4732305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8" name="Google Shape;5958;p35"/>
              <p:cNvSpPr/>
              <p:nvPr/>
            </p:nvSpPr>
            <p:spPr>
              <a:xfrm>
                <a:off x="4067841" y="4651152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9" name="Google Shape;5959;p35"/>
              <p:cNvSpPr/>
              <p:nvPr/>
            </p:nvSpPr>
            <p:spPr>
              <a:xfrm>
                <a:off x="4149756" y="457028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0" name="Google Shape;5960;p35"/>
              <p:cNvSpPr/>
              <p:nvPr/>
            </p:nvSpPr>
            <p:spPr>
              <a:xfrm>
                <a:off x="4231576" y="4489227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1" name="Google Shape;5961;p35"/>
              <p:cNvSpPr/>
              <p:nvPr/>
            </p:nvSpPr>
            <p:spPr>
              <a:xfrm>
                <a:off x="4313396" y="4408169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2" name="Google Shape;5962;p35"/>
              <p:cNvSpPr/>
              <p:nvPr/>
            </p:nvSpPr>
            <p:spPr>
              <a:xfrm>
                <a:off x="4395215" y="4327111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3" name="Google Shape;5963;p35"/>
              <p:cNvSpPr/>
              <p:nvPr/>
            </p:nvSpPr>
            <p:spPr>
              <a:xfrm>
                <a:off x="4477035" y="4246149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812"/>
                    </a:cubicBezTo>
                    <a:cubicBezTo>
                      <a:pt x="0" y="800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812"/>
                    </a:cubicBezTo>
                    <a:cubicBezTo>
                      <a:pt x="35433" y="27718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4" name="Google Shape;5964;p35"/>
              <p:cNvSpPr/>
              <p:nvPr/>
            </p:nvSpPr>
            <p:spPr>
              <a:xfrm>
                <a:off x="4558855" y="4165186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0" y="0"/>
                      <a:pt x="34671" y="7810"/>
                      <a:pt x="34671" y="17335"/>
                    </a:cubicBezTo>
                    <a:cubicBezTo>
                      <a:pt x="34671" y="26860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5" name="Google Shape;5965;p35"/>
              <p:cNvSpPr/>
              <p:nvPr/>
            </p:nvSpPr>
            <p:spPr>
              <a:xfrm>
                <a:off x="4640675" y="4084128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6" name="Google Shape;5966;p35"/>
              <p:cNvSpPr/>
              <p:nvPr/>
            </p:nvSpPr>
            <p:spPr>
              <a:xfrm>
                <a:off x="4722495" y="4003071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7" name="Google Shape;5967;p35"/>
              <p:cNvSpPr/>
              <p:nvPr/>
            </p:nvSpPr>
            <p:spPr>
              <a:xfrm>
                <a:off x="4804314" y="3922013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192" y="32385"/>
                    </a:moveTo>
                    <a:cubicBezTo>
                      <a:pt x="7239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192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8" name="Google Shape;5968;p35"/>
              <p:cNvSpPr/>
              <p:nvPr/>
            </p:nvSpPr>
            <p:spPr>
              <a:xfrm>
                <a:off x="4886134" y="3841146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9" name="Google Shape;5969;p35"/>
              <p:cNvSpPr/>
              <p:nvPr/>
            </p:nvSpPr>
            <p:spPr>
              <a:xfrm>
                <a:off x="4967954" y="3760088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0" name="Google Shape;5970;p35"/>
              <p:cNvSpPr/>
              <p:nvPr/>
            </p:nvSpPr>
            <p:spPr>
              <a:xfrm>
                <a:off x="5049774" y="3679030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1" name="Google Shape;5971;p35"/>
              <p:cNvSpPr/>
              <p:nvPr/>
            </p:nvSpPr>
            <p:spPr>
              <a:xfrm>
                <a:off x="5131593" y="3597972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2" name="Google Shape;5972;p35"/>
              <p:cNvSpPr/>
              <p:nvPr/>
            </p:nvSpPr>
            <p:spPr>
              <a:xfrm>
                <a:off x="5213508" y="3517105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3" name="Google Shape;5973;p35"/>
              <p:cNvSpPr/>
              <p:nvPr/>
            </p:nvSpPr>
            <p:spPr>
              <a:xfrm>
                <a:off x="5295233" y="3436048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4" name="Google Shape;5974;p35"/>
              <p:cNvSpPr/>
              <p:nvPr/>
            </p:nvSpPr>
            <p:spPr>
              <a:xfrm>
                <a:off x="5377053" y="3354990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5" name="Google Shape;5975;p35"/>
              <p:cNvSpPr/>
              <p:nvPr/>
            </p:nvSpPr>
            <p:spPr>
              <a:xfrm>
                <a:off x="5458872" y="3273932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6" name="Google Shape;5976;p35"/>
              <p:cNvSpPr/>
              <p:nvPr/>
            </p:nvSpPr>
            <p:spPr>
              <a:xfrm>
                <a:off x="5540787" y="3193065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7" name="Google Shape;5977;p35"/>
              <p:cNvSpPr/>
              <p:nvPr/>
            </p:nvSpPr>
            <p:spPr>
              <a:xfrm>
                <a:off x="5622607" y="3112007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8" name="Google Shape;5978;p35"/>
              <p:cNvSpPr/>
              <p:nvPr/>
            </p:nvSpPr>
            <p:spPr>
              <a:xfrm>
                <a:off x="5704332" y="3030949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9" name="Google Shape;5979;p35"/>
              <p:cNvSpPr/>
              <p:nvPr/>
            </p:nvSpPr>
            <p:spPr>
              <a:xfrm>
                <a:off x="5786151" y="2949891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0" name="Google Shape;5980;p35"/>
              <p:cNvSpPr/>
              <p:nvPr/>
            </p:nvSpPr>
            <p:spPr>
              <a:xfrm>
                <a:off x="5868066" y="2869024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1" name="Google Shape;5981;p35"/>
              <p:cNvSpPr/>
              <p:nvPr/>
            </p:nvSpPr>
            <p:spPr>
              <a:xfrm>
                <a:off x="5949886" y="2787966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2" name="Google Shape;5982;p35"/>
              <p:cNvSpPr/>
              <p:nvPr/>
            </p:nvSpPr>
            <p:spPr>
              <a:xfrm>
                <a:off x="6031706" y="2706909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3" name="Google Shape;5983;p35"/>
              <p:cNvSpPr/>
              <p:nvPr/>
            </p:nvSpPr>
            <p:spPr>
              <a:xfrm>
                <a:off x="6113430" y="2625851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286" y="0"/>
                      <a:pt x="9716" y="0"/>
                    </a:cubicBezTo>
                    <a:cubicBezTo>
                      <a:pt x="15145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4" name="Google Shape;5984;p35"/>
              <p:cNvSpPr/>
              <p:nvPr/>
            </p:nvSpPr>
            <p:spPr>
              <a:xfrm>
                <a:off x="6195345" y="2544889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5" name="Google Shape;5985;p35"/>
              <p:cNvSpPr/>
              <p:nvPr/>
            </p:nvSpPr>
            <p:spPr>
              <a:xfrm>
                <a:off x="6277165" y="2463926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1"/>
                      <a:pt x="4001" y="0"/>
                      <a:pt x="8858" y="0"/>
                    </a:cubicBezTo>
                    <a:cubicBezTo>
                      <a:pt x="13716" y="0"/>
                      <a:pt x="17717" y="4001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6" name="Google Shape;5986;p35"/>
              <p:cNvSpPr/>
              <p:nvPr/>
            </p:nvSpPr>
            <p:spPr>
              <a:xfrm>
                <a:off x="6358985" y="2382773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5" y="3810"/>
                      <a:pt x="16955" y="8477"/>
                    </a:cubicBezTo>
                    <a:cubicBezTo>
                      <a:pt x="16955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7" name="Google Shape;5987;p35"/>
              <p:cNvSpPr/>
              <p:nvPr/>
            </p:nvSpPr>
            <p:spPr>
              <a:xfrm>
                <a:off x="6440805" y="2301715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8" name="Google Shape;5988;p35"/>
              <p:cNvSpPr/>
              <p:nvPr/>
            </p:nvSpPr>
            <p:spPr>
              <a:xfrm>
                <a:off x="6522529" y="2220753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9" name="Google Shape;5989;p35"/>
              <p:cNvSpPr/>
              <p:nvPr/>
            </p:nvSpPr>
            <p:spPr>
              <a:xfrm>
                <a:off x="6604444" y="2139790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0" name="Google Shape;5990;p35"/>
              <p:cNvSpPr/>
              <p:nvPr/>
            </p:nvSpPr>
            <p:spPr>
              <a:xfrm>
                <a:off x="6686264" y="2058732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1" name="Google Shape;5991;p35"/>
              <p:cNvSpPr/>
              <p:nvPr/>
            </p:nvSpPr>
            <p:spPr>
              <a:xfrm>
                <a:off x="6768083" y="1977675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2" name="Google Shape;5992;p35"/>
              <p:cNvSpPr/>
              <p:nvPr/>
            </p:nvSpPr>
            <p:spPr>
              <a:xfrm>
                <a:off x="6849903" y="1896617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3" name="Google Shape;5993;p35"/>
              <p:cNvSpPr/>
              <p:nvPr/>
            </p:nvSpPr>
            <p:spPr>
              <a:xfrm>
                <a:off x="6931723" y="1815750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4" name="Google Shape;5994;p35"/>
              <p:cNvSpPr/>
              <p:nvPr/>
            </p:nvSpPr>
            <p:spPr>
              <a:xfrm>
                <a:off x="7013543" y="1734692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5" name="Google Shape;5995;p35"/>
              <p:cNvSpPr/>
              <p:nvPr/>
            </p:nvSpPr>
            <p:spPr>
              <a:xfrm>
                <a:off x="7095363" y="1653634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6" name="Google Shape;5996;p35"/>
              <p:cNvSpPr/>
              <p:nvPr/>
            </p:nvSpPr>
            <p:spPr>
              <a:xfrm>
                <a:off x="7177182" y="157257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7" name="Google Shape;5997;p35"/>
              <p:cNvSpPr/>
              <p:nvPr/>
            </p:nvSpPr>
            <p:spPr>
              <a:xfrm>
                <a:off x="7259002" y="1491709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8" name="Google Shape;5998;p35"/>
              <p:cNvSpPr/>
              <p:nvPr/>
            </p:nvSpPr>
            <p:spPr>
              <a:xfrm>
                <a:off x="7340822" y="1410652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9" name="Google Shape;5999;p35"/>
              <p:cNvSpPr/>
              <p:nvPr/>
            </p:nvSpPr>
            <p:spPr>
              <a:xfrm>
                <a:off x="7422641" y="1329594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0" name="Google Shape;6000;p35"/>
              <p:cNvSpPr/>
              <p:nvPr/>
            </p:nvSpPr>
            <p:spPr>
              <a:xfrm>
                <a:off x="7504461" y="1248536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1" name="Google Shape;6001;p35"/>
              <p:cNvSpPr/>
              <p:nvPr/>
            </p:nvSpPr>
            <p:spPr>
              <a:xfrm>
                <a:off x="7586376" y="1167669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02" name="Google Shape;6002;p35"/>
            <p:cNvGrpSpPr/>
            <p:nvPr/>
          </p:nvGrpSpPr>
          <p:grpSpPr>
            <a:xfrm>
              <a:off x="3829145" y="1173384"/>
              <a:ext cx="3605878" cy="3605973"/>
              <a:chOff x="3829145" y="1173384"/>
              <a:chExt cx="3605878" cy="3605973"/>
            </a:xfrm>
          </p:grpSpPr>
          <p:sp>
            <p:nvSpPr>
              <p:cNvPr id="6003" name="Google Shape;6003;p35"/>
              <p:cNvSpPr/>
              <p:nvPr/>
            </p:nvSpPr>
            <p:spPr>
              <a:xfrm>
                <a:off x="3829145" y="4738210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4" name="Google Shape;6004;p35"/>
              <p:cNvSpPr/>
              <p:nvPr/>
            </p:nvSpPr>
            <p:spPr>
              <a:xfrm>
                <a:off x="3910965" y="4657153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5" name="Google Shape;6005;p35"/>
              <p:cNvSpPr/>
              <p:nvPr/>
            </p:nvSpPr>
            <p:spPr>
              <a:xfrm>
                <a:off x="3992689" y="4576095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6" name="Google Shape;6006;p35"/>
              <p:cNvSpPr/>
              <p:nvPr/>
            </p:nvSpPr>
            <p:spPr>
              <a:xfrm>
                <a:off x="4074604" y="4495228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7" name="Google Shape;6007;p35"/>
              <p:cNvSpPr/>
              <p:nvPr/>
            </p:nvSpPr>
            <p:spPr>
              <a:xfrm>
                <a:off x="4156424" y="4414170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8" name="Google Shape;6008;p35"/>
              <p:cNvSpPr/>
              <p:nvPr/>
            </p:nvSpPr>
            <p:spPr>
              <a:xfrm>
                <a:off x="4238243" y="4333017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9" name="Google Shape;6009;p35"/>
              <p:cNvSpPr/>
              <p:nvPr/>
            </p:nvSpPr>
            <p:spPr>
              <a:xfrm>
                <a:off x="4320063" y="4251959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0" name="Google Shape;6010;p35"/>
              <p:cNvSpPr/>
              <p:nvPr/>
            </p:nvSpPr>
            <p:spPr>
              <a:xfrm>
                <a:off x="4401883" y="4171092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1" name="Google Shape;6011;p35"/>
              <p:cNvSpPr/>
              <p:nvPr/>
            </p:nvSpPr>
            <p:spPr>
              <a:xfrm>
                <a:off x="4483703" y="4090034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2" name="Google Shape;6012;p35"/>
              <p:cNvSpPr/>
              <p:nvPr/>
            </p:nvSpPr>
            <p:spPr>
              <a:xfrm>
                <a:off x="4565522" y="4008976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3" name="Google Shape;6013;p35"/>
              <p:cNvSpPr/>
              <p:nvPr/>
            </p:nvSpPr>
            <p:spPr>
              <a:xfrm>
                <a:off x="4647342" y="3927919"/>
                <a:ext cx="33146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6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4" name="Google Shape;6014;p35"/>
              <p:cNvSpPr/>
              <p:nvPr/>
            </p:nvSpPr>
            <p:spPr>
              <a:xfrm>
                <a:off x="4729257" y="3846956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4" y="7239"/>
                      <a:pt x="32194" y="16097"/>
                    </a:cubicBezTo>
                    <a:cubicBezTo>
                      <a:pt x="32194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5" name="Google Shape;6015;p35"/>
              <p:cNvSpPr/>
              <p:nvPr/>
            </p:nvSpPr>
            <p:spPr>
              <a:xfrm>
                <a:off x="4810982" y="3765994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6" name="Google Shape;6016;p35"/>
              <p:cNvSpPr/>
              <p:nvPr/>
            </p:nvSpPr>
            <p:spPr>
              <a:xfrm>
                <a:off x="4892802" y="3684936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7" name="Google Shape;6017;p35"/>
              <p:cNvSpPr/>
              <p:nvPr/>
            </p:nvSpPr>
            <p:spPr>
              <a:xfrm>
                <a:off x="4974621" y="3603878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8" y="29909"/>
                      <a:pt x="0" y="23241"/>
                      <a:pt x="0" y="14954"/>
                    </a:cubicBezTo>
                    <a:cubicBezTo>
                      <a:pt x="0" y="6668"/>
                      <a:pt x="6668" y="0"/>
                      <a:pt x="14954" y="0"/>
                    </a:cubicBezTo>
                    <a:cubicBezTo>
                      <a:pt x="23241" y="0"/>
                      <a:pt x="29909" y="6668"/>
                      <a:pt x="29909" y="14954"/>
                    </a:cubicBezTo>
                    <a:cubicBezTo>
                      <a:pt x="29909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8" name="Google Shape;6018;p35"/>
              <p:cNvSpPr/>
              <p:nvPr/>
            </p:nvSpPr>
            <p:spPr>
              <a:xfrm>
                <a:off x="5056441" y="3522916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9" name="Google Shape;6019;p35"/>
              <p:cNvSpPr/>
              <p:nvPr/>
            </p:nvSpPr>
            <p:spPr>
              <a:xfrm>
                <a:off x="5138356" y="3441953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0" name="Google Shape;6020;p35"/>
              <p:cNvSpPr/>
              <p:nvPr/>
            </p:nvSpPr>
            <p:spPr>
              <a:xfrm>
                <a:off x="5220080" y="3360895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1" name="Google Shape;6021;p35"/>
              <p:cNvSpPr/>
              <p:nvPr/>
            </p:nvSpPr>
            <p:spPr>
              <a:xfrm>
                <a:off x="5301900" y="3279837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2" name="Google Shape;6022;p35"/>
              <p:cNvSpPr/>
              <p:nvPr/>
            </p:nvSpPr>
            <p:spPr>
              <a:xfrm>
                <a:off x="5383720" y="3198780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3" name="Google Shape;6023;p35"/>
              <p:cNvSpPr/>
              <p:nvPr/>
            </p:nvSpPr>
            <p:spPr>
              <a:xfrm>
                <a:off x="5465635" y="3117912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4" name="Google Shape;6024;p35"/>
              <p:cNvSpPr/>
              <p:nvPr/>
            </p:nvSpPr>
            <p:spPr>
              <a:xfrm>
                <a:off x="5547455" y="3036855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5" name="Google Shape;6025;p35"/>
              <p:cNvSpPr/>
              <p:nvPr/>
            </p:nvSpPr>
            <p:spPr>
              <a:xfrm>
                <a:off x="5629179" y="2955797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6" name="Google Shape;6026;p35"/>
              <p:cNvSpPr/>
              <p:nvPr/>
            </p:nvSpPr>
            <p:spPr>
              <a:xfrm>
                <a:off x="5710999" y="2874739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7" name="Google Shape;6027;p35"/>
              <p:cNvSpPr/>
              <p:nvPr/>
            </p:nvSpPr>
            <p:spPr>
              <a:xfrm>
                <a:off x="5792914" y="2793872"/>
                <a:ext cx="21717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6" extrusionOk="0">
                    <a:moveTo>
                      <a:pt x="10859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9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9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8" name="Google Shape;6028;p35"/>
              <p:cNvSpPr/>
              <p:nvPr/>
            </p:nvSpPr>
            <p:spPr>
              <a:xfrm>
                <a:off x="5874734" y="2712814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9" name="Google Shape;6029;p35"/>
              <p:cNvSpPr/>
              <p:nvPr/>
            </p:nvSpPr>
            <p:spPr>
              <a:xfrm>
                <a:off x="5956554" y="2631757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0" name="Google Shape;6030;p35"/>
              <p:cNvSpPr/>
              <p:nvPr/>
            </p:nvSpPr>
            <p:spPr>
              <a:xfrm>
                <a:off x="6038278" y="2550699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1" name="Google Shape;6031;p35"/>
              <p:cNvSpPr/>
              <p:nvPr/>
            </p:nvSpPr>
            <p:spPr>
              <a:xfrm>
                <a:off x="6120193" y="2469832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2" name="Google Shape;6032;p35"/>
              <p:cNvSpPr/>
              <p:nvPr/>
            </p:nvSpPr>
            <p:spPr>
              <a:xfrm>
                <a:off x="6202013" y="238867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3" name="Google Shape;6033;p35"/>
              <p:cNvSpPr/>
              <p:nvPr/>
            </p:nvSpPr>
            <p:spPr>
              <a:xfrm>
                <a:off x="6283833" y="2307716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4" name="Google Shape;6034;p35"/>
              <p:cNvSpPr/>
              <p:nvPr/>
            </p:nvSpPr>
            <p:spPr>
              <a:xfrm>
                <a:off x="6365652" y="2226658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5" name="Google Shape;6035;p35"/>
              <p:cNvSpPr/>
              <p:nvPr/>
            </p:nvSpPr>
            <p:spPr>
              <a:xfrm>
                <a:off x="6447377" y="2145601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1" y="0"/>
                      <a:pt x="15430" y="3429"/>
                      <a:pt x="15430" y="7715"/>
                    </a:cubicBezTo>
                    <a:cubicBezTo>
                      <a:pt x="15430" y="12001"/>
                      <a:pt x="12001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6" name="Google Shape;6036;p35"/>
              <p:cNvSpPr/>
              <p:nvPr/>
            </p:nvSpPr>
            <p:spPr>
              <a:xfrm>
                <a:off x="6529292" y="2064638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7" name="Google Shape;6037;p35"/>
              <p:cNvSpPr/>
              <p:nvPr/>
            </p:nvSpPr>
            <p:spPr>
              <a:xfrm>
                <a:off x="6611111" y="1983580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8" name="Google Shape;6038;p35"/>
              <p:cNvSpPr/>
              <p:nvPr/>
            </p:nvSpPr>
            <p:spPr>
              <a:xfrm>
                <a:off x="6692931" y="190252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9" name="Google Shape;6039;p35"/>
              <p:cNvSpPr/>
              <p:nvPr/>
            </p:nvSpPr>
            <p:spPr>
              <a:xfrm>
                <a:off x="6774751" y="1821465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0" name="Google Shape;6040;p35"/>
              <p:cNvSpPr/>
              <p:nvPr/>
            </p:nvSpPr>
            <p:spPr>
              <a:xfrm>
                <a:off x="6856571" y="1740598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6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1" name="Google Shape;6041;p35"/>
              <p:cNvSpPr/>
              <p:nvPr/>
            </p:nvSpPr>
            <p:spPr>
              <a:xfrm>
                <a:off x="6938391" y="1659540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2" name="Google Shape;6042;p35"/>
              <p:cNvSpPr/>
              <p:nvPr/>
            </p:nvSpPr>
            <p:spPr>
              <a:xfrm>
                <a:off x="7020210" y="1578482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3" name="Google Shape;6043;p35"/>
              <p:cNvSpPr/>
              <p:nvPr/>
            </p:nvSpPr>
            <p:spPr>
              <a:xfrm>
                <a:off x="7102030" y="1497424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4" name="Google Shape;6044;p35"/>
              <p:cNvSpPr/>
              <p:nvPr/>
            </p:nvSpPr>
            <p:spPr>
              <a:xfrm>
                <a:off x="7183945" y="1416557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5" name="Google Shape;6045;p35"/>
              <p:cNvSpPr/>
              <p:nvPr/>
            </p:nvSpPr>
            <p:spPr>
              <a:xfrm>
                <a:off x="7265669" y="1335499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6" name="Google Shape;6046;p35"/>
              <p:cNvSpPr/>
              <p:nvPr/>
            </p:nvSpPr>
            <p:spPr>
              <a:xfrm>
                <a:off x="7347489" y="1254441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7" name="Google Shape;6047;p35"/>
              <p:cNvSpPr/>
              <p:nvPr/>
            </p:nvSpPr>
            <p:spPr>
              <a:xfrm>
                <a:off x="7429309" y="1173384"/>
                <a:ext cx="5714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48" name="Google Shape;6048;p35"/>
            <p:cNvGrpSpPr/>
            <p:nvPr/>
          </p:nvGrpSpPr>
          <p:grpSpPr>
            <a:xfrm>
              <a:off x="3835812" y="1179289"/>
              <a:ext cx="3443001" cy="3443097"/>
              <a:chOff x="3835812" y="1179289"/>
              <a:chExt cx="3443001" cy="3443097"/>
            </a:xfrm>
          </p:grpSpPr>
          <p:sp>
            <p:nvSpPr>
              <p:cNvPr id="6049" name="Google Shape;6049;p35"/>
              <p:cNvSpPr/>
              <p:nvPr/>
            </p:nvSpPr>
            <p:spPr>
              <a:xfrm>
                <a:off x="3835812" y="4582000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0" name="Google Shape;6050;p35"/>
              <p:cNvSpPr/>
              <p:nvPr/>
            </p:nvSpPr>
            <p:spPr>
              <a:xfrm>
                <a:off x="3917632" y="4500943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1" name="Google Shape;6051;p35"/>
              <p:cNvSpPr/>
              <p:nvPr/>
            </p:nvSpPr>
            <p:spPr>
              <a:xfrm>
                <a:off x="3999452" y="442007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2" name="Google Shape;6052;p35"/>
              <p:cNvSpPr/>
              <p:nvPr/>
            </p:nvSpPr>
            <p:spPr>
              <a:xfrm>
                <a:off x="4081271" y="433901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3" name="Google Shape;6053;p35"/>
              <p:cNvSpPr/>
              <p:nvPr/>
            </p:nvSpPr>
            <p:spPr>
              <a:xfrm>
                <a:off x="4163091" y="4257864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4" name="Google Shape;6054;p35"/>
              <p:cNvSpPr/>
              <p:nvPr/>
            </p:nvSpPr>
            <p:spPr>
              <a:xfrm>
                <a:off x="4244911" y="417680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5" name="Google Shape;6055;p35"/>
              <p:cNvSpPr/>
              <p:nvPr/>
            </p:nvSpPr>
            <p:spPr>
              <a:xfrm>
                <a:off x="4326826" y="4095939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7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6" name="Google Shape;6056;p35"/>
              <p:cNvSpPr/>
              <p:nvPr/>
            </p:nvSpPr>
            <p:spPr>
              <a:xfrm>
                <a:off x="4408551" y="4014882"/>
                <a:ext cx="34671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1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1" y="0"/>
                      <a:pt x="34671" y="7810"/>
                      <a:pt x="34671" y="17335"/>
                    </a:cubicBezTo>
                    <a:cubicBezTo>
                      <a:pt x="34671" y="26860"/>
                      <a:pt x="26861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7" name="Google Shape;6057;p35"/>
              <p:cNvSpPr/>
              <p:nvPr/>
            </p:nvSpPr>
            <p:spPr>
              <a:xfrm>
                <a:off x="4490370" y="3933824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8" name="Google Shape;6058;p35"/>
              <p:cNvSpPr/>
              <p:nvPr/>
            </p:nvSpPr>
            <p:spPr>
              <a:xfrm>
                <a:off x="4572190" y="3852862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9" name="Google Shape;6059;p35"/>
              <p:cNvSpPr/>
              <p:nvPr/>
            </p:nvSpPr>
            <p:spPr>
              <a:xfrm>
                <a:off x="4654010" y="3771804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0" name="Google Shape;6060;p35"/>
              <p:cNvSpPr/>
              <p:nvPr/>
            </p:nvSpPr>
            <p:spPr>
              <a:xfrm>
                <a:off x="4735829" y="3690841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1" name="Google Shape;6061;p35"/>
              <p:cNvSpPr/>
              <p:nvPr/>
            </p:nvSpPr>
            <p:spPr>
              <a:xfrm>
                <a:off x="4817649" y="3609784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2" name="Google Shape;6062;p35"/>
              <p:cNvSpPr/>
              <p:nvPr/>
            </p:nvSpPr>
            <p:spPr>
              <a:xfrm>
                <a:off x="4899469" y="3528726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3" name="Google Shape;6063;p35"/>
              <p:cNvSpPr/>
              <p:nvPr/>
            </p:nvSpPr>
            <p:spPr>
              <a:xfrm>
                <a:off x="4981289" y="3447668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69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69"/>
                      <a:pt x="22669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4" name="Google Shape;6064;p35"/>
              <p:cNvSpPr/>
              <p:nvPr/>
            </p:nvSpPr>
            <p:spPr>
              <a:xfrm>
                <a:off x="5063204" y="3366801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5" name="Google Shape;6065;p35"/>
              <p:cNvSpPr/>
              <p:nvPr/>
            </p:nvSpPr>
            <p:spPr>
              <a:xfrm>
                <a:off x="5144928" y="3285743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6" name="Google Shape;6066;p35"/>
              <p:cNvSpPr/>
              <p:nvPr/>
            </p:nvSpPr>
            <p:spPr>
              <a:xfrm>
                <a:off x="5226748" y="3204685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7" name="Google Shape;6067;p35"/>
              <p:cNvSpPr/>
              <p:nvPr/>
            </p:nvSpPr>
            <p:spPr>
              <a:xfrm>
                <a:off x="5308568" y="3123628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8" name="Google Shape;6068;p35"/>
              <p:cNvSpPr/>
              <p:nvPr/>
            </p:nvSpPr>
            <p:spPr>
              <a:xfrm>
                <a:off x="5390483" y="3042760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9" name="Google Shape;6069;p35"/>
              <p:cNvSpPr/>
              <p:nvPr/>
            </p:nvSpPr>
            <p:spPr>
              <a:xfrm>
                <a:off x="5472303" y="296170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0" name="Google Shape;6070;p35"/>
              <p:cNvSpPr/>
              <p:nvPr/>
            </p:nvSpPr>
            <p:spPr>
              <a:xfrm>
                <a:off x="5554027" y="288064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1" name="Google Shape;6071;p35"/>
              <p:cNvSpPr/>
              <p:nvPr/>
            </p:nvSpPr>
            <p:spPr>
              <a:xfrm>
                <a:off x="5635847" y="279958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2" name="Google Shape;6072;p35"/>
              <p:cNvSpPr/>
              <p:nvPr/>
            </p:nvSpPr>
            <p:spPr>
              <a:xfrm>
                <a:off x="5717762" y="2718720"/>
                <a:ext cx="21717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9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9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3" name="Google Shape;6073;p35"/>
              <p:cNvSpPr/>
              <p:nvPr/>
            </p:nvSpPr>
            <p:spPr>
              <a:xfrm>
                <a:off x="5799582" y="263766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4" name="Google Shape;6074;p35"/>
              <p:cNvSpPr/>
              <p:nvPr/>
            </p:nvSpPr>
            <p:spPr>
              <a:xfrm>
                <a:off x="5881401" y="2556604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5" name="Google Shape;6075;p35"/>
              <p:cNvSpPr/>
              <p:nvPr/>
            </p:nvSpPr>
            <p:spPr>
              <a:xfrm>
                <a:off x="5963126" y="2475546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6" name="Google Shape;6076;p35"/>
              <p:cNvSpPr/>
              <p:nvPr/>
            </p:nvSpPr>
            <p:spPr>
              <a:xfrm>
                <a:off x="6045041" y="2394584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7" name="Google Shape;6077;p35"/>
              <p:cNvSpPr/>
              <p:nvPr/>
            </p:nvSpPr>
            <p:spPr>
              <a:xfrm>
                <a:off x="6126861" y="231362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0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8" name="Google Shape;6078;p35"/>
              <p:cNvSpPr/>
              <p:nvPr/>
            </p:nvSpPr>
            <p:spPr>
              <a:xfrm>
                <a:off x="6208680" y="223256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9" name="Google Shape;6079;p35"/>
              <p:cNvSpPr/>
              <p:nvPr/>
            </p:nvSpPr>
            <p:spPr>
              <a:xfrm>
                <a:off x="6290500" y="2151506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19" y="16193"/>
                      <a:pt x="0" y="12573"/>
                      <a:pt x="0" y="8096"/>
                    </a:cubicBezTo>
                    <a:cubicBezTo>
                      <a:pt x="0" y="3620"/>
                      <a:pt x="3619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0" name="Google Shape;6080;p35"/>
              <p:cNvSpPr/>
              <p:nvPr/>
            </p:nvSpPr>
            <p:spPr>
              <a:xfrm>
                <a:off x="6372225" y="2070448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1" name="Google Shape;6081;p35"/>
              <p:cNvSpPr/>
              <p:nvPr/>
            </p:nvSpPr>
            <p:spPr>
              <a:xfrm>
                <a:off x="6454140" y="1989581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2" name="Google Shape;6082;p35"/>
              <p:cNvSpPr/>
              <p:nvPr/>
            </p:nvSpPr>
            <p:spPr>
              <a:xfrm>
                <a:off x="6535959" y="1908428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3" name="Google Shape;6083;p35"/>
              <p:cNvSpPr/>
              <p:nvPr/>
            </p:nvSpPr>
            <p:spPr>
              <a:xfrm>
                <a:off x="6617779" y="1827370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4" name="Google Shape;6084;p35"/>
              <p:cNvSpPr/>
              <p:nvPr/>
            </p:nvSpPr>
            <p:spPr>
              <a:xfrm>
                <a:off x="6699599" y="1746313"/>
                <a:ext cx="12191" cy="12192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2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5" name="Google Shape;6085;p35"/>
              <p:cNvSpPr/>
              <p:nvPr/>
            </p:nvSpPr>
            <p:spPr>
              <a:xfrm>
                <a:off x="6781418" y="1665445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6" name="Google Shape;6086;p35"/>
              <p:cNvSpPr/>
              <p:nvPr/>
            </p:nvSpPr>
            <p:spPr>
              <a:xfrm>
                <a:off x="6863238" y="1584388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7" name="Google Shape;6087;p35"/>
              <p:cNvSpPr/>
              <p:nvPr/>
            </p:nvSpPr>
            <p:spPr>
              <a:xfrm>
                <a:off x="6945058" y="1503330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8" name="Google Shape;6088;p35"/>
              <p:cNvSpPr/>
              <p:nvPr/>
            </p:nvSpPr>
            <p:spPr>
              <a:xfrm>
                <a:off x="7026878" y="1422272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9" name="Google Shape;6089;p35"/>
              <p:cNvSpPr/>
              <p:nvPr/>
            </p:nvSpPr>
            <p:spPr>
              <a:xfrm>
                <a:off x="7108793" y="1341405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0" name="Google Shape;6090;p35"/>
              <p:cNvSpPr/>
              <p:nvPr/>
            </p:nvSpPr>
            <p:spPr>
              <a:xfrm>
                <a:off x="7190517" y="1260347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1" name="Google Shape;6091;p35"/>
              <p:cNvSpPr/>
              <p:nvPr/>
            </p:nvSpPr>
            <p:spPr>
              <a:xfrm>
                <a:off x="7272337" y="1179289"/>
                <a:ext cx="6476" cy="6476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6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92" name="Google Shape;6092;p35"/>
            <p:cNvGrpSpPr/>
            <p:nvPr/>
          </p:nvGrpSpPr>
          <p:grpSpPr>
            <a:xfrm>
              <a:off x="3842480" y="1185195"/>
              <a:ext cx="3280124" cy="3280218"/>
              <a:chOff x="3842480" y="1185195"/>
              <a:chExt cx="3280124" cy="3280218"/>
            </a:xfrm>
          </p:grpSpPr>
          <p:sp>
            <p:nvSpPr>
              <p:cNvPr id="6093" name="Google Shape;6093;p35"/>
              <p:cNvSpPr/>
              <p:nvPr/>
            </p:nvSpPr>
            <p:spPr>
              <a:xfrm>
                <a:off x="3842480" y="4425790"/>
                <a:ext cx="39624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3" extrusionOk="0">
                    <a:moveTo>
                      <a:pt x="39624" y="19812"/>
                    </a:moveTo>
                    <a:cubicBezTo>
                      <a:pt x="39624" y="30754"/>
                      <a:pt x="30754" y="39624"/>
                      <a:pt x="19812" y="39624"/>
                    </a:cubicBezTo>
                    <a:cubicBezTo>
                      <a:pt x="8870" y="39624"/>
                      <a:pt x="0" y="30754"/>
                      <a:pt x="0" y="19812"/>
                    </a:cubicBezTo>
                    <a:cubicBezTo>
                      <a:pt x="0" y="8870"/>
                      <a:pt x="8870" y="0"/>
                      <a:pt x="19812" y="0"/>
                    </a:cubicBezTo>
                    <a:cubicBezTo>
                      <a:pt x="30754" y="0"/>
                      <a:pt x="39624" y="8870"/>
                      <a:pt x="39624" y="198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4" name="Google Shape;6094;p35"/>
              <p:cNvSpPr/>
              <p:nvPr/>
            </p:nvSpPr>
            <p:spPr>
              <a:xfrm>
                <a:off x="3924300" y="4344923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5" name="Google Shape;6095;p35"/>
              <p:cNvSpPr/>
              <p:nvPr/>
            </p:nvSpPr>
            <p:spPr>
              <a:xfrm>
                <a:off x="4006119" y="4263865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6" name="Google Shape;6096;p35"/>
              <p:cNvSpPr/>
              <p:nvPr/>
            </p:nvSpPr>
            <p:spPr>
              <a:xfrm>
                <a:off x="4087939" y="418280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7" name="Google Shape;6097;p35"/>
              <p:cNvSpPr/>
              <p:nvPr/>
            </p:nvSpPr>
            <p:spPr>
              <a:xfrm>
                <a:off x="4169759" y="410175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8" name="Google Shape;6098;p35"/>
              <p:cNvSpPr/>
              <p:nvPr/>
            </p:nvSpPr>
            <p:spPr>
              <a:xfrm>
                <a:off x="4251674" y="4020787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9" name="Google Shape;6099;p35"/>
              <p:cNvSpPr/>
              <p:nvPr/>
            </p:nvSpPr>
            <p:spPr>
              <a:xfrm>
                <a:off x="4333398" y="3939729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0" name="Google Shape;6100;p35"/>
              <p:cNvSpPr/>
              <p:nvPr/>
            </p:nvSpPr>
            <p:spPr>
              <a:xfrm>
                <a:off x="4415218" y="3858672"/>
                <a:ext cx="33908" cy="33909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9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5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5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1" name="Google Shape;6101;p35"/>
              <p:cNvSpPr/>
              <p:nvPr/>
            </p:nvSpPr>
            <p:spPr>
              <a:xfrm>
                <a:off x="4497038" y="3777709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2" name="Google Shape;6102;p35"/>
              <p:cNvSpPr/>
              <p:nvPr/>
            </p:nvSpPr>
            <p:spPr>
              <a:xfrm rot="-5391406">
                <a:off x="4578878" y="3696629"/>
                <a:ext cx="32385" cy="32385"/>
              </a:xfrm>
              <a:custGeom>
                <a:avLst/>
                <a:gdLst/>
                <a:ahLst/>
                <a:cxnLst/>
                <a:rect l="l" t="t" r="r" b="b"/>
                <a:pathLst>
                  <a:path w="32385" h="32385" extrusionOk="0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49"/>
                      <a:pt x="32385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3" name="Google Shape;6103;p35"/>
              <p:cNvSpPr/>
              <p:nvPr/>
            </p:nvSpPr>
            <p:spPr>
              <a:xfrm>
                <a:off x="4660772" y="3615689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4" name="Google Shape;6104;p35"/>
              <p:cNvSpPr/>
              <p:nvPr/>
            </p:nvSpPr>
            <p:spPr>
              <a:xfrm>
                <a:off x="4742497" y="3534631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5" name="Google Shape;6105;p35"/>
              <p:cNvSpPr/>
              <p:nvPr/>
            </p:nvSpPr>
            <p:spPr>
              <a:xfrm>
                <a:off x="4824317" y="3453574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6" name="Google Shape;6106;p35"/>
              <p:cNvSpPr/>
              <p:nvPr/>
            </p:nvSpPr>
            <p:spPr>
              <a:xfrm>
                <a:off x="4906137" y="337261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7" name="Google Shape;6107;p35"/>
              <p:cNvSpPr/>
              <p:nvPr/>
            </p:nvSpPr>
            <p:spPr>
              <a:xfrm>
                <a:off x="4988052" y="3291649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8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8" name="Google Shape;6108;p35"/>
              <p:cNvSpPr/>
              <p:nvPr/>
            </p:nvSpPr>
            <p:spPr>
              <a:xfrm>
                <a:off x="5069871" y="3210591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9" name="Google Shape;6109;p35"/>
              <p:cNvSpPr/>
              <p:nvPr/>
            </p:nvSpPr>
            <p:spPr>
              <a:xfrm>
                <a:off x="5151596" y="3129533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0" name="Google Shape;6110;p35"/>
              <p:cNvSpPr/>
              <p:nvPr/>
            </p:nvSpPr>
            <p:spPr>
              <a:xfrm>
                <a:off x="5233416" y="3048475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1" name="Google Shape;6111;p35"/>
              <p:cNvSpPr/>
              <p:nvPr/>
            </p:nvSpPr>
            <p:spPr>
              <a:xfrm>
                <a:off x="5315330" y="2967608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2" name="Google Shape;6112;p35"/>
              <p:cNvSpPr/>
              <p:nvPr/>
            </p:nvSpPr>
            <p:spPr>
              <a:xfrm>
                <a:off x="5397150" y="2886550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3" name="Google Shape;6113;p35"/>
              <p:cNvSpPr/>
              <p:nvPr/>
            </p:nvSpPr>
            <p:spPr>
              <a:xfrm>
                <a:off x="5478970" y="280549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4" name="Google Shape;6114;p35"/>
              <p:cNvSpPr/>
              <p:nvPr/>
            </p:nvSpPr>
            <p:spPr>
              <a:xfrm>
                <a:off x="5560695" y="2724435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22669" y="11335"/>
                    </a:moveTo>
                    <a:cubicBezTo>
                      <a:pt x="22669" y="17595"/>
                      <a:pt x="17595" y="22670"/>
                      <a:pt x="11335" y="22670"/>
                    </a:cubicBezTo>
                    <a:cubicBezTo>
                      <a:pt x="5075" y="22670"/>
                      <a:pt x="0" y="17595"/>
                      <a:pt x="0" y="11335"/>
                    </a:cubicBezTo>
                    <a:cubicBezTo>
                      <a:pt x="0" y="5075"/>
                      <a:pt x="5075" y="0"/>
                      <a:pt x="11335" y="0"/>
                    </a:cubicBezTo>
                    <a:cubicBezTo>
                      <a:pt x="17595" y="0"/>
                      <a:pt x="22669" y="5075"/>
                      <a:pt x="22669" y="11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5" name="Google Shape;6115;p35"/>
              <p:cNvSpPr/>
              <p:nvPr/>
            </p:nvSpPr>
            <p:spPr>
              <a:xfrm>
                <a:off x="5642609" y="2643567"/>
                <a:ext cx="21716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6" name="Google Shape;6116;p35"/>
              <p:cNvSpPr/>
              <p:nvPr/>
            </p:nvSpPr>
            <p:spPr>
              <a:xfrm>
                <a:off x="5724429" y="256251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20955" y="10478"/>
                    </a:moveTo>
                    <a:cubicBezTo>
                      <a:pt x="20955" y="16264"/>
                      <a:pt x="16264" y="20955"/>
                      <a:pt x="10477" y="20955"/>
                    </a:cubicBezTo>
                    <a:cubicBezTo>
                      <a:pt x="4691" y="20955"/>
                      <a:pt x="0" y="16264"/>
                      <a:pt x="0" y="10478"/>
                    </a:cubicBezTo>
                    <a:cubicBezTo>
                      <a:pt x="0" y="4691"/>
                      <a:pt x="4691" y="0"/>
                      <a:pt x="10477" y="0"/>
                    </a:cubicBezTo>
                    <a:cubicBezTo>
                      <a:pt x="16264" y="0"/>
                      <a:pt x="20955" y="4691"/>
                      <a:pt x="20955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7" name="Google Shape;6117;p35"/>
              <p:cNvSpPr/>
              <p:nvPr/>
            </p:nvSpPr>
            <p:spPr>
              <a:xfrm>
                <a:off x="5806249" y="2481452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8" name="Google Shape;6118;p35"/>
              <p:cNvSpPr/>
              <p:nvPr/>
            </p:nvSpPr>
            <p:spPr>
              <a:xfrm>
                <a:off x="5888069" y="2400394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50"/>
                      <a:pt x="0" y="9716"/>
                    </a:cubicBezTo>
                    <a:cubicBezTo>
                      <a:pt x="0" y="4382"/>
                      <a:pt x="4382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9" name="Google Shape;6119;p35"/>
              <p:cNvSpPr/>
              <p:nvPr/>
            </p:nvSpPr>
            <p:spPr>
              <a:xfrm>
                <a:off x="5969888" y="2319527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0" name="Google Shape;6120;p35"/>
              <p:cNvSpPr/>
              <p:nvPr/>
            </p:nvSpPr>
            <p:spPr>
              <a:xfrm>
                <a:off x="6051708" y="223846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7"/>
                      <a:pt x="8858" y="17717"/>
                    </a:cubicBezTo>
                    <a:cubicBezTo>
                      <a:pt x="3966" y="17717"/>
                      <a:pt x="0" y="13751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1" name="Google Shape;6121;p35"/>
              <p:cNvSpPr/>
              <p:nvPr/>
            </p:nvSpPr>
            <p:spPr>
              <a:xfrm>
                <a:off x="6133528" y="215741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2" name="Google Shape;6122;p35"/>
              <p:cNvSpPr/>
              <p:nvPr/>
            </p:nvSpPr>
            <p:spPr>
              <a:xfrm>
                <a:off x="6215348" y="207635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3" name="Google Shape;6123;p35"/>
              <p:cNvSpPr/>
              <p:nvPr/>
            </p:nvSpPr>
            <p:spPr>
              <a:xfrm>
                <a:off x="6297167" y="1995296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1"/>
                      <a:pt x="12002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4" name="Google Shape;6124;p35"/>
              <p:cNvSpPr/>
              <p:nvPr/>
            </p:nvSpPr>
            <p:spPr>
              <a:xfrm>
                <a:off x="6378987" y="1914334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5" name="Google Shape;6125;p35"/>
              <p:cNvSpPr/>
              <p:nvPr/>
            </p:nvSpPr>
            <p:spPr>
              <a:xfrm>
                <a:off x="6460807" y="1833371"/>
                <a:ext cx="13716" cy="13715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5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6" name="Google Shape;6126;p35"/>
              <p:cNvSpPr/>
              <p:nvPr/>
            </p:nvSpPr>
            <p:spPr>
              <a:xfrm>
                <a:off x="6542627" y="1752313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7" name="Google Shape;6127;p35"/>
              <p:cNvSpPr/>
              <p:nvPr/>
            </p:nvSpPr>
            <p:spPr>
              <a:xfrm>
                <a:off x="6624447" y="1671160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8" name="Google Shape;6128;p35"/>
              <p:cNvSpPr/>
              <p:nvPr/>
            </p:nvSpPr>
            <p:spPr>
              <a:xfrm>
                <a:off x="6706361" y="1590293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9" name="Google Shape;6129;p35"/>
              <p:cNvSpPr/>
              <p:nvPr/>
            </p:nvSpPr>
            <p:spPr>
              <a:xfrm>
                <a:off x="6788086" y="1509235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0" name="Google Shape;6130;p35"/>
              <p:cNvSpPr/>
              <p:nvPr/>
            </p:nvSpPr>
            <p:spPr>
              <a:xfrm>
                <a:off x="6869906" y="1428178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5"/>
                    </a:moveTo>
                    <a:cubicBezTo>
                      <a:pt x="2191" y="9715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5"/>
                      <a:pt x="4858" y="9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1" name="Google Shape;6131;p35"/>
              <p:cNvSpPr/>
              <p:nvPr/>
            </p:nvSpPr>
            <p:spPr>
              <a:xfrm>
                <a:off x="6951725" y="1347120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2" name="Google Shape;6132;p35"/>
              <p:cNvSpPr/>
              <p:nvPr/>
            </p:nvSpPr>
            <p:spPr>
              <a:xfrm>
                <a:off x="7033641" y="126625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3" name="Google Shape;6133;p35"/>
              <p:cNvSpPr/>
              <p:nvPr/>
            </p:nvSpPr>
            <p:spPr>
              <a:xfrm>
                <a:off x="7115365" y="1185195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34" name="Google Shape;6134;p35"/>
            <p:cNvGrpSpPr/>
            <p:nvPr/>
          </p:nvGrpSpPr>
          <p:grpSpPr>
            <a:xfrm>
              <a:off x="3849147" y="1191100"/>
              <a:ext cx="3117342" cy="3117342"/>
              <a:chOff x="3849147" y="1191100"/>
              <a:chExt cx="3117342" cy="3117342"/>
            </a:xfrm>
          </p:grpSpPr>
          <p:sp>
            <p:nvSpPr>
              <p:cNvPr id="6135" name="Google Shape;6135;p35"/>
              <p:cNvSpPr/>
              <p:nvPr/>
            </p:nvSpPr>
            <p:spPr>
              <a:xfrm>
                <a:off x="3849147" y="426977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6" name="Google Shape;6136;p35"/>
              <p:cNvSpPr/>
              <p:nvPr/>
            </p:nvSpPr>
            <p:spPr>
              <a:xfrm>
                <a:off x="3930967" y="4188713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7" name="Google Shape;6137;p35"/>
              <p:cNvSpPr/>
              <p:nvPr/>
            </p:nvSpPr>
            <p:spPr>
              <a:xfrm>
                <a:off x="4012787" y="4107655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37148" y="18574"/>
                    </a:moveTo>
                    <a:cubicBezTo>
                      <a:pt x="37148" y="28832"/>
                      <a:pt x="28832" y="37148"/>
                      <a:pt x="18574" y="37148"/>
                    </a:cubicBezTo>
                    <a:cubicBezTo>
                      <a:pt x="8316" y="37148"/>
                      <a:pt x="0" y="28832"/>
                      <a:pt x="0" y="18574"/>
                    </a:cubicBezTo>
                    <a:cubicBezTo>
                      <a:pt x="0" y="8316"/>
                      <a:pt x="8316" y="0"/>
                      <a:pt x="18574" y="0"/>
                    </a:cubicBezTo>
                    <a:cubicBezTo>
                      <a:pt x="28832" y="0"/>
                      <a:pt x="37148" y="8316"/>
                      <a:pt x="37148" y="18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8" name="Google Shape;6138;p35"/>
              <p:cNvSpPr/>
              <p:nvPr/>
            </p:nvSpPr>
            <p:spPr>
              <a:xfrm>
                <a:off x="4094606" y="402659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9" name="Google Shape;6139;p35"/>
              <p:cNvSpPr/>
              <p:nvPr/>
            </p:nvSpPr>
            <p:spPr>
              <a:xfrm>
                <a:off x="4176521" y="3945730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0" name="Google Shape;6140;p35"/>
              <p:cNvSpPr/>
              <p:nvPr/>
            </p:nvSpPr>
            <p:spPr>
              <a:xfrm>
                <a:off x="4258246" y="3864672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1" name="Google Shape;6141;p35"/>
              <p:cNvSpPr/>
              <p:nvPr/>
            </p:nvSpPr>
            <p:spPr>
              <a:xfrm>
                <a:off x="4340066" y="3783615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2" name="Google Shape;6142;p35"/>
              <p:cNvSpPr/>
              <p:nvPr/>
            </p:nvSpPr>
            <p:spPr>
              <a:xfrm>
                <a:off x="4421886" y="3702557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3" name="Google Shape;6143;p35"/>
              <p:cNvSpPr/>
              <p:nvPr/>
            </p:nvSpPr>
            <p:spPr>
              <a:xfrm>
                <a:off x="4503800" y="3621499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097"/>
                    </a:cubicBezTo>
                    <a:cubicBezTo>
                      <a:pt x="32195" y="24955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4" name="Google Shape;6144;p35"/>
              <p:cNvSpPr/>
              <p:nvPr/>
            </p:nvSpPr>
            <p:spPr>
              <a:xfrm>
                <a:off x="4585620" y="354053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5" name="Google Shape;6145;p35"/>
              <p:cNvSpPr/>
              <p:nvPr/>
            </p:nvSpPr>
            <p:spPr>
              <a:xfrm>
                <a:off x="4667345" y="345947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6" name="Google Shape;6146;p35"/>
              <p:cNvSpPr/>
              <p:nvPr/>
            </p:nvSpPr>
            <p:spPr>
              <a:xfrm>
                <a:off x="4749164" y="3378421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7" name="Google Shape;6147;p35"/>
              <p:cNvSpPr/>
              <p:nvPr/>
            </p:nvSpPr>
            <p:spPr>
              <a:xfrm>
                <a:off x="4830984" y="3297363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7"/>
                    </a:moveTo>
                    <a:cubicBezTo>
                      <a:pt x="6572" y="29147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70"/>
                      <a:pt x="22669" y="29147"/>
                      <a:pt x="14573" y="29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8" name="Google Shape;6148;p35"/>
              <p:cNvSpPr/>
              <p:nvPr/>
            </p:nvSpPr>
            <p:spPr>
              <a:xfrm>
                <a:off x="4912899" y="3216496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9" name="Google Shape;6149;p35"/>
              <p:cNvSpPr/>
              <p:nvPr/>
            </p:nvSpPr>
            <p:spPr>
              <a:xfrm>
                <a:off x="4994719" y="3135438"/>
                <a:ext cx="27432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0" name="Google Shape;6150;p35"/>
              <p:cNvSpPr/>
              <p:nvPr/>
            </p:nvSpPr>
            <p:spPr>
              <a:xfrm>
                <a:off x="5076444" y="3054381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1" name="Google Shape;6151;p35"/>
              <p:cNvSpPr/>
              <p:nvPr/>
            </p:nvSpPr>
            <p:spPr>
              <a:xfrm>
                <a:off x="5158263" y="297332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2" name="Google Shape;6152;p35"/>
              <p:cNvSpPr/>
              <p:nvPr/>
            </p:nvSpPr>
            <p:spPr>
              <a:xfrm>
                <a:off x="5240178" y="289245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3" name="Google Shape;6153;p35"/>
              <p:cNvSpPr/>
              <p:nvPr/>
            </p:nvSpPr>
            <p:spPr>
              <a:xfrm>
                <a:off x="5321998" y="2811398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4" name="Google Shape;6154;p35"/>
              <p:cNvSpPr/>
              <p:nvPr/>
            </p:nvSpPr>
            <p:spPr>
              <a:xfrm>
                <a:off x="5403818" y="2730340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5" name="Google Shape;6155;p35"/>
              <p:cNvSpPr/>
              <p:nvPr/>
            </p:nvSpPr>
            <p:spPr>
              <a:xfrm>
                <a:off x="5485542" y="2649282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69" y="5048"/>
                      <a:pt x="22669" y="11335"/>
                    </a:cubicBezTo>
                    <a:cubicBezTo>
                      <a:pt x="22669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6" name="Google Shape;6156;p35"/>
              <p:cNvSpPr/>
              <p:nvPr/>
            </p:nvSpPr>
            <p:spPr>
              <a:xfrm>
                <a:off x="5567457" y="2568415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21717" y="10858"/>
                    </a:moveTo>
                    <a:cubicBezTo>
                      <a:pt x="21717" y="16855"/>
                      <a:pt x="16855" y="21717"/>
                      <a:pt x="10858" y="21717"/>
                    </a:cubicBezTo>
                    <a:cubicBezTo>
                      <a:pt x="4861" y="21717"/>
                      <a:pt x="0" y="16855"/>
                      <a:pt x="0" y="10858"/>
                    </a:cubicBezTo>
                    <a:cubicBezTo>
                      <a:pt x="0" y="4861"/>
                      <a:pt x="4861" y="0"/>
                      <a:pt x="10858" y="0"/>
                    </a:cubicBezTo>
                    <a:cubicBezTo>
                      <a:pt x="16855" y="0"/>
                      <a:pt x="21717" y="4861"/>
                      <a:pt x="21717" y="10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7" name="Google Shape;6157;p35"/>
              <p:cNvSpPr/>
              <p:nvPr/>
            </p:nvSpPr>
            <p:spPr>
              <a:xfrm>
                <a:off x="5649277" y="2487357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8" name="Google Shape;6158;p35"/>
              <p:cNvSpPr/>
              <p:nvPr/>
            </p:nvSpPr>
            <p:spPr>
              <a:xfrm>
                <a:off x="5731097" y="240630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9" name="Google Shape;6159;p35"/>
              <p:cNvSpPr/>
              <p:nvPr/>
            </p:nvSpPr>
            <p:spPr>
              <a:xfrm>
                <a:off x="5812916" y="232524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0" name="Google Shape;6160;p35"/>
              <p:cNvSpPr/>
              <p:nvPr/>
            </p:nvSpPr>
            <p:spPr>
              <a:xfrm>
                <a:off x="5894736" y="224428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7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1" name="Google Shape;6161;p35"/>
              <p:cNvSpPr/>
              <p:nvPr/>
            </p:nvSpPr>
            <p:spPr>
              <a:xfrm>
                <a:off x="5976556" y="216331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2" name="Google Shape;6162;p35"/>
              <p:cNvSpPr/>
              <p:nvPr/>
            </p:nvSpPr>
            <p:spPr>
              <a:xfrm>
                <a:off x="6058376" y="2082259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4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3" name="Google Shape;6163;p35"/>
              <p:cNvSpPr/>
              <p:nvPr/>
            </p:nvSpPr>
            <p:spPr>
              <a:xfrm>
                <a:off x="6140195" y="2001201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4" name="Google Shape;6164;p35"/>
              <p:cNvSpPr/>
              <p:nvPr/>
            </p:nvSpPr>
            <p:spPr>
              <a:xfrm>
                <a:off x="6222015" y="1920144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1" y="7715"/>
                    </a:moveTo>
                    <a:cubicBezTo>
                      <a:pt x="15431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1" y="3454"/>
                      <a:pt x="15431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5" name="Google Shape;6165;p35"/>
              <p:cNvSpPr/>
              <p:nvPr/>
            </p:nvSpPr>
            <p:spPr>
              <a:xfrm>
                <a:off x="6303835" y="1839276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6" name="Google Shape;6166;p35"/>
              <p:cNvSpPr/>
              <p:nvPr/>
            </p:nvSpPr>
            <p:spPr>
              <a:xfrm>
                <a:off x="6385655" y="1758219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7" name="Google Shape;6167;p35"/>
              <p:cNvSpPr/>
              <p:nvPr/>
            </p:nvSpPr>
            <p:spPr>
              <a:xfrm>
                <a:off x="6467475" y="1677161"/>
                <a:ext cx="1295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8" name="Google Shape;6168;p35"/>
              <p:cNvSpPr/>
              <p:nvPr/>
            </p:nvSpPr>
            <p:spPr>
              <a:xfrm>
                <a:off x="6549294" y="1596103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9" name="Google Shape;6169;p35"/>
              <p:cNvSpPr/>
              <p:nvPr/>
            </p:nvSpPr>
            <p:spPr>
              <a:xfrm>
                <a:off x="6631209" y="151514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0" name="Google Shape;6170;p35"/>
              <p:cNvSpPr/>
              <p:nvPr/>
            </p:nvSpPr>
            <p:spPr>
              <a:xfrm>
                <a:off x="6712934" y="143408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1" name="Google Shape;6171;p35"/>
              <p:cNvSpPr/>
              <p:nvPr/>
            </p:nvSpPr>
            <p:spPr>
              <a:xfrm>
                <a:off x="6794754" y="135312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2" name="Google Shape;6172;p35"/>
              <p:cNvSpPr/>
              <p:nvPr/>
            </p:nvSpPr>
            <p:spPr>
              <a:xfrm>
                <a:off x="6876573" y="1271967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3" name="Google Shape;6173;p35"/>
              <p:cNvSpPr/>
              <p:nvPr/>
            </p:nvSpPr>
            <p:spPr>
              <a:xfrm>
                <a:off x="6958488" y="1191100"/>
                <a:ext cx="8001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0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174" name="Google Shape;6174;p35"/>
          <p:cNvSpPr/>
          <p:nvPr/>
        </p:nvSpPr>
        <p:spPr>
          <a:xfrm rot="409828">
            <a:off x="-1940478" y="-140548"/>
            <a:ext cx="3051118" cy="3034859"/>
          </a:xfrm>
          <a:custGeom>
            <a:avLst/>
            <a:gdLst/>
            <a:ahLst/>
            <a:cxnLst/>
            <a:rect l="l" t="t" r="r" b="b"/>
            <a:pathLst>
              <a:path w="2199247" h="2187527" extrusionOk="0">
                <a:moveTo>
                  <a:pt x="27680" y="1108861"/>
                </a:moveTo>
                <a:lnTo>
                  <a:pt x="845687" y="51776"/>
                </a:lnTo>
                <a:cubicBezTo>
                  <a:pt x="891979" y="-8041"/>
                  <a:pt x="979895" y="-17375"/>
                  <a:pt x="1042188" y="30821"/>
                </a:cubicBezTo>
                <a:lnTo>
                  <a:pt x="2142611" y="883118"/>
                </a:lnTo>
                <a:cubicBezTo>
                  <a:pt x="2204810" y="931315"/>
                  <a:pt x="2217764" y="1018850"/>
                  <a:pt x="2171567" y="1078667"/>
                </a:cubicBezTo>
                <a:lnTo>
                  <a:pt x="1353560" y="2135751"/>
                </a:lnTo>
                <a:cubicBezTo>
                  <a:pt x="1307269" y="2195568"/>
                  <a:pt x="1219353" y="2204903"/>
                  <a:pt x="1157060" y="2156706"/>
                </a:cubicBezTo>
                <a:lnTo>
                  <a:pt x="56636" y="1304409"/>
                </a:lnTo>
                <a:cubicBezTo>
                  <a:pt x="-5562" y="1256213"/>
                  <a:pt x="-18516" y="1168678"/>
                  <a:pt x="27680" y="110886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5" name="Google Shape;6175;p35"/>
          <p:cNvSpPr/>
          <p:nvPr/>
        </p:nvSpPr>
        <p:spPr>
          <a:xfrm rot="2700000">
            <a:off x="7221302" y="3995953"/>
            <a:ext cx="1592834" cy="1592772"/>
          </a:xfrm>
          <a:custGeom>
            <a:avLst/>
            <a:gdLst/>
            <a:ahLst/>
            <a:cxnLst/>
            <a:rect l="l" t="t" r="r" b="b"/>
            <a:pathLst>
              <a:path w="2422159" h="2422064" extrusionOk="0">
                <a:moveTo>
                  <a:pt x="2306360" y="115800"/>
                </a:moveTo>
                <a:lnTo>
                  <a:pt x="2306360" y="115800"/>
                </a:lnTo>
                <a:cubicBezTo>
                  <a:pt x="2460760" y="270200"/>
                  <a:pt x="2460760" y="520422"/>
                  <a:pt x="2306360" y="674822"/>
                </a:cubicBezTo>
                <a:lnTo>
                  <a:pt x="674822" y="2306265"/>
                </a:lnTo>
                <a:cubicBezTo>
                  <a:pt x="520422" y="2460665"/>
                  <a:pt x="270200" y="2460665"/>
                  <a:pt x="115800" y="2306265"/>
                </a:cubicBezTo>
                <a:lnTo>
                  <a:pt x="115800" y="2306265"/>
                </a:lnTo>
                <a:cubicBezTo>
                  <a:pt x="-38600" y="2151864"/>
                  <a:pt x="-38600" y="1901642"/>
                  <a:pt x="115800" y="1747242"/>
                </a:cubicBezTo>
                <a:lnTo>
                  <a:pt x="1747338" y="115800"/>
                </a:lnTo>
                <a:cubicBezTo>
                  <a:pt x="1901738" y="-38600"/>
                  <a:pt x="2151960" y="-38600"/>
                  <a:pt x="2306360" y="11580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29000">
                <a:srgbClr val="7F7F7F">
                  <a:alpha val="49803"/>
                </a:srgbClr>
              </a:gs>
              <a:gs pos="73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8D98B40-4A36-1BA2-D16B-032AD307D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19" y="1259644"/>
            <a:ext cx="4823361" cy="3014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5" name="Tableau 14">
            <a:extLst>
              <a:ext uri="{FF2B5EF4-FFF2-40B4-BE49-F238E27FC236}">
                <a16:creationId xmlns:a16="http://schemas.microsoft.com/office/drawing/2014/main" id="{D3482997-9057-BFBB-4AE6-AA8F314BB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487800"/>
              </p:ext>
            </p:extLst>
          </p:nvPr>
        </p:nvGraphicFramePr>
        <p:xfrm>
          <a:off x="5268732" y="1982433"/>
          <a:ext cx="3770322" cy="2291812"/>
        </p:xfrm>
        <a:graphic>
          <a:graphicData uri="http://schemas.openxmlformats.org/drawingml/2006/table">
            <a:tbl>
              <a:tblPr firstRow="1" bandRow="1">
                <a:tableStyleId>{A173BE73-7822-4B24-8A29-29656DCE44D5}</a:tableStyleId>
              </a:tblPr>
              <a:tblGrid>
                <a:gridCol w="1256774">
                  <a:extLst>
                    <a:ext uri="{9D8B030D-6E8A-4147-A177-3AD203B41FA5}">
                      <a16:colId xmlns:a16="http://schemas.microsoft.com/office/drawing/2014/main" val="3871267598"/>
                    </a:ext>
                  </a:extLst>
                </a:gridCol>
                <a:gridCol w="1256774">
                  <a:extLst>
                    <a:ext uri="{9D8B030D-6E8A-4147-A177-3AD203B41FA5}">
                      <a16:colId xmlns:a16="http://schemas.microsoft.com/office/drawing/2014/main" val="3744570606"/>
                    </a:ext>
                  </a:extLst>
                </a:gridCol>
                <a:gridCol w="1256774">
                  <a:extLst>
                    <a:ext uri="{9D8B030D-6E8A-4147-A177-3AD203B41FA5}">
                      <a16:colId xmlns:a16="http://schemas.microsoft.com/office/drawing/2014/main" val="2394679203"/>
                    </a:ext>
                  </a:extLst>
                </a:gridCol>
              </a:tblGrid>
              <a:tr h="341092">
                <a:tc>
                  <a:txBody>
                    <a:bodyPr/>
                    <a:lstStyle/>
                    <a:p>
                      <a:pPr algn="ctr"/>
                      <a:r>
                        <a:rPr lang="fr-FR" sz="1000" b="1" dirty="0">
                          <a:solidFill>
                            <a:srgbClr val="FFFFFF"/>
                          </a:solidFill>
                          <a:latin typeface="Montserrat" panose="00000500000000000000" pitchFamily="2" charset="0"/>
                        </a:rPr>
                        <a:t>Method</a:t>
                      </a:r>
                      <a:endParaRPr lang="fr-FR" sz="1000" dirty="0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000" b="1" dirty="0" err="1">
                          <a:solidFill>
                            <a:srgbClr val="FFFFFF"/>
                          </a:solidFill>
                          <a:latin typeface="Montserrat" panose="00000500000000000000" pitchFamily="2" charset="0"/>
                        </a:rPr>
                        <a:t>VaR</a:t>
                      </a:r>
                      <a:r>
                        <a:rPr lang="fr-FR" sz="1000" b="1" dirty="0">
                          <a:solidFill>
                            <a:srgbClr val="FFFFFF"/>
                          </a:solidFill>
                          <a:latin typeface="Montserrat" panose="00000500000000000000" pitchFamily="2" charset="0"/>
                        </a:rPr>
                        <a:t> (1-day, 95%)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1" dirty="0" err="1">
                          <a:solidFill>
                            <a:srgbClr val="FFFFFF"/>
                          </a:solidFill>
                          <a:latin typeface="Montserrat" panose="00000500000000000000" pitchFamily="2" charset="0"/>
                        </a:rPr>
                        <a:t>Interpretation</a:t>
                      </a:r>
                      <a:endParaRPr lang="fr-FR" sz="1000" dirty="0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1015470"/>
                  </a:ext>
                </a:extLst>
              </a:tr>
              <a:tr h="341092">
                <a:tc>
                  <a:txBody>
                    <a:bodyPr/>
                    <a:lstStyle/>
                    <a:p>
                      <a:r>
                        <a:rPr lang="fr-FR" sz="1000" b="0" i="0" u="none" strike="noStrike" cap="none" dirty="0" err="1">
                          <a:solidFill>
                            <a:srgbClr val="FFFFFF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Interpretation</a:t>
                      </a:r>
                      <a:endParaRPr lang="fr-FR" sz="1000" b="0" i="0" u="none" strike="noStrike" cap="none" dirty="0">
                        <a:solidFill>
                          <a:srgbClr val="FFFFFF"/>
                        </a:solidFill>
                        <a:latin typeface="Montserrat" panose="00000500000000000000" pitchFamily="2" charset="0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 b="0" i="0" u="none" strike="noStrike" cap="none" dirty="0">
                          <a:solidFill>
                            <a:srgbClr val="FFFFFF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−1.65%</a:t>
                      </a:r>
                    </a:p>
                    <a:p>
                      <a:endParaRPr lang="fr-FR" sz="1000" b="0" i="0" u="none" strike="noStrike" cap="none" dirty="0">
                        <a:solidFill>
                          <a:srgbClr val="FFFFFF"/>
                        </a:solidFill>
                        <a:latin typeface="Montserrat" panose="00000500000000000000" pitchFamily="2" charset="0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cap="none" dirty="0">
                          <a:solidFill>
                            <a:srgbClr val="FFFFFF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Based on actual past returns</a:t>
                      </a:r>
                    </a:p>
                    <a:p>
                      <a:endParaRPr lang="fr-FR" sz="1000" b="0" i="0" u="none" strike="noStrike" cap="none" dirty="0">
                        <a:solidFill>
                          <a:srgbClr val="FFFFFF"/>
                        </a:solidFill>
                        <a:latin typeface="Montserrat" panose="00000500000000000000" pitchFamily="2" charset="0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271222"/>
                  </a:ext>
                </a:extLst>
              </a:tr>
              <a:tr h="341092">
                <a:tc>
                  <a:txBody>
                    <a:bodyPr/>
                    <a:lstStyle/>
                    <a:p>
                      <a:r>
                        <a:rPr lang="fr-FR" sz="1000" b="0" i="0" u="none" strike="noStrike" cap="none" dirty="0" err="1">
                          <a:solidFill>
                            <a:srgbClr val="FFFFFF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Interpretation</a:t>
                      </a:r>
                      <a:endParaRPr lang="fr-FR" sz="1000" b="0" i="0" u="none" strike="noStrike" cap="none" dirty="0">
                        <a:solidFill>
                          <a:srgbClr val="FFFFFF"/>
                        </a:solidFill>
                        <a:latin typeface="Montserrat" panose="00000500000000000000" pitchFamily="2" charset="0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000" b="0" i="0" u="none" strike="noStrike" cap="none" dirty="0">
                          <a:solidFill>
                            <a:srgbClr val="FFFFFF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−1.87%</a:t>
                      </a:r>
                    </a:p>
                    <a:p>
                      <a:endParaRPr lang="fr-FR" sz="1000" b="0" i="0" u="none" strike="noStrike" cap="none" dirty="0">
                        <a:solidFill>
                          <a:srgbClr val="FFFFFF"/>
                        </a:solidFill>
                        <a:latin typeface="Montserrat" panose="00000500000000000000" pitchFamily="2" charset="0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000" b="0" i="0" u="none" strike="noStrike" cap="none" dirty="0">
                          <a:solidFill>
                            <a:srgbClr val="FFFFFF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Assumes Normal distribution</a:t>
                      </a:r>
                    </a:p>
                    <a:p>
                      <a:endParaRPr lang="fr-FR" sz="1000" b="0" i="0" u="none" strike="noStrike" cap="none" dirty="0">
                        <a:solidFill>
                          <a:srgbClr val="FFFFFF"/>
                        </a:solidFill>
                        <a:latin typeface="Montserrat" panose="00000500000000000000" pitchFamily="2" charset="0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7440289"/>
                  </a:ext>
                </a:extLst>
              </a:tr>
              <a:tr h="341092">
                <a:tc>
                  <a:txBody>
                    <a:bodyPr/>
                    <a:lstStyle/>
                    <a:p>
                      <a:r>
                        <a:rPr lang="fr-FR" sz="1000" b="0" i="0" u="none" strike="noStrike" cap="none" dirty="0" err="1">
                          <a:solidFill>
                            <a:srgbClr val="FFFFFF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Interpretation</a:t>
                      </a:r>
                      <a:endParaRPr lang="fr-FR" sz="1000" b="0" i="0" u="none" strike="noStrike" cap="none" dirty="0">
                        <a:solidFill>
                          <a:srgbClr val="FFFFFF"/>
                        </a:solidFill>
                        <a:latin typeface="Montserrat" panose="00000500000000000000" pitchFamily="2" charset="0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000" b="0" i="0" u="none" strike="noStrike" cap="none" dirty="0">
                          <a:solidFill>
                            <a:srgbClr val="FFFFFF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−1.86%</a:t>
                      </a:r>
                    </a:p>
                    <a:p>
                      <a:endParaRPr lang="fr-FR" sz="1000" b="0" i="0" u="none" strike="noStrike" cap="none" dirty="0">
                        <a:solidFill>
                          <a:srgbClr val="FFFFFF"/>
                        </a:solidFill>
                        <a:latin typeface="Montserrat" panose="00000500000000000000" pitchFamily="2" charset="0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000" b="0" i="0" u="none" strike="noStrike" cap="none" dirty="0">
                          <a:solidFill>
                            <a:srgbClr val="FFFFFF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100,000 </a:t>
                      </a:r>
                      <a:r>
                        <a:rPr lang="fr-FR" sz="1000" b="0" i="0" u="none" strike="noStrike" cap="none" dirty="0" err="1">
                          <a:solidFill>
                            <a:srgbClr val="FFFFFF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simulated</a:t>
                      </a:r>
                      <a:r>
                        <a:rPr lang="fr-FR" sz="1000" b="0" i="0" u="none" strike="noStrike" cap="none" dirty="0">
                          <a:solidFill>
                            <a:srgbClr val="FFFFFF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 scenarios</a:t>
                      </a:r>
                    </a:p>
                    <a:p>
                      <a:endParaRPr lang="fr-FR" sz="1000" b="0" i="0" u="none" strike="noStrike" cap="none" dirty="0">
                        <a:solidFill>
                          <a:srgbClr val="FFFFFF"/>
                        </a:solidFill>
                        <a:latin typeface="Montserrat" panose="00000500000000000000" pitchFamily="2" charset="0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363854"/>
                  </a:ext>
                </a:extLst>
              </a:tr>
            </a:tbl>
          </a:graphicData>
        </a:graphic>
      </p:graphicFrame>
      <p:sp>
        <p:nvSpPr>
          <p:cNvPr id="17" name="ZoneTexte 16">
            <a:extLst>
              <a:ext uri="{FF2B5EF4-FFF2-40B4-BE49-F238E27FC236}">
                <a16:creationId xmlns:a16="http://schemas.microsoft.com/office/drawing/2014/main" id="{94C12C9F-B647-9C54-FA67-D3F29429A0FB}"/>
              </a:ext>
            </a:extLst>
          </p:cNvPr>
          <p:cNvSpPr txBox="1"/>
          <p:nvPr/>
        </p:nvSpPr>
        <p:spPr>
          <a:xfrm>
            <a:off x="412694" y="4468330"/>
            <a:ext cx="62146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dirty="0">
                <a:solidFill>
                  <a:schemeClr val="accent6"/>
                </a:solidFill>
                <a:latin typeface="Montserrat" panose="00000500000000000000" pitchFamily="2" charset="0"/>
              </a:rPr>
              <a:t>Key insight:  All three methods converge around −1.65% to −1.87%, confirming the robustness of the risk estimate.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6174;p35">
            <a:extLst>
              <a:ext uri="{FF2B5EF4-FFF2-40B4-BE49-F238E27FC236}">
                <a16:creationId xmlns:a16="http://schemas.microsoft.com/office/drawing/2014/main" id="{394C90D7-3510-1698-3C83-57D6FC9C4D3C}"/>
              </a:ext>
            </a:extLst>
          </p:cNvPr>
          <p:cNvSpPr/>
          <p:nvPr/>
        </p:nvSpPr>
        <p:spPr>
          <a:xfrm rot="409828">
            <a:off x="7860150" y="1425465"/>
            <a:ext cx="1181447" cy="703914"/>
          </a:xfrm>
          <a:custGeom>
            <a:avLst/>
            <a:gdLst/>
            <a:ahLst/>
            <a:cxnLst/>
            <a:rect l="l" t="t" r="r" b="b"/>
            <a:pathLst>
              <a:path w="2199247" h="2187527" extrusionOk="0">
                <a:moveTo>
                  <a:pt x="27680" y="1108861"/>
                </a:moveTo>
                <a:lnTo>
                  <a:pt x="845687" y="51776"/>
                </a:lnTo>
                <a:cubicBezTo>
                  <a:pt x="891979" y="-8041"/>
                  <a:pt x="979895" y="-17375"/>
                  <a:pt x="1042188" y="30821"/>
                </a:cubicBezTo>
                <a:lnTo>
                  <a:pt x="2142611" y="883118"/>
                </a:lnTo>
                <a:cubicBezTo>
                  <a:pt x="2204810" y="931315"/>
                  <a:pt x="2217764" y="1018850"/>
                  <a:pt x="2171567" y="1078667"/>
                </a:cubicBezTo>
                <a:lnTo>
                  <a:pt x="1353560" y="2135751"/>
                </a:lnTo>
                <a:cubicBezTo>
                  <a:pt x="1307269" y="2195568"/>
                  <a:pt x="1219353" y="2204903"/>
                  <a:pt x="1157060" y="2156706"/>
                </a:cubicBezTo>
                <a:lnTo>
                  <a:pt x="56636" y="1304409"/>
                </a:lnTo>
                <a:cubicBezTo>
                  <a:pt x="-5562" y="1256213"/>
                  <a:pt x="-18516" y="1168678"/>
                  <a:pt x="27680" y="1108861"/>
                </a:cubicBezTo>
                <a:close/>
              </a:path>
            </a:pathLst>
          </a:custGeom>
          <a:solidFill>
            <a:srgbClr val="181D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0" name="Google Shape;6180;p36"/>
          <p:cNvSpPr txBox="1">
            <a:spLocks noGrp="1"/>
          </p:cNvSpPr>
          <p:nvPr>
            <p:ph type="title"/>
          </p:nvPr>
        </p:nvSpPr>
        <p:spPr>
          <a:xfrm>
            <a:off x="713100" y="17821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3600" b="1" dirty="0">
                <a:solidFill>
                  <a:srgbClr val="FFFFFF"/>
                </a:solidFill>
              </a:rPr>
              <a:t>Conclusion &amp; Limitations</a:t>
            </a:r>
          </a:p>
        </p:txBody>
      </p:sp>
      <p:sp>
        <p:nvSpPr>
          <p:cNvPr id="6181" name="Google Shape;6181;p36"/>
          <p:cNvSpPr txBox="1">
            <a:spLocks noGrp="1"/>
          </p:cNvSpPr>
          <p:nvPr>
            <p:ph type="subTitle" idx="1"/>
          </p:nvPr>
        </p:nvSpPr>
        <p:spPr>
          <a:xfrm>
            <a:off x="782664" y="1131508"/>
            <a:ext cx="3234518" cy="45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Conclusions</a:t>
            </a:r>
            <a:endParaRPr dirty="0"/>
          </a:p>
        </p:txBody>
      </p:sp>
      <p:sp>
        <p:nvSpPr>
          <p:cNvPr id="6182" name="Google Shape;6182;p36"/>
          <p:cNvSpPr txBox="1">
            <a:spLocks noGrp="1"/>
          </p:cNvSpPr>
          <p:nvPr>
            <p:ph type="subTitle" idx="2"/>
          </p:nvPr>
        </p:nvSpPr>
        <p:spPr>
          <a:xfrm>
            <a:off x="782664" y="1554032"/>
            <a:ext cx="3234518" cy="32747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Successfully computed 1-day </a:t>
            </a:r>
            <a:r>
              <a:rPr lang="en-US" dirty="0" err="1">
                <a:latin typeface="Montserrat" panose="00000500000000000000" pitchFamily="2" charset="0"/>
              </a:rPr>
              <a:t>VaR</a:t>
            </a:r>
            <a:r>
              <a:rPr lang="en-US" dirty="0">
                <a:latin typeface="Montserrat" panose="00000500000000000000" pitchFamily="2" charset="0"/>
              </a:rPr>
              <a:t> at 95% using Python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All three methods produce consistent estimates (~1.65–1.87%)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The portfolio shows moderate daily risk - typical for a diversified equity basket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Monte Carlo and Parametric agree closely, confirming the near-normality assumption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Python proved effective for end-to-end financial risk analysis</a:t>
            </a:r>
          </a:p>
        </p:txBody>
      </p:sp>
      <p:sp>
        <p:nvSpPr>
          <p:cNvPr id="6191" name="Google Shape;6191;p36"/>
          <p:cNvSpPr txBox="1">
            <a:spLocks noGrp="1"/>
          </p:cNvSpPr>
          <p:nvPr>
            <p:ph type="subTitle" idx="14"/>
          </p:nvPr>
        </p:nvSpPr>
        <p:spPr>
          <a:xfrm>
            <a:off x="5126819" y="1131508"/>
            <a:ext cx="3952445" cy="45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Limitations &amp; Extensions</a:t>
            </a:r>
          </a:p>
        </p:txBody>
      </p:sp>
      <p:sp>
        <p:nvSpPr>
          <p:cNvPr id="6192" name="Google Shape;6192;p36"/>
          <p:cNvSpPr txBox="1">
            <a:spLocks noGrp="1"/>
          </p:cNvSpPr>
          <p:nvPr>
            <p:ph type="subTitle" idx="15"/>
          </p:nvPr>
        </p:nvSpPr>
        <p:spPr>
          <a:xfrm>
            <a:off x="5126819" y="1469970"/>
            <a:ext cx="3164771" cy="30167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Montserrat" panose="00000500000000000000" pitchFamily="2" charset="0"/>
              </a:rPr>
              <a:t>VaR</a:t>
            </a:r>
            <a:r>
              <a:rPr lang="en-US" dirty="0">
                <a:latin typeface="Montserrat" panose="00000500000000000000" pitchFamily="2" charset="0"/>
              </a:rPr>
              <a:t> does not tell us how large losses can be beyond the threshold (tail risk)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Parametric </a:t>
            </a:r>
            <a:r>
              <a:rPr lang="en-US" dirty="0" err="1">
                <a:latin typeface="Montserrat" panose="00000500000000000000" pitchFamily="2" charset="0"/>
              </a:rPr>
              <a:t>VaR</a:t>
            </a:r>
            <a:r>
              <a:rPr lang="en-US" dirty="0">
                <a:latin typeface="Montserrat" panose="00000500000000000000" pitchFamily="2" charset="0"/>
              </a:rPr>
              <a:t> assumes normality - real returns have fat tails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Historical method is backward-looking and misses future regime changes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Extension: Expected Shortfall (CVaR) - average of the worst 5% of losses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Extension: Longer horizons (10-day </a:t>
            </a:r>
            <a:r>
              <a:rPr lang="en-US" dirty="0" err="1">
                <a:latin typeface="Montserrat" panose="00000500000000000000" pitchFamily="2" charset="0"/>
              </a:rPr>
              <a:t>VaR</a:t>
            </a:r>
            <a:r>
              <a:rPr lang="en-US" dirty="0">
                <a:latin typeface="Montserrat" panose="00000500000000000000" pitchFamily="2" charset="0"/>
              </a:rPr>
              <a:t>, e.g. for Basel III compliance)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Extension: Dynamic volatility models (GARCH) for time-varying risk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A6374DD3-74D8-3B73-1635-C04F54568179}"/>
              </a:ext>
            </a:extLst>
          </p:cNvPr>
          <p:cNvCxnSpPr/>
          <p:nvPr/>
        </p:nvCxnSpPr>
        <p:spPr>
          <a:xfrm>
            <a:off x="4572000" y="1239864"/>
            <a:ext cx="0" cy="3363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1" name="Google Shape;7711;p41"/>
          <p:cNvSpPr txBox="1">
            <a:spLocks noGrp="1"/>
          </p:cNvSpPr>
          <p:nvPr>
            <p:ph type="title"/>
          </p:nvPr>
        </p:nvSpPr>
        <p:spPr>
          <a:xfrm>
            <a:off x="713099" y="40475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dirty="0"/>
              <a:t>Thank you for your attention</a:t>
            </a:r>
            <a:br>
              <a:rPr lang="en-US" sz="2400" dirty="0"/>
            </a:br>
            <a:r>
              <a:rPr lang="en-US" sz="2400" dirty="0"/>
              <a:t>Scan to access the interactive dashboard</a:t>
            </a:r>
            <a:endParaRPr sz="2400" dirty="0"/>
          </a:p>
        </p:txBody>
      </p:sp>
      <p:sp>
        <p:nvSpPr>
          <p:cNvPr id="7745" name="Google Shape;7745;p41"/>
          <p:cNvSpPr/>
          <p:nvPr/>
        </p:nvSpPr>
        <p:spPr>
          <a:xfrm rot="3122062">
            <a:off x="7443698" y="2784581"/>
            <a:ext cx="3047614" cy="3031373"/>
          </a:xfrm>
          <a:custGeom>
            <a:avLst/>
            <a:gdLst/>
            <a:ahLst/>
            <a:cxnLst/>
            <a:rect l="l" t="t" r="r" b="b"/>
            <a:pathLst>
              <a:path w="2199247" h="2187527" extrusionOk="0">
                <a:moveTo>
                  <a:pt x="27680" y="1108861"/>
                </a:moveTo>
                <a:lnTo>
                  <a:pt x="845687" y="51776"/>
                </a:lnTo>
                <a:cubicBezTo>
                  <a:pt x="891979" y="-8041"/>
                  <a:pt x="979895" y="-17375"/>
                  <a:pt x="1042188" y="30821"/>
                </a:cubicBezTo>
                <a:lnTo>
                  <a:pt x="2142611" y="883118"/>
                </a:lnTo>
                <a:cubicBezTo>
                  <a:pt x="2204810" y="931315"/>
                  <a:pt x="2217764" y="1018850"/>
                  <a:pt x="2171567" y="1078667"/>
                </a:cubicBezTo>
                <a:lnTo>
                  <a:pt x="1353560" y="2135751"/>
                </a:lnTo>
                <a:cubicBezTo>
                  <a:pt x="1307269" y="2195568"/>
                  <a:pt x="1219353" y="2204903"/>
                  <a:pt x="1157060" y="2156706"/>
                </a:cubicBezTo>
                <a:lnTo>
                  <a:pt x="56636" y="1304409"/>
                </a:lnTo>
                <a:cubicBezTo>
                  <a:pt x="-5562" y="1256213"/>
                  <a:pt x="-18516" y="1168678"/>
                  <a:pt x="27680" y="110886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47" name="Google Shape;7747;p41"/>
          <p:cNvGrpSpPr/>
          <p:nvPr/>
        </p:nvGrpSpPr>
        <p:grpSpPr>
          <a:xfrm flipH="1">
            <a:off x="-1801965" y="2876592"/>
            <a:ext cx="4552378" cy="4582857"/>
            <a:chOff x="3819525" y="1138237"/>
            <a:chExt cx="4552378" cy="4582857"/>
          </a:xfrm>
        </p:grpSpPr>
        <p:grpSp>
          <p:nvGrpSpPr>
            <p:cNvPr id="7748" name="Google Shape;7748;p41"/>
            <p:cNvGrpSpPr/>
            <p:nvPr/>
          </p:nvGrpSpPr>
          <p:grpSpPr>
            <a:xfrm>
              <a:off x="3821144" y="1138237"/>
              <a:ext cx="4550759" cy="4582857"/>
              <a:chOff x="3821144" y="1138237"/>
              <a:chExt cx="4550759" cy="4582857"/>
            </a:xfrm>
          </p:grpSpPr>
          <p:sp>
            <p:nvSpPr>
              <p:cNvPr id="7749" name="Google Shape;7749;p41"/>
              <p:cNvSpPr/>
              <p:nvPr/>
            </p:nvSpPr>
            <p:spPr>
              <a:xfrm>
                <a:off x="3821144" y="5675089"/>
                <a:ext cx="23050" cy="46005"/>
              </a:xfrm>
              <a:custGeom>
                <a:avLst/>
                <a:gdLst/>
                <a:ahLst/>
                <a:cxnLst/>
                <a:rect l="l" t="t" r="r" b="b"/>
                <a:pathLst>
                  <a:path w="23050" h="46005" extrusionOk="0">
                    <a:moveTo>
                      <a:pt x="0" y="0"/>
                    </a:moveTo>
                    <a:cubicBezTo>
                      <a:pt x="12668" y="0"/>
                      <a:pt x="23051" y="10287"/>
                      <a:pt x="23051" y="22955"/>
                    </a:cubicBezTo>
                    <a:cubicBezTo>
                      <a:pt x="23051" y="35623"/>
                      <a:pt x="12764" y="46006"/>
                      <a:pt x="0" y="4600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0" name="Google Shape;7750;p41"/>
              <p:cNvSpPr/>
              <p:nvPr/>
            </p:nvSpPr>
            <p:spPr>
              <a:xfrm>
                <a:off x="3870960" y="5594127"/>
                <a:ext cx="45148" cy="45148"/>
              </a:xfrm>
              <a:custGeom>
                <a:avLst/>
                <a:gdLst/>
                <a:ahLst/>
                <a:cxnLst/>
                <a:rect l="l" t="t" r="r" b="b"/>
                <a:pathLst>
                  <a:path w="45148" h="45148" extrusionOk="0">
                    <a:moveTo>
                      <a:pt x="22574" y="45148"/>
                    </a:moveTo>
                    <a:cubicBezTo>
                      <a:pt x="10096" y="45148"/>
                      <a:pt x="0" y="35052"/>
                      <a:pt x="0" y="22574"/>
                    </a:cubicBezTo>
                    <a:cubicBezTo>
                      <a:pt x="0" y="10096"/>
                      <a:pt x="10096" y="0"/>
                      <a:pt x="22574" y="0"/>
                    </a:cubicBezTo>
                    <a:cubicBezTo>
                      <a:pt x="35052" y="0"/>
                      <a:pt x="45149" y="10096"/>
                      <a:pt x="45149" y="22574"/>
                    </a:cubicBezTo>
                    <a:cubicBezTo>
                      <a:pt x="45149" y="35052"/>
                      <a:pt x="35052" y="45148"/>
                      <a:pt x="22574" y="45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1" name="Google Shape;7751;p41"/>
              <p:cNvSpPr/>
              <p:nvPr/>
            </p:nvSpPr>
            <p:spPr>
              <a:xfrm>
                <a:off x="3952684" y="5513069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7"/>
                    </a:moveTo>
                    <a:cubicBezTo>
                      <a:pt x="9906" y="44387"/>
                      <a:pt x="0" y="34481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1"/>
                      <a:pt x="34481" y="44387"/>
                      <a:pt x="22193" y="443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2" name="Google Shape;7752;p41"/>
              <p:cNvSpPr/>
              <p:nvPr/>
            </p:nvSpPr>
            <p:spPr>
              <a:xfrm>
                <a:off x="4034504" y="5432011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811"/>
                      <a:pt x="43625" y="21812"/>
                    </a:cubicBezTo>
                    <a:cubicBezTo>
                      <a:pt x="43625" y="33814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3" name="Google Shape;7753;p41"/>
              <p:cNvSpPr/>
              <p:nvPr/>
            </p:nvSpPr>
            <p:spPr>
              <a:xfrm>
                <a:off x="4116323" y="5350953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4" name="Google Shape;7754;p41"/>
              <p:cNvSpPr/>
              <p:nvPr/>
            </p:nvSpPr>
            <p:spPr>
              <a:xfrm>
                <a:off x="4198238" y="5270086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5" name="Google Shape;7755;p41"/>
              <p:cNvSpPr/>
              <p:nvPr/>
            </p:nvSpPr>
            <p:spPr>
              <a:xfrm>
                <a:off x="4279963" y="5189028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6" name="Google Shape;7756;p41"/>
              <p:cNvSpPr/>
              <p:nvPr/>
            </p:nvSpPr>
            <p:spPr>
              <a:xfrm>
                <a:off x="4361783" y="5107971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7" name="Google Shape;7757;p41"/>
              <p:cNvSpPr/>
              <p:nvPr/>
            </p:nvSpPr>
            <p:spPr>
              <a:xfrm>
                <a:off x="4443602" y="5026913"/>
                <a:ext cx="39624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8" name="Google Shape;7758;p41"/>
              <p:cNvSpPr/>
              <p:nvPr/>
            </p:nvSpPr>
            <p:spPr>
              <a:xfrm>
                <a:off x="4525518" y="4946046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9" name="Google Shape;7759;p41"/>
              <p:cNvSpPr/>
              <p:nvPr/>
            </p:nvSpPr>
            <p:spPr>
              <a:xfrm>
                <a:off x="4607337" y="486498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0" name="Google Shape;7760;p41"/>
              <p:cNvSpPr/>
              <p:nvPr/>
            </p:nvSpPr>
            <p:spPr>
              <a:xfrm>
                <a:off x="4689062" y="4783930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1" name="Google Shape;7761;p41"/>
              <p:cNvSpPr/>
              <p:nvPr/>
            </p:nvSpPr>
            <p:spPr>
              <a:xfrm>
                <a:off x="4770881" y="4702872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2" name="Google Shape;7762;p41"/>
              <p:cNvSpPr/>
              <p:nvPr/>
            </p:nvSpPr>
            <p:spPr>
              <a:xfrm>
                <a:off x="4852797" y="4622005"/>
                <a:ext cx="35432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2" h="35433" extrusionOk="0">
                    <a:moveTo>
                      <a:pt x="17716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6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6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3" name="Google Shape;7763;p41"/>
              <p:cNvSpPr/>
              <p:nvPr/>
            </p:nvSpPr>
            <p:spPr>
              <a:xfrm>
                <a:off x="4934616" y="4540947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4" name="Google Shape;7764;p41"/>
              <p:cNvSpPr/>
              <p:nvPr/>
            </p:nvSpPr>
            <p:spPr>
              <a:xfrm>
                <a:off x="5016436" y="4459890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5" name="Google Shape;7765;p41"/>
              <p:cNvSpPr/>
              <p:nvPr/>
            </p:nvSpPr>
            <p:spPr>
              <a:xfrm>
                <a:off x="5098161" y="4378832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6" name="Google Shape;7766;p41"/>
              <p:cNvSpPr/>
              <p:nvPr/>
            </p:nvSpPr>
            <p:spPr>
              <a:xfrm>
                <a:off x="5180075" y="4297870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193"/>
                    </a:cubicBezTo>
                    <a:cubicBezTo>
                      <a:pt x="32195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7" name="Google Shape;7767;p41"/>
              <p:cNvSpPr/>
              <p:nvPr/>
            </p:nvSpPr>
            <p:spPr>
              <a:xfrm>
                <a:off x="5261895" y="421690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8" name="Google Shape;7768;p41"/>
              <p:cNvSpPr/>
              <p:nvPr/>
            </p:nvSpPr>
            <p:spPr>
              <a:xfrm>
                <a:off x="5343715" y="413584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9" name="Google Shape;7769;p41"/>
              <p:cNvSpPr/>
              <p:nvPr/>
            </p:nvSpPr>
            <p:spPr>
              <a:xfrm>
                <a:off x="5425535" y="4054792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0" name="Google Shape;7770;p41"/>
              <p:cNvSpPr/>
              <p:nvPr/>
            </p:nvSpPr>
            <p:spPr>
              <a:xfrm>
                <a:off x="5507259" y="3973734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1" name="Google Shape;7771;p41"/>
              <p:cNvSpPr/>
              <p:nvPr/>
            </p:nvSpPr>
            <p:spPr>
              <a:xfrm>
                <a:off x="5589174" y="3892867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2" name="Google Shape;7772;p41"/>
              <p:cNvSpPr/>
              <p:nvPr/>
            </p:nvSpPr>
            <p:spPr>
              <a:xfrm>
                <a:off x="5670994" y="3811809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3" name="Google Shape;7773;p41"/>
              <p:cNvSpPr/>
              <p:nvPr/>
            </p:nvSpPr>
            <p:spPr>
              <a:xfrm>
                <a:off x="5752814" y="3730751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4" name="Google Shape;7774;p41"/>
              <p:cNvSpPr/>
              <p:nvPr/>
            </p:nvSpPr>
            <p:spPr>
              <a:xfrm>
                <a:off x="5834633" y="364969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5" name="Google Shape;7775;p41"/>
              <p:cNvSpPr/>
              <p:nvPr/>
            </p:nvSpPr>
            <p:spPr>
              <a:xfrm>
                <a:off x="5916453" y="35688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6" name="Google Shape;7776;p41"/>
              <p:cNvSpPr/>
              <p:nvPr/>
            </p:nvSpPr>
            <p:spPr>
              <a:xfrm>
                <a:off x="5998273" y="348767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7" name="Google Shape;7777;p41"/>
              <p:cNvSpPr/>
              <p:nvPr/>
            </p:nvSpPr>
            <p:spPr>
              <a:xfrm>
                <a:off x="6080093" y="340661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8" name="Google Shape;7778;p41"/>
              <p:cNvSpPr/>
              <p:nvPr/>
            </p:nvSpPr>
            <p:spPr>
              <a:xfrm>
                <a:off x="6161912" y="332555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9" name="Google Shape;7779;p41"/>
              <p:cNvSpPr/>
              <p:nvPr/>
            </p:nvSpPr>
            <p:spPr>
              <a:xfrm>
                <a:off x="6243828" y="3244690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0" name="Google Shape;7780;p41"/>
              <p:cNvSpPr/>
              <p:nvPr/>
            </p:nvSpPr>
            <p:spPr>
              <a:xfrm>
                <a:off x="6325552" y="316363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8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8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8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1" name="Google Shape;7781;p41"/>
              <p:cNvSpPr/>
              <p:nvPr/>
            </p:nvSpPr>
            <p:spPr>
              <a:xfrm>
                <a:off x="6407372" y="3082575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2" name="Google Shape;7782;p41"/>
              <p:cNvSpPr/>
              <p:nvPr/>
            </p:nvSpPr>
            <p:spPr>
              <a:xfrm>
                <a:off x="6489191" y="3001517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3" name="Google Shape;7783;p41"/>
              <p:cNvSpPr/>
              <p:nvPr/>
            </p:nvSpPr>
            <p:spPr>
              <a:xfrm>
                <a:off x="6571107" y="292065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4" name="Google Shape;7784;p41"/>
              <p:cNvSpPr/>
              <p:nvPr/>
            </p:nvSpPr>
            <p:spPr>
              <a:xfrm>
                <a:off x="6652926" y="283959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5" name="Google Shape;7785;p41"/>
              <p:cNvSpPr/>
              <p:nvPr/>
            </p:nvSpPr>
            <p:spPr>
              <a:xfrm>
                <a:off x="6734651" y="275853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6" name="Google Shape;7786;p41"/>
              <p:cNvSpPr/>
              <p:nvPr/>
            </p:nvSpPr>
            <p:spPr>
              <a:xfrm>
                <a:off x="6816471" y="267747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7" name="Google Shape;7787;p41"/>
              <p:cNvSpPr/>
              <p:nvPr/>
            </p:nvSpPr>
            <p:spPr>
              <a:xfrm>
                <a:off x="6898385" y="2596419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8" name="Google Shape;7788;p41"/>
              <p:cNvSpPr/>
              <p:nvPr/>
            </p:nvSpPr>
            <p:spPr>
              <a:xfrm>
                <a:off x="6980205" y="2515552"/>
                <a:ext cx="14478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8" h="14477" extrusionOk="0">
                    <a:moveTo>
                      <a:pt x="7239" y="14478"/>
                    </a:moveTo>
                    <a:cubicBezTo>
                      <a:pt x="3239" y="14478"/>
                      <a:pt x="0" y="11239"/>
                      <a:pt x="0" y="7239"/>
                    </a:cubicBezTo>
                    <a:cubicBezTo>
                      <a:pt x="0" y="3238"/>
                      <a:pt x="3239" y="0"/>
                      <a:pt x="7239" y="0"/>
                    </a:cubicBezTo>
                    <a:cubicBezTo>
                      <a:pt x="11240" y="0"/>
                      <a:pt x="14478" y="3238"/>
                      <a:pt x="14478" y="7239"/>
                    </a:cubicBezTo>
                    <a:cubicBezTo>
                      <a:pt x="14478" y="11239"/>
                      <a:pt x="11240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9" name="Google Shape;7789;p41"/>
              <p:cNvSpPr/>
              <p:nvPr/>
            </p:nvSpPr>
            <p:spPr>
              <a:xfrm>
                <a:off x="7062025" y="2434494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0" name="Google Shape;7790;p41"/>
              <p:cNvSpPr/>
              <p:nvPr/>
            </p:nvSpPr>
            <p:spPr>
              <a:xfrm>
                <a:off x="7143750" y="2353436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1" name="Google Shape;7791;p41"/>
              <p:cNvSpPr/>
              <p:nvPr/>
            </p:nvSpPr>
            <p:spPr>
              <a:xfrm>
                <a:off x="7225569" y="2272378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2" name="Google Shape;7792;p41"/>
              <p:cNvSpPr/>
              <p:nvPr/>
            </p:nvSpPr>
            <p:spPr>
              <a:xfrm>
                <a:off x="7307484" y="219151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3" name="Google Shape;7793;p41"/>
              <p:cNvSpPr/>
              <p:nvPr/>
            </p:nvSpPr>
            <p:spPr>
              <a:xfrm>
                <a:off x="7389304" y="211045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4" name="Google Shape;7794;p41"/>
              <p:cNvSpPr/>
              <p:nvPr/>
            </p:nvSpPr>
            <p:spPr>
              <a:xfrm>
                <a:off x="7471124" y="2029395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6" y="2191"/>
                      <a:pt x="9716" y="4858"/>
                    </a:cubicBezTo>
                    <a:cubicBezTo>
                      <a:pt x="9716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5" name="Google Shape;7795;p41"/>
              <p:cNvSpPr/>
              <p:nvPr/>
            </p:nvSpPr>
            <p:spPr>
              <a:xfrm>
                <a:off x="7552848" y="1948338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6" name="Google Shape;7796;p41"/>
              <p:cNvSpPr/>
              <p:nvPr/>
            </p:nvSpPr>
            <p:spPr>
              <a:xfrm>
                <a:off x="7634763" y="1867470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7" name="Google Shape;7797;p41"/>
              <p:cNvSpPr/>
              <p:nvPr/>
            </p:nvSpPr>
            <p:spPr>
              <a:xfrm>
                <a:off x="7716583" y="1786413"/>
                <a:ext cx="7238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8" h="7238" extrusionOk="0">
                    <a:moveTo>
                      <a:pt x="3619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19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19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8" name="Google Shape;7798;p41"/>
              <p:cNvSpPr/>
              <p:nvPr/>
            </p:nvSpPr>
            <p:spPr>
              <a:xfrm>
                <a:off x="7798403" y="1705355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9" name="Google Shape;7799;p41"/>
              <p:cNvSpPr/>
              <p:nvPr/>
            </p:nvSpPr>
            <p:spPr>
              <a:xfrm>
                <a:off x="7880223" y="1624297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0" name="Google Shape;7800;p41"/>
              <p:cNvSpPr/>
              <p:nvPr/>
            </p:nvSpPr>
            <p:spPr>
              <a:xfrm>
                <a:off x="7962042" y="1543430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1" name="Google Shape;7801;p41"/>
              <p:cNvSpPr/>
              <p:nvPr/>
            </p:nvSpPr>
            <p:spPr>
              <a:xfrm>
                <a:off x="8043862" y="1462372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048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2" name="Google Shape;7802;p41"/>
              <p:cNvSpPr/>
              <p:nvPr/>
            </p:nvSpPr>
            <p:spPr>
              <a:xfrm>
                <a:off x="8125682" y="1381315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3" name="Google Shape;7803;p41"/>
              <p:cNvSpPr/>
              <p:nvPr/>
            </p:nvSpPr>
            <p:spPr>
              <a:xfrm>
                <a:off x="8207501" y="1300257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4" name="Google Shape;7804;p41"/>
              <p:cNvSpPr/>
              <p:nvPr/>
            </p:nvSpPr>
            <p:spPr>
              <a:xfrm>
                <a:off x="8289416" y="1219390"/>
                <a:ext cx="1524" cy="1523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1523" extrusionOk="0">
                    <a:moveTo>
                      <a:pt x="762" y="1524"/>
                    </a:moveTo>
                    <a:cubicBezTo>
                      <a:pt x="762" y="1524"/>
                      <a:pt x="0" y="1143"/>
                      <a:pt x="0" y="762"/>
                    </a:cubicBezTo>
                    <a:cubicBezTo>
                      <a:pt x="0" y="381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524"/>
                      <a:pt x="762" y="1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5" name="Google Shape;7805;p41"/>
              <p:cNvSpPr/>
              <p:nvPr/>
            </p:nvSpPr>
            <p:spPr>
              <a:xfrm>
                <a:off x="8371141" y="1138237"/>
                <a:ext cx="762" cy="76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761" extrusionOk="0">
                    <a:moveTo>
                      <a:pt x="381" y="762"/>
                    </a:moveTo>
                    <a:cubicBezTo>
                      <a:pt x="381" y="762"/>
                      <a:pt x="0" y="572"/>
                      <a:pt x="0" y="381"/>
                    </a:cubicBezTo>
                    <a:cubicBezTo>
                      <a:pt x="0" y="191"/>
                      <a:pt x="191" y="0"/>
                      <a:pt x="381" y="0"/>
                    </a:cubicBezTo>
                    <a:cubicBezTo>
                      <a:pt x="572" y="0"/>
                      <a:pt x="762" y="191"/>
                      <a:pt x="762" y="381"/>
                    </a:cubicBezTo>
                    <a:cubicBezTo>
                      <a:pt x="762" y="572"/>
                      <a:pt x="572" y="762"/>
                      <a:pt x="381" y="7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06" name="Google Shape;7806;p41"/>
            <p:cNvGrpSpPr/>
            <p:nvPr/>
          </p:nvGrpSpPr>
          <p:grpSpPr>
            <a:xfrm>
              <a:off x="3819525" y="1144142"/>
              <a:ext cx="4396262" cy="4419980"/>
              <a:chOff x="3819525" y="1144142"/>
              <a:chExt cx="4396262" cy="4419980"/>
            </a:xfrm>
          </p:grpSpPr>
          <p:sp>
            <p:nvSpPr>
              <p:cNvPr id="7807" name="Google Shape;7807;p41"/>
              <p:cNvSpPr/>
              <p:nvPr/>
            </p:nvSpPr>
            <p:spPr>
              <a:xfrm>
                <a:off x="3819525" y="5518879"/>
                <a:ext cx="22574" cy="45243"/>
              </a:xfrm>
              <a:custGeom>
                <a:avLst/>
                <a:gdLst/>
                <a:ahLst/>
                <a:cxnLst/>
                <a:rect l="l" t="t" r="r" b="b"/>
                <a:pathLst>
                  <a:path w="22574" h="45243" extrusionOk="0">
                    <a:moveTo>
                      <a:pt x="0" y="95"/>
                    </a:moveTo>
                    <a:cubicBezTo>
                      <a:pt x="12478" y="95"/>
                      <a:pt x="22574" y="10192"/>
                      <a:pt x="22574" y="22670"/>
                    </a:cubicBezTo>
                    <a:cubicBezTo>
                      <a:pt x="22574" y="35147"/>
                      <a:pt x="12478" y="45244"/>
                      <a:pt x="0" y="452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8" name="Google Shape;7808;p41"/>
              <p:cNvSpPr/>
              <p:nvPr/>
            </p:nvSpPr>
            <p:spPr>
              <a:xfrm>
                <a:off x="3877532" y="5438012"/>
                <a:ext cx="44386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44386" h="44386" extrusionOk="0">
                    <a:moveTo>
                      <a:pt x="22193" y="44386"/>
                    </a:moveTo>
                    <a:cubicBezTo>
                      <a:pt x="9906" y="44386"/>
                      <a:pt x="0" y="34480"/>
                      <a:pt x="0" y="22193"/>
                    </a:cubicBezTo>
                    <a:cubicBezTo>
                      <a:pt x="0" y="9906"/>
                      <a:pt x="9906" y="0"/>
                      <a:pt x="22193" y="0"/>
                    </a:cubicBezTo>
                    <a:cubicBezTo>
                      <a:pt x="34481" y="0"/>
                      <a:pt x="44387" y="9906"/>
                      <a:pt x="44387" y="22193"/>
                    </a:cubicBezTo>
                    <a:cubicBezTo>
                      <a:pt x="44387" y="34480"/>
                      <a:pt x="34481" y="44386"/>
                      <a:pt x="22193" y="44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9" name="Google Shape;7809;p41"/>
              <p:cNvSpPr/>
              <p:nvPr/>
            </p:nvSpPr>
            <p:spPr>
              <a:xfrm>
                <a:off x="3959352" y="5356859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5"/>
                    </a:moveTo>
                    <a:cubicBezTo>
                      <a:pt x="9811" y="43625"/>
                      <a:pt x="0" y="33909"/>
                      <a:pt x="0" y="21812"/>
                    </a:cubicBezTo>
                    <a:cubicBezTo>
                      <a:pt x="0" y="9716"/>
                      <a:pt x="9715" y="0"/>
                      <a:pt x="21812" y="0"/>
                    </a:cubicBezTo>
                    <a:cubicBezTo>
                      <a:pt x="33909" y="0"/>
                      <a:pt x="43625" y="9716"/>
                      <a:pt x="43625" y="21812"/>
                    </a:cubicBezTo>
                    <a:cubicBezTo>
                      <a:pt x="43625" y="33909"/>
                      <a:pt x="33909" y="43625"/>
                      <a:pt x="21812" y="436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0" name="Google Shape;7810;p41"/>
              <p:cNvSpPr/>
              <p:nvPr/>
            </p:nvSpPr>
            <p:spPr>
              <a:xfrm>
                <a:off x="4041171" y="5275801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620"/>
                      <a:pt x="42863" y="21431"/>
                    </a:cubicBezTo>
                    <a:cubicBezTo>
                      <a:pt x="42863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1" name="Google Shape;7811;p41"/>
              <p:cNvSpPr/>
              <p:nvPr/>
            </p:nvSpPr>
            <p:spPr>
              <a:xfrm>
                <a:off x="4123086" y="5194934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2" name="Google Shape;7812;p41"/>
              <p:cNvSpPr/>
              <p:nvPr/>
            </p:nvSpPr>
            <p:spPr>
              <a:xfrm>
                <a:off x="4204906" y="5113876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3" name="Google Shape;7813;p41"/>
              <p:cNvSpPr/>
              <p:nvPr/>
            </p:nvSpPr>
            <p:spPr>
              <a:xfrm>
                <a:off x="4286631" y="5032819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4" name="Google Shape;7814;p41"/>
              <p:cNvSpPr/>
              <p:nvPr/>
            </p:nvSpPr>
            <p:spPr>
              <a:xfrm>
                <a:off x="4368450" y="4951761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5" name="Google Shape;7815;p41"/>
              <p:cNvSpPr/>
              <p:nvPr/>
            </p:nvSpPr>
            <p:spPr>
              <a:xfrm>
                <a:off x="4450365" y="4870894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6" name="Google Shape;7816;p41"/>
              <p:cNvSpPr/>
              <p:nvPr/>
            </p:nvSpPr>
            <p:spPr>
              <a:xfrm>
                <a:off x="4532185" y="4789836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7" name="Google Shape;7817;p41"/>
              <p:cNvSpPr/>
              <p:nvPr/>
            </p:nvSpPr>
            <p:spPr>
              <a:xfrm>
                <a:off x="4614005" y="470877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8" name="Google Shape;7818;p41"/>
              <p:cNvSpPr/>
              <p:nvPr/>
            </p:nvSpPr>
            <p:spPr>
              <a:xfrm>
                <a:off x="4695729" y="462772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9" name="Google Shape;7819;p41"/>
              <p:cNvSpPr/>
              <p:nvPr/>
            </p:nvSpPr>
            <p:spPr>
              <a:xfrm>
                <a:off x="4777644" y="4546758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432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0" name="Google Shape;7820;p41"/>
              <p:cNvSpPr/>
              <p:nvPr/>
            </p:nvSpPr>
            <p:spPr>
              <a:xfrm>
                <a:off x="4859464" y="4465795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1" name="Google Shape;7821;p41"/>
              <p:cNvSpPr/>
              <p:nvPr/>
            </p:nvSpPr>
            <p:spPr>
              <a:xfrm>
                <a:off x="4941284" y="4384737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2" name="Google Shape;7822;p41"/>
              <p:cNvSpPr/>
              <p:nvPr/>
            </p:nvSpPr>
            <p:spPr>
              <a:xfrm>
                <a:off x="5023104" y="4303680"/>
                <a:ext cx="33147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7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3" name="Google Shape;7823;p41"/>
              <p:cNvSpPr/>
              <p:nvPr/>
            </p:nvSpPr>
            <p:spPr>
              <a:xfrm>
                <a:off x="5104923" y="4222622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097" y="32385"/>
                    </a:moveTo>
                    <a:cubicBezTo>
                      <a:pt x="7144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097" y="0"/>
                    </a:cubicBezTo>
                    <a:cubicBezTo>
                      <a:pt x="2495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097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4" name="Google Shape;7824;p41"/>
              <p:cNvSpPr/>
              <p:nvPr/>
            </p:nvSpPr>
            <p:spPr>
              <a:xfrm>
                <a:off x="5186743" y="4141755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5" name="Google Shape;7825;p41"/>
              <p:cNvSpPr/>
              <p:nvPr/>
            </p:nvSpPr>
            <p:spPr>
              <a:xfrm>
                <a:off x="5268563" y="4060697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6" name="Google Shape;7826;p41"/>
              <p:cNvSpPr/>
              <p:nvPr/>
            </p:nvSpPr>
            <p:spPr>
              <a:xfrm>
                <a:off x="5350383" y="3979639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7" name="Google Shape;7827;p41"/>
              <p:cNvSpPr/>
              <p:nvPr/>
            </p:nvSpPr>
            <p:spPr>
              <a:xfrm>
                <a:off x="5432202" y="389858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8" name="Google Shape;7828;p41"/>
              <p:cNvSpPr/>
              <p:nvPr/>
            </p:nvSpPr>
            <p:spPr>
              <a:xfrm>
                <a:off x="5514022" y="3817714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9" name="Google Shape;7829;p41"/>
              <p:cNvSpPr/>
              <p:nvPr/>
            </p:nvSpPr>
            <p:spPr>
              <a:xfrm>
                <a:off x="5595842" y="3736657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27432" y="13716"/>
                    </a:moveTo>
                    <a:cubicBezTo>
                      <a:pt x="27432" y="21291"/>
                      <a:pt x="21291" y="27432"/>
                      <a:pt x="13716" y="27432"/>
                    </a:cubicBezTo>
                    <a:cubicBezTo>
                      <a:pt x="6141" y="27432"/>
                      <a:pt x="0" y="21291"/>
                      <a:pt x="0" y="13716"/>
                    </a:cubicBezTo>
                    <a:cubicBezTo>
                      <a:pt x="0" y="6141"/>
                      <a:pt x="6141" y="0"/>
                      <a:pt x="13716" y="0"/>
                    </a:cubicBezTo>
                    <a:cubicBezTo>
                      <a:pt x="21291" y="0"/>
                      <a:pt x="27432" y="6141"/>
                      <a:pt x="27432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0" name="Google Shape;7830;p41"/>
              <p:cNvSpPr/>
              <p:nvPr/>
            </p:nvSpPr>
            <p:spPr>
              <a:xfrm>
                <a:off x="5677662" y="3655599"/>
                <a:ext cx="26670" cy="26669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69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1" name="Google Shape;7831;p41"/>
              <p:cNvSpPr/>
              <p:nvPr/>
            </p:nvSpPr>
            <p:spPr>
              <a:xfrm>
                <a:off x="5759481" y="3574541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2" name="Google Shape;7832;p41"/>
              <p:cNvSpPr/>
              <p:nvPr/>
            </p:nvSpPr>
            <p:spPr>
              <a:xfrm>
                <a:off x="5841396" y="3493674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3" name="Google Shape;7833;p41"/>
              <p:cNvSpPr/>
              <p:nvPr/>
            </p:nvSpPr>
            <p:spPr>
              <a:xfrm>
                <a:off x="5923121" y="3412616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4"/>
                    </a:moveTo>
                    <a:cubicBezTo>
                      <a:pt x="5429" y="24194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4"/>
                      <a:pt x="12097" y="24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4" name="Google Shape;7834;p41"/>
              <p:cNvSpPr/>
              <p:nvPr/>
            </p:nvSpPr>
            <p:spPr>
              <a:xfrm>
                <a:off x="6004941" y="3331558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5" name="Google Shape;7835;p41"/>
              <p:cNvSpPr/>
              <p:nvPr/>
            </p:nvSpPr>
            <p:spPr>
              <a:xfrm>
                <a:off x="6086760" y="3250500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6" name="Google Shape;7836;p41"/>
              <p:cNvSpPr/>
              <p:nvPr/>
            </p:nvSpPr>
            <p:spPr>
              <a:xfrm>
                <a:off x="6168675" y="3169538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7" name="Google Shape;7837;p41"/>
              <p:cNvSpPr/>
              <p:nvPr/>
            </p:nvSpPr>
            <p:spPr>
              <a:xfrm>
                <a:off x="6250400" y="308848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8" name="Google Shape;7838;p41"/>
              <p:cNvSpPr/>
              <p:nvPr/>
            </p:nvSpPr>
            <p:spPr>
              <a:xfrm>
                <a:off x="6332219" y="3007423"/>
                <a:ext cx="20193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3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9" name="Google Shape;7839;p41"/>
              <p:cNvSpPr/>
              <p:nvPr/>
            </p:nvSpPr>
            <p:spPr>
              <a:xfrm>
                <a:off x="6414039" y="2926365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5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0" name="Google Shape;7840;p41"/>
              <p:cNvSpPr/>
              <p:nvPr/>
            </p:nvSpPr>
            <p:spPr>
              <a:xfrm>
                <a:off x="6495954" y="2845498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8" y="4137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1" name="Google Shape;7841;p41"/>
              <p:cNvSpPr/>
              <p:nvPr/>
            </p:nvSpPr>
            <p:spPr>
              <a:xfrm>
                <a:off x="6577774" y="2764440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0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0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2" name="Google Shape;7842;p41"/>
              <p:cNvSpPr/>
              <p:nvPr/>
            </p:nvSpPr>
            <p:spPr>
              <a:xfrm>
                <a:off x="6659499" y="268338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3" name="Google Shape;7843;p41"/>
              <p:cNvSpPr/>
              <p:nvPr/>
            </p:nvSpPr>
            <p:spPr>
              <a:xfrm>
                <a:off x="6741318" y="260232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4" name="Google Shape;7844;p41"/>
              <p:cNvSpPr/>
              <p:nvPr/>
            </p:nvSpPr>
            <p:spPr>
              <a:xfrm>
                <a:off x="6823138" y="2521362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620"/>
                    </a:cubicBezTo>
                    <a:cubicBezTo>
                      <a:pt x="0" y="333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620"/>
                    </a:cubicBezTo>
                    <a:cubicBezTo>
                      <a:pt x="15430" y="11811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5" name="Google Shape;7845;p41"/>
              <p:cNvSpPr/>
              <p:nvPr/>
            </p:nvSpPr>
            <p:spPr>
              <a:xfrm>
                <a:off x="6905053" y="2440399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6" name="Google Shape;7846;p41"/>
              <p:cNvSpPr/>
              <p:nvPr/>
            </p:nvSpPr>
            <p:spPr>
              <a:xfrm>
                <a:off x="6986873" y="2359341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7" name="Google Shape;7847;p41"/>
              <p:cNvSpPr/>
              <p:nvPr/>
            </p:nvSpPr>
            <p:spPr>
              <a:xfrm>
                <a:off x="7068597" y="2278284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7" y="0"/>
                      <a:pt x="12954" y="2857"/>
                      <a:pt x="12954" y="6477"/>
                    </a:cubicBezTo>
                    <a:cubicBezTo>
                      <a:pt x="12954" y="10096"/>
                      <a:pt x="10097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8" name="Google Shape;7848;p41"/>
              <p:cNvSpPr/>
              <p:nvPr/>
            </p:nvSpPr>
            <p:spPr>
              <a:xfrm>
                <a:off x="7150417" y="2197226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9" name="Google Shape;7849;p41"/>
              <p:cNvSpPr/>
              <p:nvPr/>
            </p:nvSpPr>
            <p:spPr>
              <a:xfrm>
                <a:off x="7232332" y="2116359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0" name="Google Shape;7850;p41"/>
              <p:cNvSpPr/>
              <p:nvPr/>
            </p:nvSpPr>
            <p:spPr>
              <a:xfrm>
                <a:off x="7314152" y="2035301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7" y="2381"/>
                      <a:pt x="10477" y="5239"/>
                    </a:cubicBezTo>
                    <a:cubicBezTo>
                      <a:pt x="10477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1" name="Google Shape;7851;p41"/>
              <p:cNvSpPr/>
              <p:nvPr/>
            </p:nvSpPr>
            <p:spPr>
              <a:xfrm>
                <a:off x="7395972" y="1954243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2" name="Google Shape;7852;p41"/>
              <p:cNvSpPr/>
              <p:nvPr/>
            </p:nvSpPr>
            <p:spPr>
              <a:xfrm>
                <a:off x="7477696" y="187318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3" name="Google Shape;7853;p41"/>
              <p:cNvSpPr/>
              <p:nvPr/>
            </p:nvSpPr>
            <p:spPr>
              <a:xfrm>
                <a:off x="7559611" y="1792318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4" name="Google Shape;7854;p41"/>
              <p:cNvSpPr/>
              <p:nvPr/>
            </p:nvSpPr>
            <p:spPr>
              <a:xfrm>
                <a:off x="7641431" y="1711260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5" name="Google Shape;7855;p41"/>
              <p:cNvSpPr/>
              <p:nvPr/>
            </p:nvSpPr>
            <p:spPr>
              <a:xfrm>
                <a:off x="7723250" y="1630203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6" name="Google Shape;7856;p41"/>
              <p:cNvSpPr/>
              <p:nvPr/>
            </p:nvSpPr>
            <p:spPr>
              <a:xfrm>
                <a:off x="7805070" y="1549145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7" name="Google Shape;7857;p41"/>
              <p:cNvSpPr/>
              <p:nvPr/>
            </p:nvSpPr>
            <p:spPr>
              <a:xfrm>
                <a:off x="7886890" y="1468278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8" name="Google Shape;7858;p41"/>
              <p:cNvSpPr/>
              <p:nvPr/>
            </p:nvSpPr>
            <p:spPr>
              <a:xfrm>
                <a:off x="7968710" y="1387220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4000" y="2000"/>
                    </a:moveTo>
                    <a:cubicBezTo>
                      <a:pt x="4000" y="3105"/>
                      <a:pt x="3105" y="4000"/>
                      <a:pt x="2000" y="4000"/>
                    </a:cubicBezTo>
                    <a:cubicBezTo>
                      <a:pt x="896" y="4000"/>
                      <a:pt x="0" y="3105"/>
                      <a:pt x="0" y="2000"/>
                    </a:cubicBezTo>
                    <a:cubicBezTo>
                      <a:pt x="0" y="896"/>
                      <a:pt x="896" y="0"/>
                      <a:pt x="2000" y="0"/>
                    </a:cubicBezTo>
                    <a:cubicBezTo>
                      <a:pt x="3105" y="0"/>
                      <a:pt x="4000" y="896"/>
                      <a:pt x="4000" y="20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9" name="Google Shape;7859;p41"/>
              <p:cNvSpPr/>
              <p:nvPr/>
            </p:nvSpPr>
            <p:spPr>
              <a:xfrm>
                <a:off x="8050530" y="1306162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7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0" name="Google Shape;7860;p41"/>
              <p:cNvSpPr/>
              <p:nvPr/>
            </p:nvSpPr>
            <p:spPr>
              <a:xfrm>
                <a:off x="8132349" y="1225104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2"/>
                      <a:pt x="571" y="0"/>
                      <a:pt x="1238" y="0"/>
                    </a:cubicBezTo>
                    <a:cubicBezTo>
                      <a:pt x="1905" y="0"/>
                      <a:pt x="2476" y="572"/>
                      <a:pt x="2476" y="1238"/>
                    </a:cubicBezTo>
                    <a:cubicBezTo>
                      <a:pt x="2476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1" name="Google Shape;7861;p41"/>
              <p:cNvSpPr/>
              <p:nvPr/>
            </p:nvSpPr>
            <p:spPr>
              <a:xfrm>
                <a:off x="8214264" y="1144142"/>
                <a:ext cx="1523" cy="1619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1619" extrusionOk="0">
                    <a:moveTo>
                      <a:pt x="762" y="1619"/>
                    </a:moveTo>
                    <a:cubicBezTo>
                      <a:pt x="762" y="1619"/>
                      <a:pt x="0" y="1238"/>
                      <a:pt x="0" y="762"/>
                    </a:cubicBezTo>
                    <a:cubicBezTo>
                      <a:pt x="0" y="286"/>
                      <a:pt x="381" y="0"/>
                      <a:pt x="762" y="0"/>
                    </a:cubicBezTo>
                    <a:cubicBezTo>
                      <a:pt x="1143" y="0"/>
                      <a:pt x="1524" y="381"/>
                      <a:pt x="1524" y="762"/>
                    </a:cubicBezTo>
                    <a:cubicBezTo>
                      <a:pt x="1524" y="1143"/>
                      <a:pt x="1143" y="1619"/>
                      <a:pt x="762" y="16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62" name="Google Shape;7862;p41"/>
            <p:cNvGrpSpPr/>
            <p:nvPr/>
          </p:nvGrpSpPr>
          <p:grpSpPr>
            <a:xfrm>
              <a:off x="3821525" y="1149952"/>
              <a:ext cx="4238148" cy="4257198"/>
              <a:chOff x="3821525" y="1149952"/>
              <a:chExt cx="4238148" cy="4257198"/>
            </a:xfrm>
          </p:grpSpPr>
          <p:sp>
            <p:nvSpPr>
              <p:cNvPr id="7863" name="Google Shape;7863;p41"/>
              <p:cNvSpPr/>
              <p:nvPr/>
            </p:nvSpPr>
            <p:spPr>
              <a:xfrm>
                <a:off x="3821525" y="5362764"/>
                <a:ext cx="22193" cy="44386"/>
              </a:xfrm>
              <a:custGeom>
                <a:avLst/>
                <a:gdLst/>
                <a:ahLst/>
                <a:cxnLst/>
                <a:rect l="l" t="t" r="r" b="b"/>
                <a:pathLst>
                  <a:path w="22193" h="44386" extrusionOk="0">
                    <a:moveTo>
                      <a:pt x="0" y="0"/>
                    </a:moveTo>
                    <a:cubicBezTo>
                      <a:pt x="12287" y="0"/>
                      <a:pt x="22193" y="9906"/>
                      <a:pt x="22193" y="22193"/>
                    </a:cubicBezTo>
                    <a:cubicBezTo>
                      <a:pt x="22193" y="34481"/>
                      <a:pt x="12287" y="44387"/>
                      <a:pt x="0" y="4438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4" name="Google Shape;7864;p41"/>
              <p:cNvSpPr/>
              <p:nvPr/>
            </p:nvSpPr>
            <p:spPr>
              <a:xfrm>
                <a:off x="3884199" y="5281707"/>
                <a:ext cx="43624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43624" h="43624" extrusionOk="0">
                    <a:moveTo>
                      <a:pt x="21812" y="43624"/>
                    </a:moveTo>
                    <a:cubicBezTo>
                      <a:pt x="9811" y="43624"/>
                      <a:pt x="0" y="33909"/>
                      <a:pt x="0" y="21812"/>
                    </a:cubicBezTo>
                    <a:cubicBezTo>
                      <a:pt x="0" y="9715"/>
                      <a:pt x="9716" y="0"/>
                      <a:pt x="21812" y="0"/>
                    </a:cubicBezTo>
                    <a:cubicBezTo>
                      <a:pt x="33909" y="0"/>
                      <a:pt x="43625" y="9715"/>
                      <a:pt x="43625" y="21812"/>
                    </a:cubicBezTo>
                    <a:cubicBezTo>
                      <a:pt x="43625" y="33909"/>
                      <a:pt x="33909" y="43624"/>
                      <a:pt x="21812" y="43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5" name="Google Shape;7865;p41"/>
              <p:cNvSpPr/>
              <p:nvPr/>
            </p:nvSpPr>
            <p:spPr>
              <a:xfrm>
                <a:off x="3966019" y="5200649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2" y="9620"/>
                      <a:pt x="42862" y="21431"/>
                    </a:cubicBezTo>
                    <a:cubicBezTo>
                      <a:pt x="42862" y="33242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6" name="Google Shape;7866;p41"/>
              <p:cNvSpPr/>
              <p:nvPr/>
            </p:nvSpPr>
            <p:spPr>
              <a:xfrm>
                <a:off x="4047934" y="5119782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7" name="Google Shape;7867;p41"/>
              <p:cNvSpPr/>
              <p:nvPr/>
            </p:nvSpPr>
            <p:spPr>
              <a:xfrm>
                <a:off x="4129754" y="5038724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8" name="Google Shape;7868;p41"/>
              <p:cNvSpPr/>
              <p:nvPr/>
            </p:nvSpPr>
            <p:spPr>
              <a:xfrm>
                <a:off x="4211478" y="4957666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9" name="Google Shape;7869;p41"/>
              <p:cNvSpPr/>
              <p:nvPr/>
            </p:nvSpPr>
            <p:spPr>
              <a:xfrm>
                <a:off x="4293298" y="4876609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0" name="Google Shape;7870;p41"/>
              <p:cNvSpPr/>
              <p:nvPr/>
            </p:nvSpPr>
            <p:spPr>
              <a:xfrm>
                <a:off x="4375213" y="479574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1" name="Google Shape;7871;p41"/>
              <p:cNvSpPr/>
              <p:nvPr/>
            </p:nvSpPr>
            <p:spPr>
              <a:xfrm>
                <a:off x="4457033" y="4714684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10" y="8477"/>
                      <a:pt x="37910" y="18955"/>
                    </a:cubicBezTo>
                    <a:cubicBezTo>
                      <a:pt x="37910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2" name="Google Shape;7872;p41"/>
              <p:cNvSpPr/>
              <p:nvPr/>
            </p:nvSpPr>
            <p:spPr>
              <a:xfrm>
                <a:off x="4538852" y="4633626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3" name="Google Shape;7873;p41"/>
              <p:cNvSpPr/>
              <p:nvPr/>
            </p:nvSpPr>
            <p:spPr>
              <a:xfrm>
                <a:off x="4620577" y="4552568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4" name="Google Shape;7874;p41"/>
              <p:cNvSpPr/>
              <p:nvPr/>
            </p:nvSpPr>
            <p:spPr>
              <a:xfrm>
                <a:off x="4702492" y="4471701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5" name="Google Shape;7875;p41"/>
              <p:cNvSpPr/>
              <p:nvPr/>
            </p:nvSpPr>
            <p:spPr>
              <a:xfrm>
                <a:off x="4784312" y="4390643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6" name="Google Shape;7876;p41"/>
              <p:cNvSpPr/>
              <p:nvPr/>
            </p:nvSpPr>
            <p:spPr>
              <a:xfrm>
                <a:off x="4866131" y="4309585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5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5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5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7" name="Google Shape;7877;p41"/>
              <p:cNvSpPr/>
              <p:nvPr/>
            </p:nvSpPr>
            <p:spPr>
              <a:xfrm>
                <a:off x="4947951" y="4228528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3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3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8" name="Google Shape;7878;p41"/>
              <p:cNvSpPr/>
              <p:nvPr/>
            </p:nvSpPr>
            <p:spPr>
              <a:xfrm>
                <a:off x="5029771" y="4147565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5" y="7239"/>
                      <a:pt x="32195" y="16097"/>
                    </a:cubicBezTo>
                    <a:cubicBezTo>
                      <a:pt x="32195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9" name="Google Shape;7879;p41"/>
              <p:cNvSpPr/>
              <p:nvPr/>
            </p:nvSpPr>
            <p:spPr>
              <a:xfrm>
                <a:off x="5111591" y="4066603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0" name="Google Shape;7880;p41"/>
              <p:cNvSpPr/>
              <p:nvPr/>
            </p:nvSpPr>
            <p:spPr>
              <a:xfrm>
                <a:off x="5193411" y="3985545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1" name="Google Shape;7881;p41"/>
              <p:cNvSpPr/>
              <p:nvPr/>
            </p:nvSpPr>
            <p:spPr>
              <a:xfrm>
                <a:off x="5275230" y="3904487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2" name="Google Shape;7882;p41"/>
              <p:cNvSpPr/>
              <p:nvPr/>
            </p:nvSpPr>
            <p:spPr>
              <a:xfrm>
                <a:off x="5357050" y="3823429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3" name="Google Shape;7883;p41"/>
              <p:cNvSpPr/>
              <p:nvPr/>
            </p:nvSpPr>
            <p:spPr>
              <a:xfrm>
                <a:off x="5438870" y="3742562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4" name="Google Shape;7884;p41"/>
              <p:cNvSpPr/>
              <p:nvPr/>
            </p:nvSpPr>
            <p:spPr>
              <a:xfrm>
                <a:off x="5520690" y="3661504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096" y="0"/>
                      <a:pt x="13716" y="0"/>
                    </a:cubicBezTo>
                    <a:cubicBezTo>
                      <a:pt x="21336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5" name="Google Shape;7885;p41"/>
              <p:cNvSpPr/>
              <p:nvPr/>
            </p:nvSpPr>
            <p:spPr>
              <a:xfrm>
                <a:off x="5602509" y="3580446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6" name="Google Shape;7886;p41"/>
              <p:cNvSpPr/>
              <p:nvPr/>
            </p:nvSpPr>
            <p:spPr>
              <a:xfrm>
                <a:off x="5684329" y="3499389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7" name="Google Shape;7887;p41"/>
              <p:cNvSpPr/>
              <p:nvPr/>
            </p:nvSpPr>
            <p:spPr>
              <a:xfrm>
                <a:off x="5766244" y="341842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8" name="Google Shape;7888;p41"/>
              <p:cNvSpPr/>
              <p:nvPr/>
            </p:nvSpPr>
            <p:spPr>
              <a:xfrm>
                <a:off x="5847969" y="3337464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9" name="Google Shape;7889;p41"/>
              <p:cNvSpPr/>
              <p:nvPr/>
            </p:nvSpPr>
            <p:spPr>
              <a:xfrm>
                <a:off x="5929788" y="3256406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0" name="Google Shape;7890;p41"/>
              <p:cNvSpPr/>
              <p:nvPr/>
            </p:nvSpPr>
            <p:spPr>
              <a:xfrm>
                <a:off x="6011608" y="3175348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1" name="Google Shape;7891;p41"/>
              <p:cNvSpPr/>
              <p:nvPr/>
            </p:nvSpPr>
            <p:spPr>
              <a:xfrm>
                <a:off x="6093523" y="3094481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2" name="Google Shape;7892;p41"/>
              <p:cNvSpPr/>
              <p:nvPr/>
            </p:nvSpPr>
            <p:spPr>
              <a:xfrm>
                <a:off x="6175343" y="3013328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3" name="Google Shape;7893;p41"/>
              <p:cNvSpPr/>
              <p:nvPr/>
            </p:nvSpPr>
            <p:spPr>
              <a:xfrm>
                <a:off x="6257067" y="293227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4" name="Google Shape;7894;p41"/>
              <p:cNvSpPr/>
              <p:nvPr/>
            </p:nvSpPr>
            <p:spPr>
              <a:xfrm>
                <a:off x="6338887" y="285121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5" y="19431"/>
                    </a:moveTo>
                    <a:cubicBezTo>
                      <a:pt x="4381" y="19431"/>
                      <a:pt x="0" y="15145"/>
                      <a:pt x="0" y="9716"/>
                    </a:cubicBezTo>
                    <a:cubicBezTo>
                      <a:pt x="0" y="4286"/>
                      <a:pt x="4381" y="0"/>
                      <a:pt x="9715" y="0"/>
                    </a:cubicBezTo>
                    <a:cubicBezTo>
                      <a:pt x="15049" y="0"/>
                      <a:pt x="19431" y="4382"/>
                      <a:pt x="19431" y="9716"/>
                    </a:cubicBezTo>
                    <a:cubicBezTo>
                      <a:pt x="19431" y="15050"/>
                      <a:pt x="15049" y="19431"/>
                      <a:pt x="9715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5" name="Google Shape;7895;p41"/>
              <p:cNvSpPr/>
              <p:nvPr/>
            </p:nvSpPr>
            <p:spPr>
              <a:xfrm>
                <a:off x="6420802" y="2770345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9"/>
                      <a:pt x="9239" y="18479"/>
                    </a:cubicBezTo>
                    <a:cubicBezTo>
                      <a:pt x="4137" y="18479"/>
                      <a:pt x="0" y="14342"/>
                      <a:pt x="0" y="9239"/>
                    </a:cubicBezTo>
                    <a:cubicBezTo>
                      <a:pt x="0" y="4137"/>
                      <a:pt x="4137" y="0"/>
                      <a:pt x="9239" y="0"/>
                    </a:cubicBezTo>
                    <a:cubicBezTo>
                      <a:pt x="14342" y="0"/>
                      <a:pt x="18479" y="4137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6" name="Google Shape;7896;p41"/>
              <p:cNvSpPr/>
              <p:nvPr/>
            </p:nvSpPr>
            <p:spPr>
              <a:xfrm>
                <a:off x="6502622" y="268928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7" name="Google Shape;7897;p41"/>
              <p:cNvSpPr/>
              <p:nvPr/>
            </p:nvSpPr>
            <p:spPr>
              <a:xfrm>
                <a:off x="6584441" y="2608230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8" name="Google Shape;7898;p41"/>
              <p:cNvSpPr/>
              <p:nvPr/>
            </p:nvSpPr>
            <p:spPr>
              <a:xfrm>
                <a:off x="6666166" y="2527172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20" y="16192"/>
                      <a:pt x="0" y="12573"/>
                      <a:pt x="0" y="8096"/>
                    </a:cubicBezTo>
                    <a:cubicBezTo>
                      <a:pt x="0" y="3619"/>
                      <a:pt x="3620" y="0"/>
                      <a:pt x="8096" y="0"/>
                    </a:cubicBezTo>
                    <a:cubicBezTo>
                      <a:pt x="12573" y="0"/>
                      <a:pt x="16193" y="3619"/>
                      <a:pt x="16193" y="8096"/>
                    </a:cubicBezTo>
                    <a:cubicBezTo>
                      <a:pt x="16193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9" name="Google Shape;7899;p41"/>
              <p:cNvSpPr/>
              <p:nvPr/>
            </p:nvSpPr>
            <p:spPr>
              <a:xfrm>
                <a:off x="6748081" y="2446114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0"/>
                    </a:moveTo>
                    <a:cubicBezTo>
                      <a:pt x="3429" y="15430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0"/>
                      <a:pt x="7620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0" name="Google Shape;7900;p41"/>
              <p:cNvSpPr/>
              <p:nvPr/>
            </p:nvSpPr>
            <p:spPr>
              <a:xfrm>
                <a:off x="6829901" y="2365247"/>
                <a:ext cx="14477" cy="14477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7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1" name="Google Shape;7901;p41"/>
              <p:cNvSpPr/>
              <p:nvPr/>
            </p:nvSpPr>
            <p:spPr>
              <a:xfrm>
                <a:off x="6911721" y="2284189"/>
                <a:ext cx="13715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5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2" name="Google Shape;7902;p41"/>
              <p:cNvSpPr/>
              <p:nvPr/>
            </p:nvSpPr>
            <p:spPr>
              <a:xfrm>
                <a:off x="6993540" y="220313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3" name="Google Shape;7903;p41"/>
              <p:cNvSpPr/>
              <p:nvPr/>
            </p:nvSpPr>
            <p:spPr>
              <a:xfrm>
                <a:off x="7075265" y="2122074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4" name="Google Shape;7904;p41"/>
              <p:cNvSpPr/>
              <p:nvPr/>
            </p:nvSpPr>
            <p:spPr>
              <a:xfrm>
                <a:off x="7157180" y="2041207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5" name="Google Shape;7905;p41"/>
              <p:cNvSpPr/>
              <p:nvPr/>
            </p:nvSpPr>
            <p:spPr>
              <a:xfrm>
                <a:off x="7239000" y="1960149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6" name="Google Shape;7906;p41"/>
              <p:cNvSpPr/>
              <p:nvPr/>
            </p:nvSpPr>
            <p:spPr>
              <a:xfrm>
                <a:off x="7320819" y="187909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7" name="Google Shape;7907;p41"/>
              <p:cNvSpPr/>
              <p:nvPr/>
            </p:nvSpPr>
            <p:spPr>
              <a:xfrm>
                <a:off x="7402639" y="1798033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8" name="Google Shape;7908;p41"/>
              <p:cNvSpPr/>
              <p:nvPr/>
            </p:nvSpPr>
            <p:spPr>
              <a:xfrm>
                <a:off x="7484459" y="1717166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9" name="Google Shape;7909;p41"/>
              <p:cNvSpPr/>
              <p:nvPr/>
            </p:nvSpPr>
            <p:spPr>
              <a:xfrm>
                <a:off x="7566278" y="1636108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0" name="Google Shape;7910;p41"/>
              <p:cNvSpPr/>
              <p:nvPr/>
            </p:nvSpPr>
            <p:spPr>
              <a:xfrm>
                <a:off x="7648098" y="1555050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1" name="Google Shape;7911;p41"/>
              <p:cNvSpPr/>
              <p:nvPr/>
            </p:nvSpPr>
            <p:spPr>
              <a:xfrm>
                <a:off x="7729918" y="1473993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2" name="Google Shape;7912;p41"/>
              <p:cNvSpPr/>
              <p:nvPr/>
            </p:nvSpPr>
            <p:spPr>
              <a:xfrm>
                <a:off x="7811833" y="1393126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3" name="Google Shape;7913;p41"/>
              <p:cNvSpPr/>
              <p:nvPr/>
            </p:nvSpPr>
            <p:spPr>
              <a:xfrm>
                <a:off x="7893558" y="1312068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1" y="953"/>
                      <a:pt x="4001" y="2000"/>
                    </a:cubicBezTo>
                    <a:cubicBezTo>
                      <a:pt x="4001" y="3048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4" name="Google Shape;7914;p41"/>
              <p:cNvSpPr/>
              <p:nvPr/>
            </p:nvSpPr>
            <p:spPr>
              <a:xfrm>
                <a:off x="7975377" y="1231010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7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7" y="0"/>
                      <a:pt x="3238" y="762"/>
                      <a:pt x="3238" y="1619"/>
                    </a:cubicBezTo>
                    <a:cubicBezTo>
                      <a:pt x="3238" y="2477"/>
                      <a:pt x="2477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5" name="Google Shape;7915;p41"/>
              <p:cNvSpPr/>
              <p:nvPr/>
            </p:nvSpPr>
            <p:spPr>
              <a:xfrm>
                <a:off x="8057197" y="1149952"/>
                <a:ext cx="2476" cy="24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6" extrusionOk="0">
                    <a:moveTo>
                      <a:pt x="1238" y="2477"/>
                    </a:moveTo>
                    <a:cubicBezTo>
                      <a:pt x="571" y="2477"/>
                      <a:pt x="0" y="1905"/>
                      <a:pt x="0" y="1238"/>
                    </a:cubicBezTo>
                    <a:cubicBezTo>
                      <a:pt x="0" y="571"/>
                      <a:pt x="571" y="0"/>
                      <a:pt x="1238" y="0"/>
                    </a:cubicBezTo>
                    <a:cubicBezTo>
                      <a:pt x="1905" y="0"/>
                      <a:pt x="2477" y="571"/>
                      <a:pt x="2477" y="1238"/>
                    </a:cubicBezTo>
                    <a:cubicBezTo>
                      <a:pt x="2477" y="1905"/>
                      <a:pt x="1905" y="2477"/>
                      <a:pt x="1238" y="2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16" name="Google Shape;7916;p41"/>
            <p:cNvGrpSpPr/>
            <p:nvPr/>
          </p:nvGrpSpPr>
          <p:grpSpPr>
            <a:xfrm>
              <a:off x="3825335" y="1155858"/>
              <a:ext cx="4078128" cy="4094320"/>
              <a:chOff x="3825335" y="1155858"/>
              <a:chExt cx="4078128" cy="4094320"/>
            </a:xfrm>
          </p:grpSpPr>
          <p:sp>
            <p:nvSpPr>
              <p:cNvPr id="7917" name="Google Shape;7917;p41"/>
              <p:cNvSpPr/>
              <p:nvPr/>
            </p:nvSpPr>
            <p:spPr>
              <a:xfrm>
                <a:off x="3825335" y="5206554"/>
                <a:ext cx="21812" cy="43624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43624" extrusionOk="0">
                    <a:moveTo>
                      <a:pt x="0" y="43625"/>
                    </a:moveTo>
                    <a:cubicBezTo>
                      <a:pt x="12002" y="43625"/>
                      <a:pt x="21812" y="33909"/>
                      <a:pt x="21812" y="21812"/>
                    </a:cubicBezTo>
                    <a:cubicBezTo>
                      <a:pt x="21812" y="9716"/>
                      <a:pt x="12097" y="0"/>
                      <a:pt x="0" y="0"/>
                    </a:cubicBezTo>
                    <a:lnTo>
                      <a:pt x="0" y="4362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8" name="Google Shape;7918;p41"/>
              <p:cNvSpPr/>
              <p:nvPr/>
            </p:nvSpPr>
            <p:spPr>
              <a:xfrm>
                <a:off x="3890867" y="5125592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242"/>
                      <a:pt x="0" y="21431"/>
                    </a:cubicBezTo>
                    <a:cubicBezTo>
                      <a:pt x="0" y="9620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9" name="Google Shape;7919;p41"/>
              <p:cNvSpPr/>
              <p:nvPr/>
            </p:nvSpPr>
            <p:spPr>
              <a:xfrm>
                <a:off x="3972782" y="5044629"/>
                <a:ext cx="41909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09" h="41909" extrusionOk="0">
                    <a:moveTo>
                      <a:pt x="20955" y="41910"/>
                    </a:moveTo>
                    <a:cubicBezTo>
                      <a:pt x="9334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0" name="Google Shape;7920;p41"/>
              <p:cNvSpPr/>
              <p:nvPr/>
            </p:nvSpPr>
            <p:spPr>
              <a:xfrm>
                <a:off x="4054602" y="4963572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1" name="Google Shape;7921;p41"/>
              <p:cNvSpPr/>
              <p:nvPr/>
            </p:nvSpPr>
            <p:spPr>
              <a:xfrm>
                <a:off x="4136326" y="4882514"/>
                <a:ext cx="40386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2" name="Google Shape;7922;p41"/>
              <p:cNvSpPr/>
              <p:nvPr/>
            </p:nvSpPr>
            <p:spPr>
              <a:xfrm>
                <a:off x="4218146" y="4801456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3" name="Google Shape;7923;p41"/>
              <p:cNvSpPr/>
              <p:nvPr/>
            </p:nvSpPr>
            <p:spPr>
              <a:xfrm>
                <a:off x="4300061" y="4720589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4" name="Google Shape;7924;p41"/>
              <p:cNvSpPr/>
              <p:nvPr/>
            </p:nvSpPr>
            <p:spPr>
              <a:xfrm>
                <a:off x="4381881" y="4639531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5" name="Google Shape;7925;p41"/>
              <p:cNvSpPr/>
              <p:nvPr/>
            </p:nvSpPr>
            <p:spPr>
              <a:xfrm>
                <a:off x="4463700" y="4558473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6" name="Google Shape;7926;p41"/>
              <p:cNvSpPr/>
              <p:nvPr/>
            </p:nvSpPr>
            <p:spPr>
              <a:xfrm>
                <a:off x="4545425" y="4477416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7" name="Google Shape;7927;p41"/>
              <p:cNvSpPr/>
              <p:nvPr/>
            </p:nvSpPr>
            <p:spPr>
              <a:xfrm>
                <a:off x="4627340" y="4396548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7"/>
                    </a:cubicBezTo>
                    <a:cubicBezTo>
                      <a:pt x="35433" y="27527"/>
                      <a:pt x="27432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8" name="Google Shape;7928;p41"/>
              <p:cNvSpPr/>
              <p:nvPr/>
            </p:nvSpPr>
            <p:spPr>
              <a:xfrm>
                <a:off x="4709160" y="4315491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9" name="Google Shape;7929;p41"/>
              <p:cNvSpPr/>
              <p:nvPr/>
            </p:nvSpPr>
            <p:spPr>
              <a:xfrm>
                <a:off x="4790979" y="4234433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0" name="Google Shape;7930;p41"/>
              <p:cNvSpPr/>
              <p:nvPr/>
            </p:nvSpPr>
            <p:spPr>
              <a:xfrm>
                <a:off x="4872799" y="4153375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8"/>
                      <a:pt x="0" y="16574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4"/>
                    </a:cubicBezTo>
                    <a:cubicBezTo>
                      <a:pt x="33147" y="25718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1" name="Google Shape;7931;p41"/>
              <p:cNvSpPr/>
              <p:nvPr/>
            </p:nvSpPr>
            <p:spPr>
              <a:xfrm>
                <a:off x="4954524" y="4072413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2" name="Google Shape;7932;p41"/>
              <p:cNvSpPr/>
              <p:nvPr/>
            </p:nvSpPr>
            <p:spPr>
              <a:xfrm>
                <a:off x="5036439" y="3991450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3" name="Google Shape;7933;p41"/>
              <p:cNvSpPr/>
              <p:nvPr/>
            </p:nvSpPr>
            <p:spPr>
              <a:xfrm>
                <a:off x="5118258" y="3910393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4" name="Google Shape;7934;p41"/>
              <p:cNvSpPr/>
              <p:nvPr/>
            </p:nvSpPr>
            <p:spPr>
              <a:xfrm>
                <a:off x="5200078" y="3829335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5" name="Google Shape;7935;p41"/>
              <p:cNvSpPr/>
              <p:nvPr/>
            </p:nvSpPr>
            <p:spPr>
              <a:xfrm>
                <a:off x="5281898" y="3748277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4"/>
                      <a:pt x="6525" y="0"/>
                      <a:pt x="14573" y="0"/>
                    </a:cubicBezTo>
                    <a:cubicBezTo>
                      <a:pt x="22622" y="0"/>
                      <a:pt x="29146" y="6524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6" name="Google Shape;7936;p41"/>
              <p:cNvSpPr/>
              <p:nvPr/>
            </p:nvSpPr>
            <p:spPr>
              <a:xfrm>
                <a:off x="5363717" y="3667410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7"/>
                      <a:pt x="6287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7" name="Google Shape;7937;p41"/>
              <p:cNvSpPr/>
              <p:nvPr/>
            </p:nvSpPr>
            <p:spPr>
              <a:xfrm>
                <a:off x="5445537" y="3586352"/>
                <a:ext cx="27431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2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8" name="Google Shape;7938;p41"/>
              <p:cNvSpPr/>
              <p:nvPr/>
            </p:nvSpPr>
            <p:spPr>
              <a:xfrm>
                <a:off x="5527357" y="3505294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9" name="Google Shape;7939;p41"/>
              <p:cNvSpPr/>
              <p:nvPr/>
            </p:nvSpPr>
            <p:spPr>
              <a:xfrm>
                <a:off x="5609177" y="3424237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0" name="Google Shape;7940;p41"/>
              <p:cNvSpPr/>
              <p:nvPr/>
            </p:nvSpPr>
            <p:spPr>
              <a:xfrm>
                <a:off x="5691092" y="3343369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5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1" name="Google Shape;7941;p41"/>
              <p:cNvSpPr/>
              <p:nvPr/>
            </p:nvSpPr>
            <p:spPr>
              <a:xfrm>
                <a:off x="5772816" y="3262312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2" name="Google Shape;7942;p41"/>
              <p:cNvSpPr/>
              <p:nvPr/>
            </p:nvSpPr>
            <p:spPr>
              <a:xfrm>
                <a:off x="5854636" y="3181254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3" name="Google Shape;7943;p41"/>
              <p:cNvSpPr/>
              <p:nvPr/>
            </p:nvSpPr>
            <p:spPr>
              <a:xfrm>
                <a:off x="5936456" y="3100196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4" name="Google Shape;7944;p41"/>
              <p:cNvSpPr/>
              <p:nvPr/>
            </p:nvSpPr>
            <p:spPr>
              <a:xfrm>
                <a:off x="6018371" y="3019329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5" name="Google Shape;7945;p41"/>
              <p:cNvSpPr/>
              <p:nvPr/>
            </p:nvSpPr>
            <p:spPr>
              <a:xfrm>
                <a:off x="6100191" y="2938271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6" name="Google Shape;7946;p41"/>
              <p:cNvSpPr/>
              <p:nvPr/>
            </p:nvSpPr>
            <p:spPr>
              <a:xfrm>
                <a:off x="6181915" y="2857213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7" name="Google Shape;7947;p41"/>
              <p:cNvSpPr/>
              <p:nvPr/>
            </p:nvSpPr>
            <p:spPr>
              <a:xfrm>
                <a:off x="6263735" y="2776156"/>
                <a:ext cx="19431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0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8" name="Google Shape;7948;p41"/>
              <p:cNvSpPr/>
              <p:nvPr/>
            </p:nvSpPr>
            <p:spPr>
              <a:xfrm>
                <a:off x="6345650" y="2695193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8"/>
                    </a:moveTo>
                    <a:cubicBezTo>
                      <a:pt x="4096" y="18478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8"/>
                      <a:pt x="9239" y="18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9" name="Google Shape;7949;p41"/>
              <p:cNvSpPr/>
              <p:nvPr/>
            </p:nvSpPr>
            <p:spPr>
              <a:xfrm>
                <a:off x="6427469" y="2614135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0"/>
                      <a:pt x="4001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0" name="Google Shape;7950;p41"/>
              <p:cNvSpPr/>
              <p:nvPr/>
            </p:nvSpPr>
            <p:spPr>
              <a:xfrm>
                <a:off x="6509289" y="2533078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5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1" name="Google Shape;7951;p41"/>
              <p:cNvSpPr/>
              <p:nvPr/>
            </p:nvSpPr>
            <p:spPr>
              <a:xfrm>
                <a:off x="6591014" y="2452020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2" name="Google Shape;7952;p41"/>
              <p:cNvSpPr/>
              <p:nvPr/>
            </p:nvSpPr>
            <p:spPr>
              <a:xfrm>
                <a:off x="6672833" y="2371057"/>
                <a:ext cx="15430" cy="15335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335" extrusionOk="0">
                    <a:moveTo>
                      <a:pt x="7715" y="15335"/>
                    </a:moveTo>
                    <a:cubicBezTo>
                      <a:pt x="3524" y="15335"/>
                      <a:pt x="0" y="11906"/>
                      <a:pt x="0" y="7715"/>
                    </a:cubicBezTo>
                    <a:cubicBezTo>
                      <a:pt x="0" y="3524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2"/>
                      <a:pt x="12002" y="15335"/>
                      <a:pt x="7715" y="15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3" name="Google Shape;7953;p41"/>
              <p:cNvSpPr/>
              <p:nvPr/>
            </p:nvSpPr>
            <p:spPr>
              <a:xfrm>
                <a:off x="6754749" y="2290095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4" name="Google Shape;7954;p41"/>
              <p:cNvSpPr/>
              <p:nvPr/>
            </p:nvSpPr>
            <p:spPr>
              <a:xfrm>
                <a:off x="6836568" y="2209037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5" name="Google Shape;7955;p41"/>
              <p:cNvSpPr/>
              <p:nvPr/>
            </p:nvSpPr>
            <p:spPr>
              <a:xfrm>
                <a:off x="6918388" y="2127979"/>
                <a:ext cx="12954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8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6" name="Google Shape;7956;p41"/>
              <p:cNvSpPr/>
              <p:nvPr/>
            </p:nvSpPr>
            <p:spPr>
              <a:xfrm>
                <a:off x="7000113" y="2046922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7" name="Google Shape;7957;p41"/>
              <p:cNvSpPr/>
              <p:nvPr/>
            </p:nvSpPr>
            <p:spPr>
              <a:xfrm>
                <a:off x="7082027" y="1966054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7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8" name="Google Shape;7958;p41"/>
              <p:cNvSpPr/>
              <p:nvPr/>
            </p:nvSpPr>
            <p:spPr>
              <a:xfrm>
                <a:off x="7163847" y="1884997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9" name="Google Shape;7959;p41"/>
              <p:cNvSpPr/>
              <p:nvPr/>
            </p:nvSpPr>
            <p:spPr>
              <a:xfrm>
                <a:off x="7245667" y="1803939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0" name="Google Shape;7960;p41"/>
              <p:cNvSpPr/>
              <p:nvPr/>
            </p:nvSpPr>
            <p:spPr>
              <a:xfrm>
                <a:off x="7327487" y="1722881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1" name="Google Shape;7961;p41"/>
              <p:cNvSpPr/>
              <p:nvPr/>
            </p:nvSpPr>
            <p:spPr>
              <a:xfrm>
                <a:off x="7409307" y="1642014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2" name="Google Shape;7962;p41"/>
              <p:cNvSpPr/>
              <p:nvPr/>
            </p:nvSpPr>
            <p:spPr>
              <a:xfrm>
                <a:off x="7491126" y="1560956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3" name="Google Shape;7963;p41"/>
              <p:cNvSpPr/>
              <p:nvPr/>
            </p:nvSpPr>
            <p:spPr>
              <a:xfrm>
                <a:off x="7572946" y="1479898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4" name="Google Shape;7964;p41"/>
              <p:cNvSpPr/>
              <p:nvPr/>
            </p:nvSpPr>
            <p:spPr>
              <a:xfrm>
                <a:off x="7654766" y="1398841"/>
                <a:ext cx="5715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4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5" name="Google Shape;7965;p41"/>
              <p:cNvSpPr/>
              <p:nvPr/>
            </p:nvSpPr>
            <p:spPr>
              <a:xfrm>
                <a:off x="7736681" y="1317973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6" name="Google Shape;7966;p41"/>
              <p:cNvSpPr/>
              <p:nvPr/>
            </p:nvSpPr>
            <p:spPr>
              <a:xfrm>
                <a:off x="7818405" y="1236915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8" y="4001"/>
                      <a:pt x="0" y="3143"/>
                      <a:pt x="0" y="2000"/>
                    </a:cubicBezTo>
                    <a:cubicBezTo>
                      <a:pt x="0" y="857"/>
                      <a:pt x="858" y="0"/>
                      <a:pt x="2000" y="0"/>
                    </a:cubicBezTo>
                    <a:cubicBezTo>
                      <a:pt x="3143" y="0"/>
                      <a:pt x="4001" y="857"/>
                      <a:pt x="4001" y="2000"/>
                    </a:cubicBezTo>
                    <a:cubicBezTo>
                      <a:pt x="4001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7" name="Google Shape;7967;p41"/>
              <p:cNvSpPr/>
              <p:nvPr/>
            </p:nvSpPr>
            <p:spPr>
              <a:xfrm>
                <a:off x="7900225" y="1155858"/>
                <a:ext cx="3238" cy="3238"/>
              </a:xfrm>
              <a:custGeom>
                <a:avLst/>
                <a:gdLst/>
                <a:ahLst/>
                <a:cxnLst/>
                <a:rect l="l" t="t" r="r" b="b"/>
                <a:pathLst>
                  <a:path w="3238" h="3238" extrusionOk="0">
                    <a:moveTo>
                      <a:pt x="1619" y="3239"/>
                    </a:moveTo>
                    <a:cubicBezTo>
                      <a:pt x="762" y="3239"/>
                      <a:pt x="0" y="2476"/>
                      <a:pt x="0" y="1619"/>
                    </a:cubicBezTo>
                    <a:cubicBezTo>
                      <a:pt x="0" y="762"/>
                      <a:pt x="762" y="0"/>
                      <a:pt x="1619" y="0"/>
                    </a:cubicBezTo>
                    <a:cubicBezTo>
                      <a:pt x="2476" y="0"/>
                      <a:pt x="3238" y="762"/>
                      <a:pt x="3238" y="1619"/>
                    </a:cubicBezTo>
                    <a:cubicBezTo>
                      <a:pt x="3238" y="2476"/>
                      <a:pt x="2476" y="3239"/>
                      <a:pt x="1619" y="3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68" name="Google Shape;7968;p41"/>
            <p:cNvGrpSpPr/>
            <p:nvPr/>
          </p:nvGrpSpPr>
          <p:grpSpPr>
            <a:xfrm>
              <a:off x="3826954" y="1161763"/>
              <a:ext cx="3920299" cy="3931539"/>
              <a:chOff x="3826954" y="1161763"/>
              <a:chExt cx="3920299" cy="3931539"/>
            </a:xfrm>
          </p:grpSpPr>
          <p:sp>
            <p:nvSpPr>
              <p:cNvPr id="7969" name="Google Shape;7969;p41"/>
              <p:cNvSpPr/>
              <p:nvPr/>
            </p:nvSpPr>
            <p:spPr>
              <a:xfrm>
                <a:off x="3826954" y="5050440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 extrusionOk="0">
                    <a:moveTo>
                      <a:pt x="21431" y="42863"/>
                    </a:moveTo>
                    <a:cubicBezTo>
                      <a:pt x="9620" y="42863"/>
                      <a:pt x="0" y="33338"/>
                      <a:pt x="0" y="21431"/>
                    </a:cubicBezTo>
                    <a:cubicBezTo>
                      <a:pt x="0" y="9525"/>
                      <a:pt x="9620" y="0"/>
                      <a:pt x="21431" y="0"/>
                    </a:cubicBezTo>
                    <a:cubicBezTo>
                      <a:pt x="33242" y="0"/>
                      <a:pt x="42863" y="9525"/>
                      <a:pt x="42863" y="21431"/>
                    </a:cubicBezTo>
                    <a:cubicBezTo>
                      <a:pt x="42863" y="33338"/>
                      <a:pt x="33242" y="42863"/>
                      <a:pt x="21431" y="42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0" name="Google Shape;7970;p41"/>
              <p:cNvSpPr/>
              <p:nvPr/>
            </p:nvSpPr>
            <p:spPr>
              <a:xfrm>
                <a:off x="3897629" y="4969572"/>
                <a:ext cx="41910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10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1" name="Google Shape;7971;p41"/>
              <p:cNvSpPr/>
              <p:nvPr/>
            </p:nvSpPr>
            <p:spPr>
              <a:xfrm>
                <a:off x="3979449" y="4888420"/>
                <a:ext cx="41147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2" name="Google Shape;7972;p41"/>
              <p:cNvSpPr/>
              <p:nvPr/>
            </p:nvSpPr>
            <p:spPr>
              <a:xfrm>
                <a:off x="4061269" y="4807362"/>
                <a:ext cx="40386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6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3" name="Google Shape;7973;p41"/>
              <p:cNvSpPr/>
              <p:nvPr/>
            </p:nvSpPr>
            <p:spPr>
              <a:xfrm>
                <a:off x="4142993" y="4726304"/>
                <a:ext cx="39623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3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4" name="Google Shape;7974;p41"/>
              <p:cNvSpPr/>
              <p:nvPr/>
            </p:nvSpPr>
            <p:spPr>
              <a:xfrm>
                <a:off x="4224909" y="4645437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5" name="Google Shape;7975;p41"/>
              <p:cNvSpPr/>
              <p:nvPr/>
            </p:nvSpPr>
            <p:spPr>
              <a:xfrm>
                <a:off x="4306728" y="4564379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6" name="Google Shape;7976;p41"/>
              <p:cNvSpPr/>
              <p:nvPr/>
            </p:nvSpPr>
            <p:spPr>
              <a:xfrm>
                <a:off x="4388548" y="4483321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7" y="8287"/>
                      <a:pt x="37147" y="18574"/>
                    </a:cubicBezTo>
                    <a:cubicBezTo>
                      <a:pt x="37147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7" name="Google Shape;7977;p41"/>
              <p:cNvSpPr/>
              <p:nvPr/>
            </p:nvSpPr>
            <p:spPr>
              <a:xfrm>
                <a:off x="4470368" y="4402263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8" name="Google Shape;7978;p41"/>
              <p:cNvSpPr/>
              <p:nvPr/>
            </p:nvSpPr>
            <p:spPr>
              <a:xfrm rot="-128855">
                <a:off x="4552045" y="4321410"/>
                <a:ext cx="35458" cy="3545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35433" y="17716"/>
                    </a:moveTo>
                    <a:cubicBezTo>
                      <a:pt x="35433" y="27501"/>
                      <a:pt x="27501" y="35433"/>
                      <a:pt x="17716" y="35433"/>
                    </a:cubicBezTo>
                    <a:cubicBezTo>
                      <a:pt x="7932" y="35433"/>
                      <a:pt x="0" y="27501"/>
                      <a:pt x="0" y="17716"/>
                    </a:cubicBezTo>
                    <a:cubicBezTo>
                      <a:pt x="0" y="7932"/>
                      <a:pt x="7932" y="0"/>
                      <a:pt x="17716" y="0"/>
                    </a:cubicBezTo>
                    <a:cubicBezTo>
                      <a:pt x="27501" y="0"/>
                      <a:pt x="35433" y="7932"/>
                      <a:pt x="35433" y="17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9" name="Google Shape;7979;p41"/>
              <p:cNvSpPr/>
              <p:nvPr/>
            </p:nvSpPr>
            <p:spPr>
              <a:xfrm>
                <a:off x="4634007" y="4240338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0" name="Google Shape;7980;p41"/>
              <p:cNvSpPr/>
              <p:nvPr/>
            </p:nvSpPr>
            <p:spPr>
              <a:xfrm>
                <a:off x="4715827" y="4159281"/>
                <a:ext cx="33909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9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1" name="Google Shape;7981;p41"/>
              <p:cNvSpPr/>
              <p:nvPr/>
            </p:nvSpPr>
            <p:spPr>
              <a:xfrm>
                <a:off x="4797647" y="4078223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2" name="Google Shape;7982;p41"/>
              <p:cNvSpPr/>
              <p:nvPr/>
            </p:nvSpPr>
            <p:spPr>
              <a:xfrm>
                <a:off x="4879562" y="3997261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192"/>
                    </a:cubicBezTo>
                    <a:cubicBezTo>
                      <a:pt x="0" y="7334"/>
                      <a:pt x="7239" y="0"/>
                      <a:pt x="16097" y="0"/>
                    </a:cubicBezTo>
                    <a:cubicBezTo>
                      <a:pt x="24956" y="0"/>
                      <a:pt x="32194" y="7239"/>
                      <a:pt x="32194" y="16192"/>
                    </a:cubicBezTo>
                    <a:cubicBezTo>
                      <a:pt x="32194" y="25146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3" name="Google Shape;7983;p41"/>
              <p:cNvSpPr/>
              <p:nvPr/>
            </p:nvSpPr>
            <p:spPr>
              <a:xfrm>
                <a:off x="4961286" y="3916298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2" y="7048"/>
                      <a:pt x="31432" y="15716"/>
                    </a:cubicBezTo>
                    <a:cubicBezTo>
                      <a:pt x="31432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4" name="Google Shape;7984;p41"/>
              <p:cNvSpPr/>
              <p:nvPr/>
            </p:nvSpPr>
            <p:spPr>
              <a:xfrm>
                <a:off x="5043106" y="3835240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0" y="6858"/>
                      <a:pt x="30670" y="15335"/>
                    </a:cubicBezTo>
                    <a:cubicBezTo>
                      <a:pt x="30670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5" name="Google Shape;7985;p41"/>
              <p:cNvSpPr/>
              <p:nvPr/>
            </p:nvSpPr>
            <p:spPr>
              <a:xfrm>
                <a:off x="5124926" y="3754183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7" y="29908"/>
                      <a:pt x="0" y="23241"/>
                      <a:pt x="0" y="14954"/>
                    </a:cubicBezTo>
                    <a:cubicBezTo>
                      <a:pt x="0" y="6667"/>
                      <a:pt x="6667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6" name="Google Shape;7986;p41"/>
              <p:cNvSpPr/>
              <p:nvPr/>
            </p:nvSpPr>
            <p:spPr>
              <a:xfrm>
                <a:off x="5206746" y="3673125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7"/>
                      <a:pt x="14573" y="29147"/>
                    </a:cubicBezTo>
                    <a:cubicBezTo>
                      <a:pt x="6525" y="29147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7" name="Google Shape;7987;p41"/>
              <p:cNvSpPr/>
              <p:nvPr/>
            </p:nvSpPr>
            <p:spPr>
              <a:xfrm>
                <a:off x="5288565" y="3592258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14097" y="28194"/>
                    </a:moveTo>
                    <a:cubicBezTo>
                      <a:pt x="6287" y="28194"/>
                      <a:pt x="0" y="21907"/>
                      <a:pt x="0" y="14097"/>
                    </a:cubicBezTo>
                    <a:cubicBezTo>
                      <a:pt x="0" y="6286"/>
                      <a:pt x="6287" y="0"/>
                      <a:pt x="14097" y="0"/>
                    </a:cubicBezTo>
                    <a:cubicBezTo>
                      <a:pt x="21908" y="0"/>
                      <a:pt x="28194" y="6286"/>
                      <a:pt x="28194" y="14097"/>
                    </a:cubicBezTo>
                    <a:cubicBezTo>
                      <a:pt x="28194" y="21907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8" name="Google Shape;7988;p41"/>
              <p:cNvSpPr/>
              <p:nvPr/>
            </p:nvSpPr>
            <p:spPr>
              <a:xfrm>
                <a:off x="5370385" y="3511200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096" y="0"/>
                      <a:pt x="13716" y="0"/>
                    </a:cubicBezTo>
                    <a:cubicBezTo>
                      <a:pt x="21336" y="0"/>
                      <a:pt x="27432" y="6096"/>
                      <a:pt x="27432" y="13716"/>
                    </a:cubicBezTo>
                    <a:cubicBezTo>
                      <a:pt x="27432" y="21336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9" name="Google Shape;7989;p41"/>
              <p:cNvSpPr/>
              <p:nvPr/>
            </p:nvSpPr>
            <p:spPr>
              <a:xfrm>
                <a:off x="5452205" y="3430142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0" name="Google Shape;7990;p41"/>
              <p:cNvSpPr/>
              <p:nvPr/>
            </p:nvSpPr>
            <p:spPr>
              <a:xfrm>
                <a:off x="5534025" y="3349084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1" name="Google Shape;7991;p41"/>
              <p:cNvSpPr/>
              <p:nvPr/>
            </p:nvSpPr>
            <p:spPr>
              <a:xfrm>
                <a:off x="5615940" y="3268217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2" name="Google Shape;7992;p41"/>
              <p:cNvSpPr/>
              <p:nvPr/>
            </p:nvSpPr>
            <p:spPr>
              <a:xfrm>
                <a:off x="5697759" y="3187159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3" name="Google Shape;7993;p41"/>
              <p:cNvSpPr/>
              <p:nvPr/>
            </p:nvSpPr>
            <p:spPr>
              <a:xfrm>
                <a:off x="5779484" y="310610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4" name="Google Shape;7994;p41"/>
              <p:cNvSpPr/>
              <p:nvPr/>
            </p:nvSpPr>
            <p:spPr>
              <a:xfrm>
                <a:off x="5861304" y="3025044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5" name="Google Shape;7995;p41"/>
              <p:cNvSpPr/>
              <p:nvPr/>
            </p:nvSpPr>
            <p:spPr>
              <a:xfrm>
                <a:off x="5943219" y="2944177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6" name="Google Shape;7996;p41"/>
              <p:cNvSpPr/>
              <p:nvPr/>
            </p:nvSpPr>
            <p:spPr>
              <a:xfrm>
                <a:off x="6025038" y="2863119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7" name="Google Shape;7997;p41"/>
              <p:cNvSpPr/>
              <p:nvPr/>
            </p:nvSpPr>
            <p:spPr>
              <a:xfrm>
                <a:off x="6106763" y="2782061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8" name="Google Shape;7998;p41"/>
              <p:cNvSpPr/>
              <p:nvPr/>
            </p:nvSpPr>
            <p:spPr>
              <a:xfrm>
                <a:off x="6188583" y="2701003"/>
                <a:ext cx="19430" cy="19430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0" extrusionOk="0">
                    <a:moveTo>
                      <a:pt x="9716" y="19431"/>
                    </a:moveTo>
                    <a:cubicBezTo>
                      <a:pt x="4381" y="19431"/>
                      <a:pt x="0" y="15049"/>
                      <a:pt x="0" y="9715"/>
                    </a:cubicBezTo>
                    <a:cubicBezTo>
                      <a:pt x="0" y="4381"/>
                      <a:pt x="4381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9" name="Google Shape;7999;p41"/>
              <p:cNvSpPr/>
              <p:nvPr/>
            </p:nvSpPr>
            <p:spPr>
              <a:xfrm>
                <a:off x="6270498" y="2620041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9" y="9239"/>
                    </a:moveTo>
                    <a:cubicBezTo>
                      <a:pt x="18479" y="14342"/>
                      <a:pt x="14342" y="18478"/>
                      <a:pt x="9239" y="18478"/>
                    </a:cubicBezTo>
                    <a:cubicBezTo>
                      <a:pt x="4137" y="18478"/>
                      <a:pt x="0" y="14342"/>
                      <a:pt x="0" y="9239"/>
                    </a:cubicBezTo>
                    <a:cubicBezTo>
                      <a:pt x="0" y="4136"/>
                      <a:pt x="4137" y="0"/>
                      <a:pt x="9239" y="0"/>
                    </a:cubicBezTo>
                    <a:cubicBezTo>
                      <a:pt x="14342" y="0"/>
                      <a:pt x="18479" y="4136"/>
                      <a:pt x="18479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0" name="Google Shape;8000;p41"/>
              <p:cNvSpPr/>
              <p:nvPr/>
            </p:nvSpPr>
            <p:spPr>
              <a:xfrm>
                <a:off x="6352317" y="2538983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6" y="4000"/>
                      <a:pt x="17716" y="8858"/>
                    </a:cubicBezTo>
                    <a:cubicBezTo>
                      <a:pt x="17716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1" name="Google Shape;8001;p41"/>
              <p:cNvSpPr/>
              <p:nvPr/>
            </p:nvSpPr>
            <p:spPr>
              <a:xfrm>
                <a:off x="6434137" y="2457925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2" name="Google Shape;8002;p41"/>
              <p:cNvSpPr/>
              <p:nvPr/>
            </p:nvSpPr>
            <p:spPr>
              <a:xfrm>
                <a:off x="6515861" y="2376867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3" name="Google Shape;8003;p41"/>
              <p:cNvSpPr/>
              <p:nvPr/>
            </p:nvSpPr>
            <p:spPr>
              <a:xfrm>
                <a:off x="6597776" y="2295810"/>
                <a:ext cx="15335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335" h="15430" extrusionOk="0">
                    <a:moveTo>
                      <a:pt x="7620" y="15431"/>
                    </a:moveTo>
                    <a:cubicBezTo>
                      <a:pt x="3429" y="15431"/>
                      <a:pt x="0" y="12002"/>
                      <a:pt x="0" y="7715"/>
                    </a:cubicBezTo>
                    <a:cubicBezTo>
                      <a:pt x="0" y="3429"/>
                      <a:pt x="3429" y="0"/>
                      <a:pt x="7620" y="0"/>
                    </a:cubicBezTo>
                    <a:cubicBezTo>
                      <a:pt x="11811" y="0"/>
                      <a:pt x="15335" y="3429"/>
                      <a:pt x="15335" y="7715"/>
                    </a:cubicBezTo>
                    <a:cubicBezTo>
                      <a:pt x="15335" y="12002"/>
                      <a:pt x="11906" y="15431"/>
                      <a:pt x="7620" y="15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4" name="Google Shape;8004;p41"/>
              <p:cNvSpPr/>
              <p:nvPr/>
            </p:nvSpPr>
            <p:spPr>
              <a:xfrm>
                <a:off x="6679596" y="2214943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5" name="Google Shape;8005;p41"/>
              <p:cNvSpPr/>
              <p:nvPr/>
            </p:nvSpPr>
            <p:spPr>
              <a:xfrm>
                <a:off x="6761416" y="2133885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6" name="Google Shape;8006;p41"/>
              <p:cNvSpPr/>
              <p:nvPr/>
            </p:nvSpPr>
            <p:spPr>
              <a:xfrm>
                <a:off x="6843236" y="2052827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7" name="Google Shape;8007;p41"/>
              <p:cNvSpPr/>
              <p:nvPr/>
            </p:nvSpPr>
            <p:spPr>
              <a:xfrm>
                <a:off x="6924960" y="1971769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8" name="Google Shape;8008;p41"/>
              <p:cNvSpPr/>
              <p:nvPr/>
            </p:nvSpPr>
            <p:spPr>
              <a:xfrm>
                <a:off x="7006875" y="1890902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9" name="Google Shape;8009;p41"/>
              <p:cNvSpPr/>
              <p:nvPr/>
            </p:nvSpPr>
            <p:spPr>
              <a:xfrm>
                <a:off x="7088695" y="1809844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0" name="Google Shape;8010;p41"/>
              <p:cNvSpPr/>
              <p:nvPr/>
            </p:nvSpPr>
            <p:spPr>
              <a:xfrm>
                <a:off x="7170515" y="1728787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1" name="Google Shape;8011;p41"/>
              <p:cNvSpPr/>
              <p:nvPr/>
            </p:nvSpPr>
            <p:spPr>
              <a:xfrm>
                <a:off x="7252334" y="1647729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2" name="Google Shape;8012;p41"/>
              <p:cNvSpPr/>
              <p:nvPr/>
            </p:nvSpPr>
            <p:spPr>
              <a:xfrm>
                <a:off x="7334154" y="156686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3" name="Google Shape;8013;p41"/>
              <p:cNvSpPr/>
              <p:nvPr/>
            </p:nvSpPr>
            <p:spPr>
              <a:xfrm>
                <a:off x="7415974" y="1485804"/>
                <a:ext cx="7239" cy="7238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8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4" name="Google Shape;8014;p41"/>
              <p:cNvSpPr/>
              <p:nvPr/>
            </p:nvSpPr>
            <p:spPr>
              <a:xfrm>
                <a:off x="7497794" y="1404746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5" name="Google Shape;8015;p41"/>
              <p:cNvSpPr/>
              <p:nvPr/>
            </p:nvSpPr>
            <p:spPr>
              <a:xfrm>
                <a:off x="7579614" y="1323688"/>
                <a:ext cx="5714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5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6" name="Google Shape;8016;p41"/>
              <p:cNvSpPr/>
              <p:nvPr/>
            </p:nvSpPr>
            <p:spPr>
              <a:xfrm>
                <a:off x="7661528" y="1242821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7" name="Google Shape;8017;p41"/>
              <p:cNvSpPr/>
              <p:nvPr/>
            </p:nvSpPr>
            <p:spPr>
              <a:xfrm>
                <a:off x="7743253" y="1161763"/>
                <a:ext cx="4000" cy="400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000" extrusionOk="0">
                    <a:moveTo>
                      <a:pt x="2000" y="4001"/>
                    </a:moveTo>
                    <a:cubicBezTo>
                      <a:pt x="857" y="4001"/>
                      <a:pt x="0" y="3143"/>
                      <a:pt x="0" y="2000"/>
                    </a:cubicBezTo>
                    <a:cubicBezTo>
                      <a:pt x="0" y="857"/>
                      <a:pt x="857" y="0"/>
                      <a:pt x="2000" y="0"/>
                    </a:cubicBezTo>
                    <a:cubicBezTo>
                      <a:pt x="3143" y="0"/>
                      <a:pt x="4000" y="857"/>
                      <a:pt x="4000" y="2000"/>
                    </a:cubicBezTo>
                    <a:cubicBezTo>
                      <a:pt x="4000" y="3143"/>
                      <a:pt x="3143" y="4001"/>
                      <a:pt x="2000" y="4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18" name="Google Shape;8018;p41"/>
            <p:cNvGrpSpPr/>
            <p:nvPr/>
          </p:nvGrpSpPr>
          <p:grpSpPr>
            <a:xfrm>
              <a:off x="3822477" y="1167669"/>
              <a:ext cx="3768661" cy="3768660"/>
              <a:chOff x="3822477" y="1167669"/>
              <a:chExt cx="3768661" cy="3768660"/>
            </a:xfrm>
          </p:grpSpPr>
          <p:sp>
            <p:nvSpPr>
              <p:cNvPr id="8019" name="Google Shape;8019;p41"/>
              <p:cNvSpPr/>
              <p:nvPr/>
            </p:nvSpPr>
            <p:spPr>
              <a:xfrm>
                <a:off x="3822477" y="4894420"/>
                <a:ext cx="41910" cy="41909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41909" extrusionOk="0">
                    <a:moveTo>
                      <a:pt x="20955" y="41910"/>
                    </a:moveTo>
                    <a:cubicBezTo>
                      <a:pt x="9335" y="41910"/>
                      <a:pt x="0" y="32480"/>
                      <a:pt x="0" y="20955"/>
                    </a:cubicBezTo>
                    <a:cubicBezTo>
                      <a:pt x="0" y="9430"/>
                      <a:pt x="9430" y="0"/>
                      <a:pt x="20955" y="0"/>
                    </a:cubicBezTo>
                    <a:cubicBezTo>
                      <a:pt x="32480" y="0"/>
                      <a:pt x="41910" y="9430"/>
                      <a:pt x="41910" y="20955"/>
                    </a:cubicBezTo>
                    <a:cubicBezTo>
                      <a:pt x="41910" y="32480"/>
                      <a:pt x="32480" y="41910"/>
                      <a:pt x="20955" y="41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0" name="Google Shape;8020;p41"/>
              <p:cNvSpPr/>
              <p:nvPr/>
            </p:nvSpPr>
            <p:spPr>
              <a:xfrm>
                <a:off x="3904297" y="4813362"/>
                <a:ext cx="41148" cy="41148"/>
              </a:xfrm>
              <a:custGeom>
                <a:avLst/>
                <a:gdLst/>
                <a:ahLst/>
                <a:cxnLst/>
                <a:rect l="l" t="t" r="r" b="b"/>
                <a:pathLst>
                  <a:path w="41148" h="41148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1" name="Google Shape;8021;p41"/>
              <p:cNvSpPr/>
              <p:nvPr/>
            </p:nvSpPr>
            <p:spPr>
              <a:xfrm>
                <a:off x="3986117" y="4732305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2" name="Google Shape;8022;p41"/>
              <p:cNvSpPr/>
              <p:nvPr/>
            </p:nvSpPr>
            <p:spPr>
              <a:xfrm>
                <a:off x="4067841" y="4651152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3" name="Google Shape;8023;p41"/>
              <p:cNvSpPr/>
              <p:nvPr/>
            </p:nvSpPr>
            <p:spPr>
              <a:xfrm>
                <a:off x="4149756" y="457028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4" name="Google Shape;8024;p41"/>
              <p:cNvSpPr/>
              <p:nvPr/>
            </p:nvSpPr>
            <p:spPr>
              <a:xfrm>
                <a:off x="4231576" y="4489227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5" name="Google Shape;8025;p41"/>
              <p:cNvSpPr/>
              <p:nvPr/>
            </p:nvSpPr>
            <p:spPr>
              <a:xfrm>
                <a:off x="4313396" y="4408169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6" name="Google Shape;8026;p41"/>
              <p:cNvSpPr/>
              <p:nvPr/>
            </p:nvSpPr>
            <p:spPr>
              <a:xfrm>
                <a:off x="4395215" y="4327111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7" name="Google Shape;8027;p41"/>
              <p:cNvSpPr/>
              <p:nvPr/>
            </p:nvSpPr>
            <p:spPr>
              <a:xfrm>
                <a:off x="4477035" y="4246149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812"/>
                    </a:cubicBezTo>
                    <a:cubicBezTo>
                      <a:pt x="0" y="800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812"/>
                    </a:cubicBezTo>
                    <a:cubicBezTo>
                      <a:pt x="35433" y="27718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8" name="Google Shape;8028;p41"/>
              <p:cNvSpPr/>
              <p:nvPr/>
            </p:nvSpPr>
            <p:spPr>
              <a:xfrm>
                <a:off x="4558855" y="4165186"/>
                <a:ext cx="34670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0" y="0"/>
                      <a:pt x="34671" y="7810"/>
                      <a:pt x="34671" y="17335"/>
                    </a:cubicBezTo>
                    <a:cubicBezTo>
                      <a:pt x="34671" y="26860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9" name="Google Shape;8029;p41"/>
              <p:cNvSpPr/>
              <p:nvPr/>
            </p:nvSpPr>
            <p:spPr>
              <a:xfrm>
                <a:off x="4640675" y="4084128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0" name="Google Shape;8030;p41"/>
              <p:cNvSpPr/>
              <p:nvPr/>
            </p:nvSpPr>
            <p:spPr>
              <a:xfrm>
                <a:off x="4722495" y="4003071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1" name="Google Shape;8031;p41"/>
              <p:cNvSpPr/>
              <p:nvPr/>
            </p:nvSpPr>
            <p:spPr>
              <a:xfrm>
                <a:off x="4804314" y="3922013"/>
                <a:ext cx="32289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384" extrusionOk="0">
                    <a:moveTo>
                      <a:pt x="16192" y="32385"/>
                    </a:moveTo>
                    <a:cubicBezTo>
                      <a:pt x="7239" y="32385"/>
                      <a:pt x="0" y="25146"/>
                      <a:pt x="0" y="16192"/>
                    </a:cubicBezTo>
                    <a:cubicBezTo>
                      <a:pt x="0" y="7239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2"/>
                    </a:cubicBezTo>
                    <a:cubicBezTo>
                      <a:pt x="32290" y="25146"/>
                      <a:pt x="25051" y="32385"/>
                      <a:pt x="16192" y="32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2" name="Google Shape;8032;p41"/>
              <p:cNvSpPr/>
              <p:nvPr/>
            </p:nvSpPr>
            <p:spPr>
              <a:xfrm>
                <a:off x="4886134" y="3841146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8" y="31433"/>
                      <a:pt x="0" y="24384"/>
                      <a:pt x="0" y="15716"/>
                    </a:cubicBezTo>
                    <a:cubicBezTo>
                      <a:pt x="0" y="7049"/>
                      <a:pt x="7048" y="0"/>
                      <a:pt x="15716" y="0"/>
                    </a:cubicBezTo>
                    <a:cubicBezTo>
                      <a:pt x="24384" y="0"/>
                      <a:pt x="31432" y="7049"/>
                      <a:pt x="31432" y="15716"/>
                    </a:cubicBezTo>
                    <a:cubicBezTo>
                      <a:pt x="31432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3" name="Google Shape;8033;p41"/>
              <p:cNvSpPr/>
              <p:nvPr/>
            </p:nvSpPr>
            <p:spPr>
              <a:xfrm>
                <a:off x="4967954" y="3760088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4" name="Google Shape;8034;p41"/>
              <p:cNvSpPr/>
              <p:nvPr/>
            </p:nvSpPr>
            <p:spPr>
              <a:xfrm>
                <a:off x="5049774" y="3679030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7" y="29909"/>
                      <a:pt x="0" y="23241"/>
                      <a:pt x="0" y="14954"/>
                    </a:cubicBezTo>
                    <a:cubicBezTo>
                      <a:pt x="0" y="6668"/>
                      <a:pt x="6667" y="0"/>
                      <a:pt x="14954" y="0"/>
                    </a:cubicBezTo>
                    <a:cubicBezTo>
                      <a:pt x="23241" y="0"/>
                      <a:pt x="29908" y="6668"/>
                      <a:pt x="29908" y="14954"/>
                    </a:cubicBezTo>
                    <a:cubicBezTo>
                      <a:pt x="29908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5" name="Google Shape;8035;p41"/>
              <p:cNvSpPr/>
              <p:nvPr/>
            </p:nvSpPr>
            <p:spPr>
              <a:xfrm>
                <a:off x="5131593" y="3597972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70" y="0"/>
                      <a:pt x="29146" y="6477"/>
                      <a:pt x="29146" y="14573"/>
                    </a:cubicBezTo>
                    <a:cubicBezTo>
                      <a:pt x="29146" y="22670"/>
                      <a:pt x="22670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6" name="Google Shape;8036;p41"/>
              <p:cNvSpPr/>
              <p:nvPr/>
            </p:nvSpPr>
            <p:spPr>
              <a:xfrm>
                <a:off x="5213508" y="3517105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7" name="Google Shape;8037;p41"/>
              <p:cNvSpPr/>
              <p:nvPr/>
            </p:nvSpPr>
            <p:spPr>
              <a:xfrm>
                <a:off x="5295233" y="3436048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8" name="Google Shape;8038;p41"/>
              <p:cNvSpPr/>
              <p:nvPr/>
            </p:nvSpPr>
            <p:spPr>
              <a:xfrm>
                <a:off x="5377053" y="3354990"/>
                <a:ext cx="26670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9" name="Google Shape;8039;p41"/>
              <p:cNvSpPr/>
              <p:nvPr/>
            </p:nvSpPr>
            <p:spPr>
              <a:xfrm>
                <a:off x="5458872" y="3273932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0" name="Google Shape;8040;p41"/>
              <p:cNvSpPr/>
              <p:nvPr/>
            </p:nvSpPr>
            <p:spPr>
              <a:xfrm>
                <a:off x="5540787" y="3193065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6" y="24955"/>
                      <a:pt x="0" y="19369"/>
                      <a:pt x="0" y="12478"/>
                    </a:cubicBezTo>
                    <a:cubicBezTo>
                      <a:pt x="0" y="5586"/>
                      <a:pt x="5586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1" name="Google Shape;8041;p41"/>
              <p:cNvSpPr/>
              <p:nvPr/>
            </p:nvSpPr>
            <p:spPr>
              <a:xfrm>
                <a:off x="5622607" y="3112007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2" name="Google Shape;8042;p41"/>
              <p:cNvSpPr/>
              <p:nvPr/>
            </p:nvSpPr>
            <p:spPr>
              <a:xfrm>
                <a:off x="5704332" y="3030949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3" name="Google Shape;8043;p41"/>
              <p:cNvSpPr/>
              <p:nvPr/>
            </p:nvSpPr>
            <p:spPr>
              <a:xfrm>
                <a:off x="5786151" y="2949891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4" name="Google Shape;8044;p41"/>
              <p:cNvSpPr/>
              <p:nvPr/>
            </p:nvSpPr>
            <p:spPr>
              <a:xfrm>
                <a:off x="5868066" y="2869024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5" name="Google Shape;8045;p41"/>
              <p:cNvSpPr/>
              <p:nvPr/>
            </p:nvSpPr>
            <p:spPr>
              <a:xfrm>
                <a:off x="5949886" y="2787966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6" name="Google Shape;8046;p41"/>
              <p:cNvSpPr/>
              <p:nvPr/>
            </p:nvSpPr>
            <p:spPr>
              <a:xfrm>
                <a:off x="6031706" y="2706909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477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7" name="Google Shape;8047;p41"/>
              <p:cNvSpPr/>
              <p:nvPr/>
            </p:nvSpPr>
            <p:spPr>
              <a:xfrm>
                <a:off x="6113430" y="2625851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286" y="0"/>
                      <a:pt x="9716" y="0"/>
                    </a:cubicBezTo>
                    <a:cubicBezTo>
                      <a:pt x="15145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8" name="Google Shape;8048;p41"/>
              <p:cNvSpPr/>
              <p:nvPr/>
            </p:nvSpPr>
            <p:spPr>
              <a:xfrm>
                <a:off x="6195345" y="2544889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9" name="Google Shape;8049;p41"/>
              <p:cNvSpPr/>
              <p:nvPr/>
            </p:nvSpPr>
            <p:spPr>
              <a:xfrm>
                <a:off x="6277165" y="2463926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1" y="17717"/>
                      <a:pt x="0" y="13716"/>
                      <a:pt x="0" y="8858"/>
                    </a:cubicBezTo>
                    <a:cubicBezTo>
                      <a:pt x="0" y="4001"/>
                      <a:pt x="4001" y="0"/>
                      <a:pt x="8858" y="0"/>
                    </a:cubicBezTo>
                    <a:cubicBezTo>
                      <a:pt x="13716" y="0"/>
                      <a:pt x="17717" y="4001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0" name="Google Shape;8050;p41"/>
              <p:cNvSpPr/>
              <p:nvPr/>
            </p:nvSpPr>
            <p:spPr>
              <a:xfrm>
                <a:off x="6358985" y="2382773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5" y="3810"/>
                      <a:pt x="16955" y="8477"/>
                    </a:cubicBezTo>
                    <a:cubicBezTo>
                      <a:pt x="16955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1" name="Google Shape;8051;p41"/>
              <p:cNvSpPr/>
              <p:nvPr/>
            </p:nvSpPr>
            <p:spPr>
              <a:xfrm>
                <a:off x="6440805" y="2301715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2"/>
                    </a:moveTo>
                    <a:cubicBezTo>
                      <a:pt x="3619" y="16192"/>
                      <a:pt x="0" y="12573"/>
                      <a:pt x="0" y="8096"/>
                    </a:cubicBezTo>
                    <a:cubicBezTo>
                      <a:pt x="0" y="3619"/>
                      <a:pt x="3619" y="0"/>
                      <a:pt x="8096" y="0"/>
                    </a:cubicBezTo>
                    <a:cubicBezTo>
                      <a:pt x="12573" y="0"/>
                      <a:pt x="16192" y="3619"/>
                      <a:pt x="16192" y="8096"/>
                    </a:cubicBezTo>
                    <a:cubicBezTo>
                      <a:pt x="16192" y="12573"/>
                      <a:pt x="12573" y="16192"/>
                      <a:pt x="8096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2" name="Google Shape;8052;p41"/>
              <p:cNvSpPr/>
              <p:nvPr/>
            </p:nvSpPr>
            <p:spPr>
              <a:xfrm>
                <a:off x="6522529" y="2220753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3" name="Google Shape;8053;p41"/>
              <p:cNvSpPr/>
              <p:nvPr/>
            </p:nvSpPr>
            <p:spPr>
              <a:xfrm>
                <a:off x="6604444" y="2139790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4" name="Google Shape;8054;p41"/>
              <p:cNvSpPr/>
              <p:nvPr/>
            </p:nvSpPr>
            <p:spPr>
              <a:xfrm>
                <a:off x="6686264" y="2058732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5" name="Google Shape;8055;p41"/>
              <p:cNvSpPr/>
              <p:nvPr/>
            </p:nvSpPr>
            <p:spPr>
              <a:xfrm>
                <a:off x="6768083" y="1977675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6" name="Google Shape;8056;p41"/>
              <p:cNvSpPr/>
              <p:nvPr/>
            </p:nvSpPr>
            <p:spPr>
              <a:xfrm>
                <a:off x="6849903" y="1896617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7" name="Google Shape;8057;p41"/>
              <p:cNvSpPr/>
              <p:nvPr/>
            </p:nvSpPr>
            <p:spPr>
              <a:xfrm>
                <a:off x="6931723" y="1815750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8" name="Google Shape;8058;p41"/>
              <p:cNvSpPr/>
              <p:nvPr/>
            </p:nvSpPr>
            <p:spPr>
              <a:xfrm>
                <a:off x="7013543" y="1734692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9" name="Google Shape;8059;p41"/>
              <p:cNvSpPr/>
              <p:nvPr/>
            </p:nvSpPr>
            <p:spPr>
              <a:xfrm>
                <a:off x="7095363" y="1653634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0" name="Google Shape;8060;p41"/>
              <p:cNvSpPr/>
              <p:nvPr/>
            </p:nvSpPr>
            <p:spPr>
              <a:xfrm>
                <a:off x="7177182" y="1572576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1" name="Google Shape;8061;p41"/>
              <p:cNvSpPr/>
              <p:nvPr/>
            </p:nvSpPr>
            <p:spPr>
              <a:xfrm>
                <a:off x="7259002" y="1491709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2" name="Google Shape;8062;p41"/>
              <p:cNvSpPr/>
              <p:nvPr/>
            </p:nvSpPr>
            <p:spPr>
              <a:xfrm>
                <a:off x="7340822" y="1410652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19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19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3" name="Google Shape;8063;p41"/>
              <p:cNvSpPr/>
              <p:nvPr/>
            </p:nvSpPr>
            <p:spPr>
              <a:xfrm>
                <a:off x="7422641" y="1329594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4" name="Google Shape;8064;p41"/>
              <p:cNvSpPr/>
              <p:nvPr/>
            </p:nvSpPr>
            <p:spPr>
              <a:xfrm>
                <a:off x="7504461" y="1248536"/>
                <a:ext cx="571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5715" extrusionOk="0">
                    <a:moveTo>
                      <a:pt x="2858" y="5715"/>
                    </a:moveTo>
                    <a:cubicBezTo>
                      <a:pt x="1334" y="5715"/>
                      <a:pt x="0" y="4477"/>
                      <a:pt x="0" y="2858"/>
                    </a:cubicBezTo>
                    <a:cubicBezTo>
                      <a:pt x="0" y="1238"/>
                      <a:pt x="1238" y="0"/>
                      <a:pt x="2858" y="0"/>
                    </a:cubicBezTo>
                    <a:cubicBezTo>
                      <a:pt x="4477" y="0"/>
                      <a:pt x="5715" y="1238"/>
                      <a:pt x="5715" y="2858"/>
                    </a:cubicBezTo>
                    <a:cubicBezTo>
                      <a:pt x="5715" y="4477"/>
                      <a:pt x="4477" y="5715"/>
                      <a:pt x="2858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5" name="Google Shape;8065;p41"/>
              <p:cNvSpPr/>
              <p:nvPr/>
            </p:nvSpPr>
            <p:spPr>
              <a:xfrm>
                <a:off x="7586376" y="1167669"/>
                <a:ext cx="4762" cy="4762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4762" extrusionOk="0">
                    <a:moveTo>
                      <a:pt x="2381" y="4763"/>
                    </a:moveTo>
                    <a:cubicBezTo>
                      <a:pt x="1048" y="4763"/>
                      <a:pt x="0" y="3715"/>
                      <a:pt x="0" y="2381"/>
                    </a:cubicBezTo>
                    <a:cubicBezTo>
                      <a:pt x="0" y="1048"/>
                      <a:pt x="1048" y="0"/>
                      <a:pt x="2381" y="0"/>
                    </a:cubicBezTo>
                    <a:cubicBezTo>
                      <a:pt x="3715" y="0"/>
                      <a:pt x="4763" y="1048"/>
                      <a:pt x="4763" y="2381"/>
                    </a:cubicBezTo>
                    <a:cubicBezTo>
                      <a:pt x="4763" y="3715"/>
                      <a:pt x="3715" y="4763"/>
                      <a:pt x="2381" y="47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66" name="Google Shape;8066;p41"/>
            <p:cNvGrpSpPr/>
            <p:nvPr/>
          </p:nvGrpSpPr>
          <p:grpSpPr>
            <a:xfrm>
              <a:off x="3829145" y="1173384"/>
              <a:ext cx="3605878" cy="3605973"/>
              <a:chOff x="3829145" y="1173384"/>
              <a:chExt cx="3605878" cy="3605973"/>
            </a:xfrm>
          </p:grpSpPr>
          <p:sp>
            <p:nvSpPr>
              <p:cNvPr id="8067" name="Google Shape;8067;p41"/>
              <p:cNvSpPr/>
              <p:nvPr/>
            </p:nvSpPr>
            <p:spPr>
              <a:xfrm>
                <a:off x="3829145" y="4738210"/>
                <a:ext cx="41147" cy="41147"/>
              </a:xfrm>
              <a:custGeom>
                <a:avLst/>
                <a:gdLst/>
                <a:ahLst/>
                <a:cxnLst/>
                <a:rect l="l" t="t" r="r" b="b"/>
                <a:pathLst>
                  <a:path w="41147" h="41147" extrusionOk="0">
                    <a:moveTo>
                      <a:pt x="20574" y="41148"/>
                    </a:moveTo>
                    <a:cubicBezTo>
                      <a:pt x="9239" y="41148"/>
                      <a:pt x="0" y="31909"/>
                      <a:pt x="0" y="20574"/>
                    </a:cubicBezTo>
                    <a:cubicBezTo>
                      <a:pt x="0" y="9239"/>
                      <a:pt x="9239" y="0"/>
                      <a:pt x="20574" y="0"/>
                    </a:cubicBezTo>
                    <a:cubicBezTo>
                      <a:pt x="31909" y="0"/>
                      <a:pt x="41148" y="9239"/>
                      <a:pt x="41148" y="20574"/>
                    </a:cubicBezTo>
                    <a:cubicBezTo>
                      <a:pt x="41148" y="31909"/>
                      <a:pt x="31909" y="41148"/>
                      <a:pt x="20574" y="41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8" name="Google Shape;8068;p41"/>
              <p:cNvSpPr/>
              <p:nvPr/>
            </p:nvSpPr>
            <p:spPr>
              <a:xfrm>
                <a:off x="3910965" y="4657153"/>
                <a:ext cx="40385" cy="4038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5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9" name="Google Shape;8069;p41"/>
              <p:cNvSpPr/>
              <p:nvPr/>
            </p:nvSpPr>
            <p:spPr>
              <a:xfrm>
                <a:off x="3992689" y="4576095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0" name="Google Shape;8070;p41"/>
              <p:cNvSpPr/>
              <p:nvPr/>
            </p:nvSpPr>
            <p:spPr>
              <a:xfrm>
                <a:off x="4074604" y="4495228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1" y="8668"/>
                      <a:pt x="38671" y="19336"/>
                    </a:cubicBezTo>
                    <a:cubicBezTo>
                      <a:pt x="38671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1" name="Google Shape;8071;p41"/>
              <p:cNvSpPr/>
              <p:nvPr/>
            </p:nvSpPr>
            <p:spPr>
              <a:xfrm>
                <a:off x="4156424" y="4414170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2" name="Google Shape;8072;p41"/>
              <p:cNvSpPr/>
              <p:nvPr/>
            </p:nvSpPr>
            <p:spPr>
              <a:xfrm>
                <a:off x="4238243" y="4333017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3" name="Google Shape;8073;p41"/>
              <p:cNvSpPr/>
              <p:nvPr/>
            </p:nvSpPr>
            <p:spPr>
              <a:xfrm>
                <a:off x="4320063" y="4251959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4" name="Google Shape;8074;p41"/>
              <p:cNvSpPr/>
              <p:nvPr/>
            </p:nvSpPr>
            <p:spPr>
              <a:xfrm>
                <a:off x="4401883" y="4171092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5" name="Google Shape;8075;p41"/>
              <p:cNvSpPr/>
              <p:nvPr/>
            </p:nvSpPr>
            <p:spPr>
              <a:xfrm>
                <a:off x="4483703" y="4090034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6" name="Google Shape;8076;p41"/>
              <p:cNvSpPr/>
              <p:nvPr/>
            </p:nvSpPr>
            <p:spPr>
              <a:xfrm>
                <a:off x="4565522" y="4008976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7" name="Google Shape;8077;p41"/>
              <p:cNvSpPr/>
              <p:nvPr/>
            </p:nvSpPr>
            <p:spPr>
              <a:xfrm>
                <a:off x="4647342" y="3927919"/>
                <a:ext cx="33146" cy="33146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6" extrusionOk="0">
                    <a:moveTo>
                      <a:pt x="16573" y="33147"/>
                    </a:moveTo>
                    <a:cubicBezTo>
                      <a:pt x="7429" y="33147"/>
                      <a:pt x="0" y="25717"/>
                      <a:pt x="0" y="16573"/>
                    </a:cubicBezTo>
                    <a:cubicBezTo>
                      <a:pt x="0" y="7429"/>
                      <a:pt x="7429" y="0"/>
                      <a:pt x="16573" y="0"/>
                    </a:cubicBezTo>
                    <a:cubicBezTo>
                      <a:pt x="25717" y="0"/>
                      <a:pt x="33147" y="7429"/>
                      <a:pt x="33147" y="16573"/>
                    </a:cubicBezTo>
                    <a:cubicBezTo>
                      <a:pt x="33147" y="25717"/>
                      <a:pt x="25717" y="33147"/>
                      <a:pt x="16573" y="33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8" name="Google Shape;8078;p41"/>
              <p:cNvSpPr/>
              <p:nvPr/>
            </p:nvSpPr>
            <p:spPr>
              <a:xfrm>
                <a:off x="4729257" y="3846956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5" y="0"/>
                      <a:pt x="32194" y="7239"/>
                      <a:pt x="32194" y="16097"/>
                    </a:cubicBezTo>
                    <a:cubicBezTo>
                      <a:pt x="32194" y="24955"/>
                      <a:pt x="24955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9" name="Google Shape;8079;p41"/>
              <p:cNvSpPr/>
              <p:nvPr/>
            </p:nvSpPr>
            <p:spPr>
              <a:xfrm>
                <a:off x="4810982" y="3765994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9" y="31432"/>
                      <a:pt x="0" y="24384"/>
                      <a:pt x="0" y="15716"/>
                    </a:cubicBezTo>
                    <a:cubicBezTo>
                      <a:pt x="0" y="7048"/>
                      <a:pt x="7049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0" name="Google Shape;8080;p41"/>
              <p:cNvSpPr/>
              <p:nvPr/>
            </p:nvSpPr>
            <p:spPr>
              <a:xfrm>
                <a:off x="4892802" y="3684936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1" name="Google Shape;8081;p41"/>
              <p:cNvSpPr/>
              <p:nvPr/>
            </p:nvSpPr>
            <p:spPr>
              <a:xfrm>
                <a:off x="4974621" y="3603878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9"/>
                    </a:moveTo>
                    <a:cubicBezTo>
                      <a:pt x="6668" y="29909"/>
                      <a:pt x="0" y="23241"/>
                      <a:pt x="0" y="14954"/>
                    </a:cubicBezTo>
                    <a:cubicBezTo>
                      <a:pt x="0" y="6668"/>
                      <a:pt x="6668" y="0"/>
                      <a:pt x="14954" y="0"/>
                    </a:cubicBezTo>
                    <a:cubicBezTo>
                      <a:pt x="23241" y="0"/>
                      <a:pt x="29909" y="6668"/>
                      <a:pt x="29909" y="14954"/>
                    </a:cubicBezTo>
                    <a:cubicBezTo>
                      <a:pt x="29909" y="23241"/>
                      <a:pt x="23241" y="29909"/>
                      <a:pt x="14954" y="29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2" name="Google Shape;8082;p41"/>
              <p:cNvSpPr/>
              <p:nvPr/>
            </p:nvSpPr>
            <p:spPr>
              <a:xfrm>
                <a:off x="5056441" y="3522916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3" name="Google Shape;8083;p41"/>
              <p:cNvSpPr/>
              <p:nvPr/>
            </p:nvSpPr>
            <p:spPr>
              <a:xfrm>
                <a:off x="5138356" y="3441953"/>
                <a:ext cx="28193" cy="28194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4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7" y="0"/>
                      <a:pt x="28194" y="6287"/>
                      <a:pt x="28194" y="14097"/>
                    </a:cubicBezTo>
                    <a:cubicBezTo>
                      <a:pt x="28194" y="21908"/>
                      <a:pt x="21907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4" name="Google Shape;8084;p41"/>
              <p:cNvSpPr/>
              <p:nvPr/>
            </p:nvSpPr>
            <p:spPr>
              <a:xfrm>
                <a:off x="5220080" y="3360895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241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5" name="Google Shape;8085;p41"/>
              <p:cNvSpPr/>
              <p:nvPr/>
            </p:nvSpPr>
            <p:spPr>
              <a:xfrm>
                <a:off x="5301900" y="3279837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6" name="Google Shape;8086;p41"/>
              <p:cNvSpPr/>
              <p:nvPr/>
            </p:nvSpPr>
            <p:spPr>
              <a:xfrm>
                <a:off x="5383720" y="3198780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7" name="Google Shape;8087;p41"/>
              <p:cNvSpPr/>
              <p:nvPr/>
            </p:nvSpPr>
            <p:spPr>
              <a:xfrm>
                <a:off x="5465635" y="3117912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6"/>
                    </a:moveTo>
                    <a:cubicBezTo>
                      <a:pt x="5524" y="24956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5" y="5620"/>
                      <a:pt x="24955" y="12478"/>
                    </a:cubicBezTo>
                    <a:cubicBezTo>
                      <a:pt x="24955" y="19336"/>
                      <a:pt x="19336" y="24956"/>
                      <a:pt x="12478" y="24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8" name="Google Shape;8088;p41"/>
              <p:cNvSpPr/>
              <p:nvPr/>
            </p:nvSpPr>
            <p:spPr>
              <a:xfrm>
                <a:off x="5547455" y="3036855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9" name="Google Shape;8089;p41"/>
              <p:cNvSpPr/>
              <p:nvPr/>
            </p:nvSpPr>
            <p:spPr>
              <a:xfrm>
                <a:off x="5629179" y="2955797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1"/>
                    </a:moveTo>
                    <a:cubicBezTo>
                      <a:pt x="5239" y="23431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1"/>
                      <a:pt x="11716" y="23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0" name="Google Shape;8090;p41"/>
              <p:cNvSpPr/>
              <p:nvPr/>
            </p:nvSpPr>
            <p:spPr>
              <a:xfrm>
                <a:off x="5710999" y="2874739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1" name="Google Shape;8091;p41"/>
              <p:cNvSpPr/>
              <p:nvPr/>
            </p:nvSpPr>
            <p:spPr>
              <a:xfrm>
                <a:off x="5792914" y="2793872"/>
                <a:ext cx="21717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6" extrusionOk="0">
                    <a:moveTo>
                      <a:pt x="10859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9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9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2" name="Google Shape;8092;p41"/>
              <p:cNvSpPr/>
              <p:nvPr/>
            </p:nvSpPr>
            <p:spPr>
              <a:xfrm>
                <a:off x="5874734" y="2712814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3" name="Google Shape;8093;p41"/>
              <p:cNvSpPr/>
              <p:nvPr/>
            </p:nvSpPr>
            <p:spPr>
              <a:xfrm>
                <a:off x="5956554" y="2631757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4" name="Google Shape;8094;p41"/>
              <p:cNvSpPr/>
              <p:nvPr/>
            </p:nvSpPr>
            <p:spPr>
              <a:xfrm>
                <a:off x="6038278" y="2550699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5" name="Google Shape;8095;p41"/>
              <p:cNvSpPr/>
              <p:nvPr/>
            </p:nvSpPr>
            <p:spPr>
              <a:xfrm>
                <a:off x="6120193" y="2469832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6" name="Google Shape;8096;p41"/>
              <p:cNvSpPr/>
              <p:nvPr/>
            </p:nvSpPr>
            <p:spPr>
              <a:xfrm>
                <a:off x="6202013" y="238867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6"/>
                      <a:pt x="8858" y="17716"/>
                    </a:cubicBezTo>
                    <a:cubicBezTo>
                      <a:pt x="3966" y="17716"/>
                      <a:pt x="0" y="13750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7" name="Google Shape;8097;p41"/>
              <p:cNvSpPr/>
              <p:nvPr/>
            </p:nvSpPr>
            <p:spPr>
              <a:xfrm>
                <a:off x="6283833" y="2307716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5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5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8" name="Google Shape;8098;p41"/>
              <p:cNvSpPr/>
              <p:nvPr/>
            </p:nvSpPr>
            <p:spPr>
              <a:xfrm>
                <a:off x="6365652" y="2226658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3" y="3620"/>
                      <a:pt x="16193" y="8096"/>
                    </a:cubicBezTo>
                    <a:cubicBezTo>
                      <a:pt x="16193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9" name="Google Shape;8099;p41"/>
              <p:cNvSpPr/>
              <p:nvPr/>
            </p:nvSpPr>
            <p:spPr>
              <a:xfrm>
                <a:off x="6447377" y="2145601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1" y="0"/>
                      <a:pt x="15430" y="3429"/>
                      <a:pt x="15430" y="7715"/>
                    </a:cubicBezTo>
                    <a:cubicBezTo>
                      <a:pt x="15430" y="12001"/>
                      <a:pt x="12001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0" name="Google Shape;8100;p41"/>
              <p:cNvSpPr/>
              <p:nvPr/>
            </p:nvSpPr>
            <p:spPr>
              <a:xfrm>
                <a:off x="6529292" y="2064638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1" name="Google Shape;8101;p41"/>
              <p:cNvSpPr/>
              <p:nvPr/>
            </p:nvSpPr>
            <p:spPr>
              <a:xfrm>
                <a:off x="6611111" y="1983580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2" name="Google Shape;8102;p41"/>
              <p:cNvSpPr/>
              <p:nvPr/>
            </p:nvSpPr>
            <p:spPr>
              <a:xfrm>
                <a:off x="6692931" y="1902522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3" name="Google Shape;8103;p41"/>
              <p:cNvSpPr/>
              <p:nvPr/>
            </p:nvSpPr>
            <p:spPr>
              <a:xfrm>
                <a:off x="6774751" y="1821465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4" name="Google Shape;8104;p41"/>
              <p:cNvSpPr/>
              <p:nvPr/>
            </p:nvSpPr>
            <p:spPr>
              <a:xfrm>
                <a:off x="6856571" y="1740598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39"/>
                    </a:moveTo>
                    <a:cubicBezTo>
                      <a:pt x="2476" y="11239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39"/>
                      <a:pt x="5620" y="11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5" name="Google Shape;8105;p41"/>
              <p:cNvSpPr/>
              <p:nvPr/>
            </p:nvSpPr>
            <p:spPr>
              <a:xfrm>
                <a:off x="6938391" y="1659540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8"/>
                    </a:moveTo>
                    <a:cubicBezTo>
                      <a:pt x="2381" y="10478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8"/>
                      <a:pt x="5239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6" name="Google Shape;8106;p41"/>
              <p:cNvSpPr/>
              <p:nvPr/>
            </p:nvSpPr>
            <p:spPr>
              <a:xfrm>
                <a:off x="7020210" y="1578482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6"/>
                    </a:moveTo>
                    <a:cubicBezTo>
                      <a:pt x="2191" y="9716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6"/>
                      <a:pt x="4858" y="9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7" name="Google Shape;8107;p41"/>
              <p:cNvSpPr/>
              <p:nvPr/>
            </p:nvSpPr>
            <p:spPr>
              <a:xfrm>
                <a:off x="7102030" y="1497424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8" name="Google Shape;8108;p41"/>
              <p:cNvSpPr/>
              <p:nvPr/>
            </p:nvSpPr>
            <p:spPr>
              <a:xfrm>
                <a:off x="7183945" y="1416557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9" name="Google Shape;8109;p41"/>
              <p:cNvSpPr/>
              <p:nvPr/>
            </p:nvSpPr>
            <p:spPr>
              <a:xfrm>
                <a:off x="7265669" y="1335499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0" name="Google Shape;8110;p41"/>
              <p:cNvSpPr/>
              <p:nvPr/>
            </p:nvSpPr>
            <p:spPr>
              <a:xfrm>
                <a:off x="7347489" y="1254441"/>
                <a:ext cx="6476" cy="6477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7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1" name="Google Shape;8111;p41"/>
              <p:cNvSpPr/>
              <p:nvPr/>
            </p:nvSpPr>
            <p:spPr>
              <a:xfrm>
                <a:off x="7429309" y="1173384"/>
                <a:ext cx="5714" cy="5714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5714" extrusionOk="0">
                    <a:moveTo>
                      <a:pt x="2857" y="5715"/>
                    </a:moveTo>
                    <a:cubicBezTo>
                      <a:pt x="1333" y="5715"/>
                      <a:pt x="0" y="4477"/>
                      <a:pt x="0" y="2857"/>
                    </a:cubicBezTo>
                    <a:cubicBezTo>
                      <a:pt x="0" y="1238"/>
                      <a:pt x="1238" y="0"/>
                      <a:pt x="2857" y="0"/>
                    </a:cubicBezTo>
                    <a:cubicBezTo>
                      <a:pt x="4477" y="0"/>
                      <a:pt x="5715" y="1238"/>
                      <a:pt x="5715" y="2857"/>
                    </a:cubicBezTo>
                    <a:cubicBezTo>
                      <a:pt x="5715" y="4477"/>
                      <a:pt x="4477" y="5715"/>
                      <a:pt x="2857" y="5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12" name="Google Shape;8112;p41"/>
            <p:cNvGrpSpPr/>
            <p:nvPr/>
          </p:nvGrpSpPr>
          <p:grpSpPr>
            <a:xfrm>
              <a:off x="3835812" y="1179289"/>
              <a:ext cx="3443001" cy="3443097"/>
              <a:chOff x="3835812" y="1179289"/>
              <a:chExt cx="3443001" cy="3443097"/>
            </a:xfrm>
          </p:grpSpPr>
          <p:sp>
            <p:nvSpPr>
              <p:cNvPr id="8113" name="Google Shape;8113;p41"/>
              <p:cNvSpPr/>
              <p:nvPr/>
            </p:nvSpPr>
            <p:spPr>
              <a:xfrm>
                <a:off x="3835812" y="4582000"/>
                <a:ext cx="40385" cy="40386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40386" extrusionOk="0">
                    <a:moveTo>
                      <a:pt x="20193" y="40386"/>
                    </a:moveTo>
                    <a:cubicBezTo>
                      <a:pt x="9049" y="40386"/>
                      <a:pt x="0" y="31337"/>
                      <a:pt x="0" y="20193"/>
                    </a:cubicBezTo>
                    <a:cubicBezTo>
                      <a:pt x="0" y="9049"/>
                      <a:pt x="9049" y="0"/>
                      <a:pt x="20193" y="0"/>
                    </a:cubicBezTo>
                    <a:cubicBezTo>
                      <a:pt x="31337" y="0"/>
                      <a:pt x="40386" y="9049"/>
                      <a:pt x="40386" y="20193"/>
                    </a:cubicBezTo>
                    <a:cubicBezTo>
                      <a:pt x="40386" y="31337"/>
                      <a:pt x="31337" y="40386"/>
                      <a:pt x="20193" y="40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4" name="Google Shape;8114;p41"/>
              <p:cNvSpPr/>
              <p:nvPr/>
            </p:nvSpPr>
            <p:spPr>
              <a:xfrm>
                <a:off x="3917632" y="4500943"/>
                <a:ext cx="39623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3" h="39624" extrusionOk="0">
                    <a:moveTo>
                      <a:pt x="19812" y="39624"/>
                    </a:moveTo>
                    <a:cubicBezTo>
                      <a:pt x="8858" y="39624"/>
                      <a:pt x="0" y="30766"/>
                      <a:pt x="0" y="19812"/>
                    </a:cubicBezTo>
                    <a:cubicBezTo>
                      <a:pt x="0" y="8858"/>
                      <a:pt x="8858" y="0"/>
                      <a:pt x="19812" y="0"/>
                    </a:cubicBezTo>
                    <a:cubicBezTo>
                      <a:pt x="30766" y="0"/>
                      <a:pt x="39624" y="8858"/>
                      <a:pt x="39624" y="19812"/>
                    </a:cubicBezTo>
                    <a:cubicBezTo>
                      <a:pt x="39624" y="30766"/>
                      <a:pt x="30766" y="39624"/>
                      <a:pt x="19812" y="39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5" name="Google Shape;8115;p41"/>
              <p:cNvSpPr/>
              <p:nvPr/>
            </p:nvSpPr>
            <p:spPr>
              <a:xfrm>
                <a:off x="3999452" y="4420075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6" name="Google Shape;8116;p41"/>
              <p:cNvSpPr/>
              <p:nvPr/>
            </p:nvSpPr>
            <p:spPr>
              <a:xfrm>
                <a:off x="4081271" y="4339018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09"/>
                    </a:moveTo>
                    <a:cubicBezTo>
                      <a:pt x="8477" y="37909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09"/>
                      <a:pt x="18955" y="37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7" name="Google Shape;8117;p41"/>
              <p:cNvSpPr/>
              <p:nvPr/>
            </p:nvSpPr>
            <p:spPr>
              <a:xfrm>
                <a:off x="4163091" y="4257864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8"/>
                    </a:moveTo>
                    <a:cubicBezTo>
                      <a:pt x="8287" y="37148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8"/>
                      <a:pt x="18574" y="371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8" name="Google Shape;8118;p41"/>
              <p:cNvSpPr/>
              <p:nvPr/>
            </p:nvSpPr>
            <p:spPr>
              <a:xfrm>
                <a:off x="4244911" y="417680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5"/>
                    </a:moveTo>
                    <a:cubicBezTo>
                      <a:pt x="8192" y="36385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5"/>
                      <a:pt x="18193" y="363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9" name="Google Shape;8119;p41"/>
              <p:cNvSpPr/>
              <p:nvPr/>
            </p:nvSpPr>
            <p:spPr>
              <a:xfrm>
                <a:off x="4326826" y="4095939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7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7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0" name="Google Shape;8120;p41"/>
              <p:cNvSpPr/>
              <p:nvPr/>
            </p:nvSpPr>
            <p:spPr>
              <a:xfrm>
                <a:off x="4408551" y="4014882"/>
                <a:ext cx="34671" cy="34670"/>
              </a:xfrm>
              <a:custGeom>
                <a:avLst/>
                <a:gdLst/>
                <a:ahLst/>
                <a:cxnLst/>
                <a:rect l="l" t="t" r="r" b="b"/>
                <a:pathLst>
                  <a:path w="34671" h="34670" extrusionOk="0">
                    <a:moveTo>
                      <a:pt x="17335" y="34671"/>
                    </a:moveTo>
                    <a:cubicBezTo>
                      <a:pt x="7715" y="34671"/>
                      <a:pt x="0" y="26860"/>
                      <a:pt x="0" y="17335"/>
                    </a:cubicBezTo>
                    <a:cubicBezTo>
                      <a:pt x="0" y="7810"/>
                      <a:pt x="7810" y="0"/>
                      <a:pt x="17335" y="0"/>
                    </a:cubicBezTo>
                    <a:cubicBezTo>
                      <a:pt x="26861" y="0"/>
                      <a:pt x="34671" y="7810"/>
                      <a:pt x="34671" y="17335"/>
                    </a:cubicBezTo>
                    <a:cubicBezTo>
                      <a:pt x="34671" y="26860"/>
                      <a:pt x="26861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1" name="Google Shape;8121;p41"/>
              <p:cNvSpPr/>
              <p:nvPr/>
            </p:nvSpPr>
            <p:spPr>
              <a:xfrm>
                <a:off x="4490370" y="3933824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2" name="Google Shape;8122;p41"/>
              <p:cNvSpPr/>
              <p:nvPr/>
            </p:nvSpPr>
            <p:spPr>
              <a:xfrm>
                <a:off x="4572190" y="3852862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3" name="Google Shape;8123;p41"/>
              <p:cNvSpPr/>
              <p:nvPr/>
            </p:nvSpPr>
            <p:spPr>
              <a:xfrm>
                <a:off x="4654010" y="3771804"/>
                <a:ext cx="32289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289" h="32289" extrusionOk="0">
                    <a:moveTo>
                      <a:pt x="16192" y="32290"/>
                    </a:moveTo>
                    <a:cubicBezTo>
                      <a:pt x="7239" y="32290"/>
                      <a:pt x="0" y="25051"/>
                      <a:pt x="0" y="16193"/>
                    </a:cubicBezTo>
                    <a:cubicBezTo>
                      <a:pt x="0" y="7334"/>
                      <a:pt x="7239" y="0"/>
                      <a:pt x="16192" y="0"/>
                    </a:cubicBezTo>
                    <a:cubicBezTo>
                      <a:pt x="25146" y="0"/>
                      <a:pt x="32290" y="7239"/>
                      <a:pt x="32290" y="16193"/>
                    </a:cubicBezTo>
                    <a:cubicBezTo>
                      <a:pt x="32290" y="25146"/>
                      <a:pt x="25051" y="32290"/>
                      <a:pt x="16192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4" name="Google Shape;8124;p41"/>
              <p:cNvSpPr/>
              <p:nvPr/>
            </p:nvSpPr>
            <p:spPr>
              <a:xfrm>
                <a:off x="4735829" y="3690841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3"/>
                    </a:moveTo>
                    <a:cubicBezTo>
                      <a:pt x="7049" y="31433"/>
                      <a:pt x="0" y="24384"/>
                      <a:pt x="0" y="15716"/>
                    </a:cubicBezTo>
                    <a:cubicBezTo>
                      <a:pt x="0" y="7049"/>
                      <a:pt x="7049" y="0"/>
                      <a:pt x="15716" y="0"/>
                    </a:cubicBezTo>
                    <a:cubicBezTo>
                      <a:pt x="24384" y="0"/>
                      <a:pt x="31433" y="7049"/>
                      <a:pt x="31433" y="15716"/>
                    </a:cubicBezTo>
                    <a:cubicBezTo>
                      <a:pt x="31433" y="24384"/>
                      <a:pt x="24384" y="31433"/>
                      <a:pt x="15716" y="31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5" name="Google Shape;8125;p41"/>
              <p:cNvSpPr/>
              <p:nvPr/>
            </p:nvSpPr>
            <p:spPr>
              <a:xfrm>
                <a:off x="4817649" y="3609784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6" name="Google Shape;8126;p41"/>
              <p:cNvSpPr/>
              <p:nvPr/>
            </p:nvSpPr>
            <p:spPr>
              <a:xfrm>
                <a:off x="4899469" y="3528726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7" name="Google Shape;8127;p41"/>
              <p:cNvSpPr/>
              <p:nvPr/>
            </p:nvSpPr>
            <p:spPr>
              <a:xfrm>
                <a:off x="4981289" y="3447668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6"/>
                    </a:moveTo>
                    <a:cubicBezTo>
                      <a:pt x="6572" y="29146"/>
                      <a:pt x="0" y="22669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69"/>
                      <a:pt x="22669" y="29146"/>
                      <a:pt x="14573" y="291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8" name="Google Shape;8128;p41"/>
              <p:cNvSpPr/>
              <p:nvPr/>
            </p:nvSpPr>
            <p:spPr>
              <a:xfrm>
                <a:off x="5063204" y="3366801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9" name="Google Shape;8129;p41"/>
              <p:cNvSpPr/>
              <p:nvPr/>
            </p:nvSpPr>
            <p:spPr>
              <a:xfrm>
                <a:off x="5144928" y="3285743"/>
                <a:ext cx="27432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1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0" name="Google Shape;8130;p41"/>
              <p:cNvSpPr/>
              <p:nvPr/>
            </p:nvSpPr>
            <p:spPr>
              <a:xfrm>
                <a:off x="5226748" y="3204685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1" name="Google Shape;8131;p41"/>
              <p:cNvSpPr/>
              <p:nvPr/>
            </p:nvSpPr>
            <p:spPr>
              <a:xfrm>
                <a:off x="5308568" y="3123628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2" name="Google Shape;8132;p41"/>
              <p:cNvSpPr/>
              <p:nvPr/>
            </p:nvSpPr>
            <p:spPr>
              <a:xfrm>
                <a:off x="5390483" y="3042760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3" name="Google Shape;8133;p41"/>
              <p:cNvSpPr/>
              <p:nvPr/>
            </p:nvSpPr>
            <p:spPr>
              <a:xfrm>
                <a:off x="5472303" y="2961703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4" name="Google Shape;8134;p41"/>
              <p:cNvSpPr/>
              <p:nvPr/>
            </p:nvSpPr>
            <p:spPr>
              <a:xfrm>
                <a:off x="5554027" y="2880645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5" name="Google Shape;8135;p41"/>
              <p:cNvSpPr/>
              <p:nvPr/>
            </p:nvSpPr>
            <p:spPr>
              <a:xfrm>
                <a:off x="5635847" y="2799587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70" y="5048"/>
                      <a:pt x="22670" y="11335"/>
                    </a:cubicBezTo>
                    <a:cubicBezTo>
                      <a:pt x="22670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6" name="Google Shape;8136;p41"/>
              <p:cNvSpPr/>
              <p:nvPr/>
            </p:nvSpPr>
            <p:spPr>
              <a:xfrm>
                <a:off x="5717762" y="2718720"/>
                <a:ext cx="21717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7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9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9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7" name="Google Shape;8137;p41"/>
              <p:cNvSpPr/>
              <p:nvPr/>
            </p:nvSpPr>
            <p:spPr>
              <a:xfrm>
                <a:off x="5799582" y="2637662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8" name="Google Shape;8138;p41"/>
              <p:cNvSpPr/>
              <p:nvPr/>
            </p:nvSpPr>
            <p:spPr>
              <a:xfrm>
                <a:off x="5881401" y="2556604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9" name="Google Shape;8139;p41"/>
              <p:cNvSpPr/>
              <p:nvPr/>
            </p:nvSpPr>
            <p:spPr>
              <a:xfrm>
                <a:off x="5963126" y="2475546"/>
                <a:ext cx="19430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0" h="19431" extrusionOk="0">
                    <a:moveTo>
                      <a:pt x="9716" y="19431"/>
                    </a:moveTo>
                    <a:cubicBezTo>
                      <a:pt x="4381" y="19431"/>
                      <a:pt x="0" y="15050"/>
                      <a:pt x="0" y="9716"/>
                    </a:cubicBezTo>
                    <a:cubicBezTo>
                      <a:pt x="0" y="4382"/>
                      <a:pt x="4381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0" name="Google Shape;8140;p41"/>
              <p:cNvSpPr/>
              <p:nvPr/>
            </p:nvSpPr>
            <p:spPr>
              <a:xfrm>
                <a:off x="6045041" y="2394584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6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1" name="Google Shape;8141;p41"/>
              <p:cNvSpPr/>
              <p:nvPr/>
            </p:nvSpPr>
            <p:spPr>
              <a:xfrm>
                <a:off x="6126861" y="2313622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4000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2" name="Google Shape;8142;p41"/>
              <p:cNvSpPr/>
              <p:nvPr/>
            </p:nvSpPr>
            <p:spPr>
              <a:xfrm>
                <a:off x="6208680" y="2232564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3" name="Google Shape;8143;p41"/>
              <p:cNvSpPr/>
              <p:nvPr/>
            </p:nvSpPr>
            <p:spPr>
              <a:xfrm>
                <a:off x="6290500" y="2151506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19" y="16193"/>
                      <a:pt x="0" y="12573"/>
                      <a:pt x="0" y="8096"/>
                    </a:cubicBezTo>
                    <a:cubicBezTo>
                      <a:pt x="0" y="3620"/>
                      <a:pt x="3619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4" name="Google Shape;8144;p41"/>
              <p:cNvSpPr/>
              <p:nvPr/>
            </p:nvSpPr>
            <p:spPr>
              <a:xfrm>
                <a:off x="6372225" y="2070448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0" y="7715"/>
                    </a:moveTo>
                    <a:cubicBezTo>
                      <a:pt x="15430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0" y="3454"/>
                      <a:pt x="1543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5" name="Google Shape;8145;p41"/>
              <p:cNvSpPr/>
              <p:nvPr/>
            </p:nvSpPr>
            <p:spPr>
              <a:xfrm>
                <a:off x="6454140" y="1989581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6" name="Google Shape;8146;p41"/>
              <p:cNvSpPr/>
              <p:nvPr/>
            </p:nvSpPr>
            <p:spPr>
              <a:xfrm>
                <a:off x="6535959" y="1908428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7" name="Google Shape;8147;p41"/>
              <p:cNvSpPr/>
              <p:nvPr/>
            </p:nvSpPr>
            <p:spPr>
              <a:xfrm>
                <a:off x="6617779" y="1827370"/>
                <a:ext cx="12954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4" h="12954" extrusionOk="0">
                    <a:moveTo>
                      <a:pt x="6477" y="12954"/>
                    </a:moveTo>
                    <a:cubicBezTo>
                      <a:pt x="2953" y="12954"/>
                      <a:pt x="0" y="10097"/>
                      <a:pt x="0" y="6477"/>
                    </a:cubicBezTo>
                    <a:cubicBezTo>
                      <a:pt x="0" y="2858"/>
                      <a:pt x="2857" y="0"/>
                      <a:pt x="6477" y="0"/>
                    </a:cubicBezTo>
                    <a:cubicBezTo>
                      <a:pt x="10096" y="0"/>
                      <a:pt x="12954" y="2858"/>
                      <a:pt x="12954" y="6477"/>
                    </a:cubicBezTo>
                    <a:cubicBezTo>
                      <a:pt x="12954" y="10097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8" name="Google Shape;8148;p41"/>
              <p:cNvSpPr/>
              <p:nvPr/>
            </p:nvSpPr>
            <p:spPr>
              <a:xfrm>
                <a:off x="6699599" y="1746313"/>
                <a:ext cx="12191" cy="12192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2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9" name="Google Shape;8149;p41"/>
              <p:cNvSpPr/>
              <p:nvPr/>
            </p:nvSpPr>
            <p:spPr>
              <a:xfrm>
                <a:off x="6781418" y="1665445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0" name="Google Shape;8150;p41"/>
              <p:cNvSpPr/>
              <p:nvPr/>
            </p:nvSpPr>
            <p:spPr>
              <a:xfrm>
                <a:off x="6863238" y="1584388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1" name="Google Shape;8151;p41"/>
              <p:cNvSpPr/>
              <p:nvPr/>
            </p:nvSpPr>
            <p:spPr>
              <a:xfrm>
                <a:off x="6945058" y="1503330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2" name="Google Shape;8152;p41"/>
              <p:cNvSpPr/>
              <p:nvPr/>
            </p:nvSpPr>
            <p:spPr>
              <a:xfrm>
                <a:off x="7026878" y="1422272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3" name="Google Shape;8153;p41"/>
              <p:cNvSpPr/>
              <p:nvPr/>
            </p:nvSpPr>
            <p:spPr>
              <a:xfrm>
                <a:off x="7108793" y="1341405"/>
                <a:ext cx="8001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1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4" name="Google Shape;8154;p41"/>
              <p:cNvSpPr/>
              <p:nvPr/>
            </p:nvSpPr>
            <p:spPr>
              <a:xfrm>
                <a:off x="7190517" y="1260347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5" name="Google Shape;8155;p41"/>
              <p:cNvSpPr/>
              <p:nvPr/>
            </p:nvSpPr>
            <p:spPr>
              <a:xfrm>
                <a:off x="7272337" y="1179289"/>
                <a:ext cx="6476" cy="6476"/>
              </a:xfrm>
              <a:custGeom>
                <a:avLst/>
                <a:gdLst/>
                <a:ahLst/>
                <a:cxnLst/>
                <a:rect l="l" t="t" r="r" b="b"/>
                <a:pathLst>
                  <a:path w="6476" h="6476" extrusionOk="0">
                    <a:moveTo>
                      <a:pt x="3238" y="6477"/>
                    </a:moveTo>
                    <a:cubicBezTo>
                      <a:pt x="1429" y="6477"/>
                      <a:pt x="0" y="5048"/>
                      <a:pt x="0" y="3239"/>
                    </a:cubicBezTo>
                    <a:cubicBezTo>
                      <a:pt x="0" y="1429"/>
                      <a:pt x="1429" y="0"/>
                      <a:pt x="3238" y="0"/>
                    </a:cubicBezTo>
                    <a:cubicBezTo>
                      <a:pt x="5048" y="0"/>
                      <a:pt x="6477" y="1429"/>
                      <a:pt x="6477" y="3239"/>
                    </a:cubicBezTo>
                    <a:cubicBezTo>
                      <a:pt x="6477" y="5048"/>
                      <a:pt x="5048" y="6477"/>
                      <a:pt x="3238" y="6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56" name="Google Shape;8156;p41"/>
            <p:cNvGrpSpPr/>
            <p:nvPr/>
          </p:nvGrpSpPr>
          <p:grpSpPr>
            <a:xfrm>
              <a:off x="3842480" y="1185195"/>
              <a:ext cx="3280124" cy="3280218"/>
              <a:chOff x="3842480" y="1185195"/>
              <a:chExt cx="3280124" cy="3280218"/>
            </a:xfrm>
          </p:grpSpPr>
          <p:sp>
            <p:nvSpPr>
              <p:cNvPr id="8157" name="Google Shape;8157;p41"/>
              <p:cNvSpPr/>
              <p:nvPr/>
            </p:nvSpPr>
            <p:spPr>
              <a:xfrm>
                <a:off x="3842480" y="4425790"/>
                <a:ext cx="39624" cy="39623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3" extrusionOk="0">
                    <a:moveTo>
                      <a:pt x="39624" y="19812"/>
                    </a:moveTo>
                    <a:cubicBezTo>
                      <a:pt x="39624" y="30754"/>
                      <a:pt x="30754" y="39624"/>
                      <a:pt x="19812" y="39624"/>
                    </a:cubicBezTo>
                    <a:cubicBezTo>
                      <a:pt x="8870" y="39624"/>
                      <a:pt x="0" y="30754"/>
                      <a:pt x="0" y="19812"/>
                    </a:cubicBezTo>
                    <a:cubicBezTo>
                      <a:pt x="0" y="8870"/>
                      <a:pt x="8870" y="0"/>
                      <a:pt x="19812" y="0"/>
                    </a:cubicBezTo>
                    <a:cubicBezTo>
                      <a:pt x="30754" y="0"/>
                      <a:pt x="39624" y="8870"/>
                      <a:pt x="39624" y="198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8" name="Google Shape;8158;p41"/>
              <p:cNvSpPr/>
              <p:nvPr/>
            </p:nvSpPr>
            <p:spPr>
              <a:xfrm>
                <a:off x="3924300" y="4344923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9" name="Google Shape;8159;p41"/>
              <p:cNvSpPr/>
              <p:nvPr/>
            </p:nvSpPr>
            <p:spPr>
              <a:xfrm>
                <a:off x="4006119" y="4263865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18955" y="37910"/>
                    </a:moveTo>
                    <a:cubicBezTo>
                      <a:pt x="8477" y="37910"/>
                      <a:pt x="0" y="29432"/>
                      <a:pt x="0" y="18955"/>
                    </a:cubicBezTo>
                    <a:cubicBezTo>
                      <a:pt x="0" y="8477"/>
                      <a:pt x="8477" y="0"/>
                      <a:pt x="18955" y="0"/>
                    </a:cubicBezTo>
                    <a:cubicBezTo>
                      <a:pt x="29432" y="0"/>
                      <a:pt x="37909" y="8477"/>
                      <a:pt x="37909" y="18955"/>
                    </a:cubicBezTo>
                    <a:cubicBezTo>
                      <a:pt x="37909" y="29432"/>
                      <a:pt x="29432" y="37910"/>
                      <a:pt x="18955" y="379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0" name="Google Shape;8160;p41"/>
              <p:cNvSpPr/>
              <p:nvPr/>
            </p:nvSpPr>
            <p:spPr>
              <a:xfrm>
                <a:off x="4087939" y="4182808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18574" y="37147"/>
                    </a:moveTo>
                    <a:cubicBezTo>
                      <a:pt x="8287" y="37147"/>
                      <a:pt x="0" y="28861"/>
                      <a:pt x="0" y="18574"/>
                    </a:cubicBezTo>
                    <a:cubicBezTo>
                      <a:pt x="0" y="8287"/>
                      <a:pt x="8287" y="0"/>
                      <a:pt x="18574" y="0"/>
                    </a:cubicBezTo>
                    <a:cubicBezTo>
                      <a:pt x="28861" y="0"/>
                      <a:pt x="37148" y="8287"/>
                      <a:pt x="37148" y="18574"/>
                    </a:cubicBezTo>
                    <a:cubicBezTo>
                      <a:pt x="37148" y="28861"/>
                      <a:pt x="28861" y="37147"/>
                      <a:pt x="18574" y="37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1" name="Google Shape;8161;p41"/>
              <p:cNvSpPr/>
              <p:nvPr/>
            </p:nvSpPr>
            <p:spPr>
              <a:xfrm>
                <a:off x="4169759" y="4101750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5" y="8096"/>
                      <a:pt x="36385" y="18193"/>
                    </a:cubicBezTo>
                    <a:cubicBezTo>
                      <a:pt x="36385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2" name="Google Shape;8162;p41"/>
              <p:cNvSpPr/>
              <p:nvPr/>
            </p:nvSpPr>
            <p:spPr>
              <a:xfrm>
                <a:off x="4251674" y="4020787"/>
                <a:ext cx="35433" cy="35528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528" extrusionOk="0">
                    <a:moveTo>
                      <a:pt x="17717" y="35528"/>
                    </a:moveTo>
                    <a:cubicBezTo>
                      <a:pt x="7906" y="35528"/>
                      <a:pt x="0" y="27622"/>
                      <a:pt x="0" y="17716"/>
                    </a:cubicBezTo>
                    <a:cubicBezTo>
                      <a:pt x="0" y="7811"/>
                      <a:pt x="7906" y="0"/>
                      <a:pt x="17717" y="0"/>
                    </a:cubicBezTo>
                    <a:cubicBezTo>
                      <a:pt x="27527" y="0"/>
                      <a:pt x="35433" y="7906"/>
                      <a:pt x="35433" y="17716"/>
                    </a:cubicBezTo>
                    <a:cubicBezTo>
                      <a:pt x="35433" y="27527"/>
                      <a:pt x="27527" y="35528"/>
                      <a:pt x="17717" y="35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3" name="Google Shape;8163;p41"/>
              <p:cNvSpPr/>
              <p:nvPr/>
            </p:nvSpPr>
            <p:spPr>
              <a:xfrm>
                <a:off x="4333398" y="3939729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4" name="Google Shape;8164;p41"/>
              <p:cNvSpPr/>
              <p:nvPr/>
            </p:nvSpPr>
            <p:spPr>
              <a:xfrm>
                <a:off x="4415218" y="3858672"/>
                <a:ext cx="33908" cy="33909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9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5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5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5" name="Google Shape;8165;p41"/>
              <p:cNvSpPr/>
              <p:nvPr/>
            </p:nvSpPr>
            <p:spPr>
              <a:xfrm>
                <a:off x="4497038" y="3777709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4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4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6" name="Google Shape;8166;p41"/>
              <p:cNvSpPr/>
              <p:nvPr/>
            </p:nvSpPr>
            <p:spPr>
              <a:xfrm rot="-5391406">
                <a:off x="4578878" y="3696629"/>
                <a:ext cx="32385" cy="32385"/>
              </a:xfrm>
              <a:custGeom>
                <a:avLst/>
                <a:gdLst/>
                <a:ahLst/>
                <a:cxnLst/>
                <a:rect l="l" t="t" r="r" b="b"/>
                <a:pathLst>
                  <a:path w="32385" h="32385" extrusionOk="0">
                    <a:moveTo>
                      <a:pt x="32385" y="16192"/>
                    </a:moveTo>
                    <a:cubicBezTo>
                      <a:pt x="32385" y="25135"/>
                      <a:pt x="25135" y="32385"/>
                      <a:pt x="16193" y="32385"/>
                    </a:cubicBezTo>
                    <a:cubicBezTo>
                      <a:pt x="7250" y="32385"/>
                      <a:pt x="0" y="25135"/>
                      <a:pt x="0" y="16192"/>
                    </a:cubicBezTo>
                    <a:cubicBezTo>
                      <a:pt x="0" y="7250"/>
                      <a:pt x="7250" y="0"/>
                      <a:pt x="16193" y="0"/>
                    </a:cubicBezTo>
                    <a:cubicBezTo>
                      <a:pt x="25135" y="0"/>
                      <a:pt x="32385" y="7249"/>
                      <a:pt x="32385" y="16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7" name="Google Shape;8167;p41"/>
              <p:cNvSpPr/>
              <p:nvPr/>
            </p:nvSpPr>
            <p:spPr>
              <a:xfrm>
                <a:off x="4660772" y="3615689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8" name="Google Shape;8168;p41"/>
              <p:cNvSpPr/>
              <p:nvPr/>
            </p:nvSpPr>
            <p:spPr>
              <a:xfrm>
                <a:off x="4742497" y="3534631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9" name="Google Shape;8169;p41"/>
              <p:cNvSpPr/>
              <p:nvPr/>
            </p:nvSpPr>
            <p:spPr>
              <a:xfrm>
                <a:off x="4824317" y="3453574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0" name="Google Shape;8170;p41"/>
              <p:cNvSpPr/>
              <p:nvPr/>
            </p:nvSpPr>
            <p:spPr>
              <a:xfrm>
                <a:off x="4906137" y="3372611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29146" y="14573"/>
                    </a:moveTo>
                    <a:cubicBezTo>
                      <a:pt x="29146" y="22622"/>
                      <a:pt x="22622" y="29146"/>
                      <a:pt x="14573" y="29146"/>
                    </a:cubicBezTo>
                    <a:cubicBezTo>
                      <a:pt x="6525" y="29146"/>
                      <a:pt x="0" y="22622"/>
                      <a:pt x="0" y="14573"/>
                    </a:cubicBezTo>
                    <a:cubicBezTo>
                      <a:pt x="0" y="6525"/>
                      <a:pt x="6525" y="0"/>
                      <a:pt x="14573" y="0"/>
                    </a:cubicBezTo>
                    <a:cubicBezTo>
                      <a:pt x="22622" y="0"/>
                      <a:pt x="29146" y="6525"/>
                      <a:pt x="29146" y="14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1" name="Google Shape;8171;p41"/>
              <p:cNvSpPr/>
              <p:nvPr/>
            </p:nvSpPr>
            <p:spPr>
              <a:xfrm>
                <a:off x="4988052" y="3291649"/>
                <a:ext cx="28193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3" h="28193" extrusionOk="0">
                    <a:moveTo>
                      <a:pt x="14097" y="28194"/>
                    </a:moveTo>
                    <a:cubicBezTo>
                      <a:pt x="6286" y="28194"/>
                      <a:pt x="0" y="21908"/>
                      <a:pt x="0" y="14097"/>
                    </a:cubicBezTo>
                    <a:cubicBezTo>
                      <a:pt x="0" y="6287"/>
                      <a:pt x="6286" y="0"/>
                      <a:pt x="14097" y="0"/>
                    </a:cubicBezTo>
                    <a:cubicBezTo>
                      <a:pt x="21908" y="0"/>
                      <a:pt x="28194" y="6287"/>
                      <a:pt x="28194" y="14097"/>
                    </a:cubicBezTo>
                    <a:cubicBezTo>
                      <a:pt x="28194" y="21908"/>
                      <a:pt x="21908" y="28194"/>
                      <a:pt x="14097" y="28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2" name="Google Shape;8172;p41"/>
              <p:cNvSpPr/>
              <p:nvPr/>
            </p:nvSpPr>
            <p:spPr>
              <a:xfrm>
                <a:off x="5069871" y="3210591"/>
                <a:ext cx="27431" cy="27431"/>
              </a:xfrm>
              <a:custGeom>
                <a:avLst/>
                <a:gdLst/>
                <a:ahLst/>
                <a:cxnLst/>
                <a:rect l="l" t="t" r="r" b="b"/>
                <a:pathLst>
                  <a:path w="27431" h="27431" extrusionOk="0">
                    <a:moveTo>
                      <a:pt x="13716" y="27432"/>
                    </a:moveTo>
                    <a:cubicBezTo>
                      <a:pt x="6096" y="27432"/>
                      <a:pt x="0" y="21336"/>
                      <a:pt x="0" y="13716"/>
                    </a:cubicBezTo>
                    <a:cubicBezTo>
                      <a:pt x="0" y="6096"/>
                      <a:pt x="6191" y="0"/>
                      <a:pt x="13716" y="0"/>
                    </a:cubicBezTo>
                    <a:cubicBezTo>
                      <a:pt x="21241" y="0"/>
                      <a:pt x="27432" y="6191"/>
                      <a:pt x="27432" y="13716"/>
                    </a:cubicBezTo>
                    <a:cubicBezTo>
                      <a:pt x="27432" y="21241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3" name="Google Shape;8173;p41"/>
              <p:cNvSpPr/>
              <p:nvPr/>
            </p:nvSpPr>
            <p:spPr>
              <a:xfrm>
                <a:off x="5151596" y="3129533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4" name="Google Shape;8174;p41"/>
              <p:cNvSpPr/>
              <p:nvPr/>
            </p:nvSpPr>
            <p:spPr>
              <a:xfrm>
                <a:off x="5233416" y="3048475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5" name="Google Shape;8175;p41"/>
              <p:cNvSpPr/>
              <p:nvPr/>
            </p:nvSpPr>
            <p:spPr>
              <a:xfrm>
                <a:off x="5315330" y="2967608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12478" y="24955"/>
                    </a:moveTo>
                    <a:cubicBezTo>
                      <a:pt x="5525" y="24955"/>
                      <a:pt x="0" y="19336"/>
                      <a:pt x="0" y="12478"/>
                    </a:cubicBezTo>
                    <a:cubicBezTo>
                      <a:pt x="0" y="5620"/>
                      <a:pt x="5620" y="0"/>
                      <a:pt x="12478" y="0"/>
                    </a:cubicBezTo>
                    <a:cubicBezTo>
                      <a:pt x="19336" y="0"/>
                      <a:pt x="24956" y="5620"/>
                      <a:pt x="24956" y="12478"/>
                    </a:cubicBezTo>
                    <a:cubicBezTo>
                      <a:pt x="24956" y="19336"/>
                      <a:pt x="19336" y="24955"/>
                      <a:pt x="12478" y="24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6" name="Google Shape;8176;p41"/>
              <p:cNvSpPr/>
              <p:nvPr/>
            </p:nvSpPr>
            <p:spPr>
              <a:xfrm>
                <a:off x="5397150" y="2886550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7" name="Google Shape;8177;p41"/>
              <p:cNvSpPr/>
              <p:nvPr/>
            </p:nvSpPr>
            <p:spPr>
              <a:xfrm>
                <a:off x="5478970" y="2805492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8" name="Google Shape;8178;p41"/>
              <p:cNvSpPr/>
              <p:nvPr/>
            </p:nvSpPr>
            <p:spPr>
              <a:xfrm>
                <a:off x="5560695" y="2724435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22669" y="11335"/>
                    </a:moveTo>
                    <a:cubicBezTo>
                      <a:pt x="22669" y="17595"/>
                      <a:pt x="17595" y="22670"/>
                      <a:pt x="11335" y="22670"/>
                    </a:cubicBezTo>
                    <a:cubicBezTo>
                      <a:pt x="5075" y="22670"/>
                      <a:pt x="0" y="17595"/>
                      <a:pt x="0" y="11335"/>
                    </a:cubicBezTo>
                    <a:cubicBezTo>
                      <a:pt x="0" y="5075"/>
                      <a:pt x="5075" y="0"/>
                      <a:pt x="11335" y="0"/>
                    </a:cubicBezTo>
                    <a:cubicBezTo>
                      <a:pt x="17595" y="0"/>
                      <a:pt x="22669" y="5075"/>
                      <a:pt x="22669" y="11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9" name="Google Shape;8179;p41"/>
              <p:cNvSpPr/>
              <p:nvPr/>
            </p:nvSpPr>
            <p:spPr>
              <a:xfrm>
                <a:off x="5642609" y="2643567"/>
                <a:ext cx="21716" cy="21717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7" extrusionOk="0">
                    <a:moveTo>
                      <a:pt x="10858" y="21717"/>
                    </a:moveTo>
                    <a:cubicBezTo>
                      <a:pt x="4858" y="21717"/>
                      <a:pt x="0" y="16859"/>
                      <a:pt x="0" y="10858"/>
                    </a:cubicBezTo>
                    <a:cubicBezTo>
                      <a:pt x="0" y="4858"/>
                      <a:pt x="4858" y="0"/>
                      <a:pt x="10858" y="0"/>
                    </a:cubicBezTo>
                    <a:cubicBezTo>
                      <a:pt x="16859" y="0"/>
                      <a:pt x="21717" y="4858"/>
                      <a:pt x="21717" y="10858"/>
                    </a:cubicBezTo>
                    <a:cubicBezTo>
                      <a:pt x="21717" y="16859"/>
                      <a:pt x="16859" y="21717"/>
                      <a:pt x="10858" y="21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0" name="Google Shape;8180;p41"/>
              <p:cNvSpPr/>
              <p:nvPr/>
            </p:nvSpPr>
            <p:spPr>
              <a:xfrm>
                <a:off x="5724429" y="2562510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20955" y="10478"/>
                    </a:moveTo>
                    <a:cubicBezTo>
                      <a:pt x="20955" y="16264"/>
                      <a:pt x="16264" y="20955"/>
                      <a:pt x="10477" y="20955"/>
                    </a:cubicBezTo>
                    <a:cubicBezTo>
                      <a:pt x="4691" y="20955"/>
                      <a:pt x="0" y="16264"/>
                      <a:pt x="0" y="10478"/>
                    </a:cubicBezTo>
                    <a:cubicBezTo>
                      <a:pt x="0" y="4691"/>
                      <a:pt x="4691" y="0"/>
                      <a:pt x="10477" y="0"/>
                    </a:cubicBezTo>
                    <a:cubicBezTo>
                      <a:pt x="16264" y="0"/>
                      <a:pt x="20955" y="4691"/>
                      <a:pt x="20955" y="10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1" name="Google Shape;8181;p41"/>
              <p:cNvSpPr/>
              <p:nvPr/>
            </p:nvSpPr>
            <p:spPr>
              <a:xfrm>
                <a:off x="5806249" y="2481452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2" name="Google Shape;8182;p41"/>
              <p:cNvSpPr/>
              <p:nvPr/>
            </p:nvSpPr>
            <p:spPr>
              <a:xfrm>
                <a:off x="5888069" y="2400394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50"/>
                      <a:pt x="0" y="9716"/>
                    </a:cubicBezTo>
                    <a:cubicBezTo>
                      <a:pt x="0" y="4382"/>
                      <a:pt x="4382" y="0"/>
                      <a:pt x="9716" y="0"/>
                    </a:cubicBezTo>
                    <a:cubicBezTo>
                      <a:pt x="15050" y="0"/>
                      <a:pt x="19431" y="4382"/>
                      <a:pt x="19431" y="9716"/>
                    </a:cubicBezTo>
                    <a:cubicBezTo>
                      <a:pt x="19431" y="15050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3" name="Google Shape;8183;p41"/>
              <p:cNvSpPr/>
              <p:nvPr/>
            </p:nvSpPr>
            <p:spPr>
              <a:xfrm>
                <a:off x="5969888" y="2319527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9239" y="18479"/>
                    </a:moveTo>
                    <a:cubicBezTo>
                      <a:pt x="4096" y="18479"/>
                      <a:pt x="0" y="14288"/>
                      <a:pt x="0" y="9239"/>
                    </a:cubicBezTo>
                    <a:cubicBezTo>
                      <a:pt x="0" y="4191"/>
                      <a:pt x="4191" y="0"/>
                      <a:pt x="9239" y="0"/>
                    </a:cubicBezTo>
                    <a:cubicBezTo>
                      <a:pt x="14288" y="0"/>
                      <a:pt x="18479" y="4191"/>
                      <a:pt x="18479" y="9239"/>
                    </a:cubicBezTo>
                    <a:cubicBezTo>
                      <a:pt x="18479" y="14288"/>
                      <a:pt x="14288" y="18479"/>
                      <a:pt x="9239" y="18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4" name="Google Shape;8184;p41"/>
              <p:cNvSpPr/>
              <p:nvPr/>
            </p:nvSpPr>
            <p:spPr>
              <a:xfrm>
                <a:off x="6051708" y="2238469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17717" y="8858"/>
                    </a:moveTo>
                    <a:cubicBezTo>
                      <a:pt x="17717" y="13751"/>
                      <a:pt x="13751" y="17717"/>
                      <a:pt x="8858" y="17717"/>
                    </a:cubicBezTo>
                    <a:cubicBezTo>
                      <a:pt x="3966" y="17717"/>
                      <a:pt x="0" y="13751"/>
                      <a:pt x="0" y="8858"/>
                    </a:cubicBezTo>
                    <a:cubicBezTo>
                      <a:pt x="0" y="3966"/>
                      <a:pt x="3966" y="0"/>
                      <a:pt x="8858" y="0"/>
                    </a:cubicBezTo>
                    <a:cubicBezTo>
                      <a:pt x="13751" y="0"/>
                      <a:pt x="17717" y="3966"/>
                      <a:pt x="17717" y="8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5" name="Google Shape;8185;p41"/>
              <p:cNvSpPr/>
              <p:nvPr/>
            </p:nvSpPr>
            <p:spPr>
              <a:xfrm>
                <a:off x="6133528" y="2157412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5" y="0"/>
                      <a:pt x="16954" y="3810"/>
                      <a:pt x="16954" y="8477"/>
                    </a:cubicBezTo>
                    <a:cubicBezTo>
                      <a:pt x="16954" y="13144"/>
                      <a:pt x="13145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6" name="Google Shape;8186;p41"/>
              <p:cNvSpPr/>
              <p:nvPr/>
            </p:nvSpPr>
            <p:spPr>
              <a:xfrm>
                <a:off x="6215348" y="2076354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7" name="Google Shape;8187;p41"/>
              <p:cNvSpPr/>
              <p:nvPr/>
            </p:nvSpPr>
            <p:spPr>
              <a:xfrm>
                <a:off x="6297167" y="1995296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7715" y="15430"/>
                    </a:moveTo>
                    <a:cubicBezTo>
                      <a:pt x="3524" y="15430"/>
                      <a:pt x="0" y="12001"/>
                      <a:pt x="0" y="7715"/>
                    </a:cubicBezTo>
                    <a:cubicBezTo>
                      <a:pt x="0" y="3429"/>
                      <a:pt x="3429" y="0"/>
                      <a:pt x="7715" y="0"/>
                    </a:cubicBezTo>
                    <a:cubicBezTo>
                      <a:pt x="12002" y="0"/>
                      <a:pt x="15430" y="3429"/>
                      <a:pt x="15430" y="7715"/>
                    </a:cubicBezTo>
                    <a:cubicBezTo>
                      <a:pt x="15430" y="12001"/>
                      <a:pt x="12002" y="15430"/>
                      <a:pt x="7715" y="154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8" name="Google Shape;8188;p41"/>
              <p:cNvSpPr/>
              <p:nvPr/>
            </p:nvSpPr>
            <p:spPr>
              <a:xfrm>
                <a:off x="6378987" y="1914334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14478" y="7239"/>
                    </a:moveTo>
                    <a:cubicBezTo>
                      <a:pt x="14478" y="11237"/>
                      <a:pt x="11237" y="14478"/>
                      <a:pt x="7239" y="14478"/>
                    </a:cubicBezTo>
                    <a:cubicBezTo>
                      <a:pt x="3241" y="14478"/>
                      <a:pt x="0" y="11237"/>
                      <a:pt x="0" y="7239"/>
                    </a:cubicBezTo>
                    <a:cubicBezTo>
                      <a:pt x="0" y="3241"/>
                      <a:pt x="3241" y="0"/>
                      <a:pt x="7239" y="0"/>
                    </a:cubicBezTo>
                    <a:cubicBezTo>
                      <a:pt x="11237" y="0"/>
                      <a:pt x="14478" y="3241"/>
                      <a:pt x="14478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9" name="Google Shape;8189;p41"/>
              <p:cNvSpPr/>
              <p:nvPr/>
            </p:nvSpPr>
            <p:spPr>
              <a:xfrm>
                <a:off x="6460807" y="1833371"/>
                <a:ext cx="13716" cy="13715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5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0" name="Google Shape;8190;p41"/>
              <p:cNvSpPr/>
              <p:nvPr/>
            </p:nvSpPr>
            <p:spPr>
              <a:xfrm>
                <a:off x="6542627" y="1752313"/>
                <a:ext cx="12953" cy="12954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4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1" name="Google Shape;8191;p41"/>
              <p:cNvSpPr/>
              <p:nvPr/>
            </p:nvSpPr>
            <p:spPr>
              <a:xfrm>
                <a:off x="6624447" y="1671160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2" name="Google Shape;8192;p41"/>
              <p:cNvSpPr/>
              <p:nvPr/>
            </p:nvSpPr>
            <p:spPr>
              <a:xfrm>
                <a:off x="6706361" y="1590293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40" y="2572"/>
                      <a:pt x="11240" y="5620"/>
                    </a:cubicBezTo>
                    <a:cubicBezTo>
                      <a:pt x="11240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3" name="Google Shape;8193;p41"/>
              <p:cNvSpPr/>
              <p:nvPr/>
            </p:nvSpPr>
            <p:spPr>
              <a:xfrm>
                <a:off x="6788086" y="1509235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5239" y="10477"/>
                    </a:moveTo>
                    <a:cubicBezTo>
                      <a:pt x="2381" y="10477"/>
                      <a:pt x="0" y="8096"/>
                      <a:pt x="0" y="5239"/>
                    </a:cubicBezTo>
                    <a:cubicBezTo>
                      <a:pt x="0" y="2381"/>
                      <a:pt x="2381" y="0"/>
                      <a:pt x="5239" y="0"/>
                    </a:cubicBezTo>
                    <a:cubicBezTo>
                      <a:pt x="8096" y="0"/>
                      <a:pt x="10478" y="2381"/>
                      <a:pt x="10478" y="5239"/>
                    </a:cubicBezTo>
                    <a:cubicBezTo>
                      <a:pt x="10478" y="8096"/>
                      <a:pt x="8096" y="10477"/>
                      <a:pt x="5239" y="104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4" name="Google Shape;8194;p41"/>
              <p:cNvSpPr/>
              <p:nvPr/>
            </p:nvSpPr>
            <p:spPr>
              <a:xfrm>
                <a:off x="6869906" y="1428178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4858" y="9715"/>
                    </a:moveTo>
                    <a:cubicBezTo>
                      <a:pt x="2191" y="9715"/>
                      <a:pt x="0" y="7525"/>
                      <a:pt x="0" y="4858"/>
                    </a:cubicBezTo>
                    <a:cubicBezTo>
                      <a:pt x="0" y="2191"/>
                      <a:pt x="2191" y="0"/>
                      <a:pt x="4858" y="0"/>
                    </a:cubicBezTo>
                    <a:cubicBezTo>
                      <a:pt x="7525" y="0"/>
                      <a:pt x="9715" y="2191"/>
                      <a:pt x="9715" y="4858"/>
                    </a:cubicBezTo>
                    <a:cubicBezTo>
                      <a:pt x="9715" y="7525"/>
                      <a:pt x="7525" y="9715"/>
                      <a:pt x="4858" y="9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5" name="Google Shape;8195;p41"/>
              <p:cNvSpPr/>
              <p:nvPr/>
            </p:nvSpPr>
            <p:spPr>
              <a:xfrm>
                <a:off x="6951725" y="1347120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4"/>
                    </a:moveTo>
                    <a:cubicBezTo>
                      <a:pt x="2000" y="8954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4"/>
                      <a:pt x="4477" y="8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6" name="Google Shape;8196;p41"/>
              <p:cNvSpPr/>
              <p:nvPr/>
            </p:nvSpPr>
            <p:spPr>
              <a:xfrm>
                <a:off x="7033641" y="1266252"/>
                <a:ext cx="8000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8000" h="8001" extrusionOk="0">
                    <a:moveTo>
                      <a:pt x="4000" y="8001"/>
                    </a:moveTo>
                    <a:cubicBezTo>
                      <a:pt x="1810" y="8001"/>
                      <a:pt x="0" y="6191"/>
                      <a:pt x="0" y="4001"/>
                    </a:cubicBezTo>
                    <a:cubicBezTo>
                      <a:pt x="0" y="1810"/>
                      <a:pt x="1810" y="0"/>
                      <a:pt x="4000" y="0"/>
                    </a:cubicBezTo>
                    <a:cubicBezTo>
                      <a:pt x="6191" y="0"/>
                      <a:pt x="8001" y="1810"/>
                      <a:pt x="8001" y="4001"/>
                    </a:cubicBezTo>
                    <a:cubicBezTo>
                      <a:pt x="8001" y="6191"/>
                      <a:pt x="6191" y="8001"/>
                      <a:pt x="4000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7" name="Google Shape;8197;p41"/>
              <p:cNvSpPr/>
              <p:nvPr/>
            </p:nvSpPr>
            <p:spPr>
              <a:xfrm>
                <a:off x="7115365" y="1185195"/>
                <a:ext cx="7239" cy="7239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7239" extrusionOk="0">
                    <a:moveTo>
                      <a:pt x="3620" y="7239"/>
                    </a:moveTo>
                    <a:cubicBezTo>
                      <a:pt x="1619" y="7239"/>
                      <a:pt x="0" y="5620"/>
                      <a:pt x="0" y="3620"/>
                    </a:cubicBezTo>
                    <a:cubicBezTo>
                      <a:pt x="0" y="1619"/>
                      <a:pt x="1619" y="0"/>
                      <a:pt x="3620" y="0"/>
                    </a:cubicBezTo>
                    <a:cubicBezTo>
                      <a:pt x="5620" y="0"/>
                      <a:pt x="7239" y="1619"/>
                      <a:pt x="7239" y="3620"/>
                    </a:cubicBezTo>
                    <a:cubicBezTo>
                      <a:pt x="7239" y="5620"/>
                      <a:pt x="5620" y="7239"/>
                      <a:pt x="3620" y="7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98" name="Google Shape;8198;p41"/>
            <p:cNvGrpSpPr/>
            <p:nvPr/>
          </p:nvGrpSpPr>
          <p:grpSpPr>
            <a:xfrm>
              <a:off x="3849147" y="1191100"/>
              <a:ext cx="3117342" cy="3117342"/>
              <a:chOff x="3849147" y="1191100"/>
              <a:chExt cx="3117342" cy="3117342"/>
            </a:xfrm>
          </p:grpSpPr>
          <p:sp>
            <p:nvSpPr>
              <p:cNvPr id="8199" name="Google Shape;8199;p41"/>
              <p:cNvSpPr/>
              <p:nvPr/>
            </p:nvSpPr>
            <p:spPr>
              <a:xfrm>
                <a:off x="3849147" y="4269771"/>
                <a:ext cx="38671" cy="38671"/>
              </a:xfrm>
              <a:custGeom>
                <a:avLst/>
                <a:gdLst/>
                <a:ahLst/>
                <a:cxnLst/>
                <a:rect l="l" t="t" r="r" b="b"/>
                <a:pathLst>
                  <a:path w="38671" h="38671" extrusionOk="0">
                    <a:moveTo>
                      <a:pt x="19336" y="38671"/>
                    </a:moveTo>
                    <a:cubicBezTo>
                      <a:pt x="8668" y="38671"/>
                      <a:pt x="0" y="30004"/>
                      <a:pt x="0" y="19336"/>
                    </a:cubicBezTo>
                    <a:cubicBezTo>
                      <a:pt x="0" y="8668"/>
                      <a:pt x="8668" y="0"/>
                      <a:pt x="19336" y="0"/>
                    </a:cubicBezTo>
                    <a:cubicBezTo>
                      <a:pt x="30004" y="0"/>
                      <a:pt x="38672" y="8668"/>
                      <a:pt x="38672" y="19336"/>
                    </a:cubicBezTo>
                    <a:cubicBezTo>
                      <a:pt x="38672" y="30004"/>
                      <a:pt x="30004" y="38671"/>
                      <a:pt x="19336" y="38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0" name="Google Shape;8200;p41"/>
              <p:cNvSpPr/>
              <p:nvPr/>
            </p:nvSpPr>
            <p:spPr>
              <a:xfrm>
                <a:off x="3930967" y="4188713"/>
                <a:ext cx="37909" cy="37909"/>
              </a:xfrm>
              <a:custGeom>
                <a:avLst/>
                <a:gdLst/>
                <a:ahLst/>
                <a:cxnLst/>
                <a:rect l="l" t="t" r="r" b="b"/>
                <a:pathLst>
                  <a:path w="37909" h="37909" extrusionOk="0">
                    <a:moveTo>
                      <a:pt x="37910" y="18955"/>
                    </a:moveTo>
                    <a:cubicBezTo>
                      <a:pt x="37910" y="29423"/>
                      <a:pt x="29423" y="37909"/>
                      <a:pt x="18955" y="37909"/>
                    </a:cubicBezTo>
                    <a:cubicBezTo>
                      <a:pt x="8486" y="37909"/>
                      <a:pt x="0" y="29423"/>
                      <a:pt x="0" y="18955"/>
                    </a:cubicBezTo>
                    <a:cubicBezTo>
                      <a:pt x="0" y="8486"/>
                      <a:pt x="8486" y="0"/>
                      <a:pt x="18955" y="0"/>
                    </a:cubicBezTo>
                    <a:cubicBezTo>
                      <a:pt x="29423" y="0"/>
                      <a:pt x="37910" y="8486"/>
                      <a:pt x="37910" y="18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1" name="Google Shape;8201;p41"/>
              <p:cNvSpPr/>
              <p:nvPr/>
            </p:nvSpPr>
            <p:spPr>
              <a:xfrm>
                <a:off x="4012787" y="4107655"/>
                <a:ext cx="37147" cy="37147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7147" extrusionOk="0">
                    <a:moveTo>
                      <a:pt x="37148" y="18574"/>
                    </a:moveTo>
                    <a:cubicBezTo>
                      <a:pt x="37148" y="28832"/>
                      <a:pt x="28832" y="37148"/>
                      <a:pt x="18574" y="37148"/>
                    </a:cubicBezTo>
                    <a:cubicBezTo>
                      <a:pt x="8316" y="37148"/>
                      <a:pt x="0" y="28832"/>
                      <a:pt x="0" y="18574"/>
                    </a:cubicBezTo>
                    <a:cubicBezTo>
                      <a:pt x="0" y="8316"/>
                      <a:pt x="8316" y="0"/>
                      <a:pt x="18574" y="0"/>
                    </a:cubicBezTo>
                    <a:cubicBezTo>
                      <a:pt x="28832" y="0"/>
                      <a:pt x="37148" y="8316"/>
                      <a:pt x="37148" y="185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2" name="Google Shape;8202;p41"/>
              <p:cNvSpPr/>
              <p:nvPr/>
            </p:nvSpPr>
            <p:spPr>
              <a:xfrm>
                <a:off x="4094606" y="4026597"/>
                <a:ext cx="36385" cy="36385"/>
              </a:xfrm>
              <a:custGeom>
                <a:avLst/>
                <a:gdLst/>
                <a:ahLst/>
                <a:cxnLst/>
                <a:rect l="l" t="t" r="r" b="b"/>
                <a:pathLst>
                  <a:path w="36385" h="36385" extrusionOk="0">
                    <a:moveTo>
                      <a:pt x="18193" y="36386"/>
                    </a:moveTo>
                    <a:cubicBezTo>
                      <a:pt x="8192" y="36386"/>
                      <a:pt x="0" y="28289"/>
                      <a:pt x="0" y="18193"/>
                    </a:cubicBezTo>
                    <a:cubicBezTo>
                      <a:pt x="0" y="8096"/>
                      <a:pt x="8096" y="0"/>
                      <a:pt x="18193" y="0"/>
                    </a:cubicBezTo>
                    <a:cubicBezTo>
                      <a:pt x="28289" y="0"/>
                      <a:pt x="36386" y="8096"/>
                      <a:pt x="36386" y="18193"/>
                    </a:cubicBezTo>
                    <a:cubicBezTo>
                      <a:pt x="36386" y="28289"/>
                      <a:pt x="28289" y="36386"/>
                      <a:pt x="18193" y="363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3" name="Google Shape;8203;p41"/>
              <p:cNvSpPr/>
              <p:nvPr/>
            </p:nvSpPr>
            <p:spPr>
              <a:xfrm>
                <a:off x="4176521" y="3945730"/>
                <a:ext cx="35433" cy="35433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35433" extrusionOk="0">
                    <a:moveTo>
                      <a:pt x="17717" y="35433"/>
                    </a:moveTo>
                    <a:cubicBezTo>
                      <a:pt x="7906" y="35433"/>
                      <a:pt x="0" y="27527"/>
                      <a:pt x="0" y="17716"/>
                    </a:cubicBezTo>
                    <a:cubicBezTo>
                      <a:pt x="0" y="7906"/>
                      <a:pt x="8001" y="0"/>
                      <a:pt x="17717" y="0"/>
                    </a:cubicBezTo>
                    <a:cubicBezTo>
                      <a:pt x="27432" y="0"/>
                      <a:pt x="35433" y="7906"/>
                      <a:pt x="35433" y="17716"/>
                    </a:cubicBezTo>
                    <a:cubicBezTo>
                      <a:pt x="35433" y="27527"/>
                      <a:pt x="27527" y="35433"/>
                      <a:pt x="17717" y="35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4" name="Google Shape;8204;p41"/>
              <p:cNvSpPr/>
              <p:nvPr/>
            </p:nvSpPr>
            <p:spPr>
              <a:xfrm>
                <a:off x="4258246" y="3864672"/>
                <a:ext cx="34670" cy="34671"/>
              </a:xfrm>
              <a:custGeom>
                <a:avLst/>
                <a:gdLst/>
                <a:ahLst/>
                <a:cxnLst/>
                <a:rect l="l" t="t" r="r" b="b"/>
                <a:pathLst>
                  <a:path w="34670" h="34671" extrusionOk="0">
                    <a:moveTo>
                      <a:pt x="17335" y="34671"/>
                    </a:moveTo>
                    <a:cubicBezTo>
                      <a:pt x="7715" y="34671"/>
                      <a:pt x="0" y="26861"/>
                      <a:pt x="0" y="17336"/>
                    </a:cubicBezTo>
                    <a:cubicBezTo>
                      <a:pt x="0" y="7811"/>
                      <a:pt x="7810" y="0"/>
                      <a:pt x="17335" y="0"/>
                    </a:cubicBezTo>
                    <a:cubicBezTo>
                      <a:pt x="26860" y="0"/>
                      <a:pt x="34671" y="7811"/>
                      <a:pt x="34671" y="17336"/>
                    </a:cubicBezTo>
                    <a:cubicBezTo>
                      <a:pt x="34671" y="26861"/>
                      <a:pt x="26860" y="34671"/>
                      <a:pt x="17335" y="34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5" name="Google Shape;8205;p41"/>
              <p:cNvSpPr/>
              <p:nvPr/>
            </p:nvSpPr>
            <p:spPr>
              <a:xfrm>
                <a:off x="4340066" y="3783615"/>
                <a:ext cx="33908" cy="33908"/>
              </a:xfrm>
              <a:custGeom>
                <a:avLst/>
                <a:gdLst/>
                <a:ahLst/>
                <a:cxnLst/>
                <a:rect l="l" t="t" r="r" b="b"/>
                <a:pathLst>
                  <a:path w="33908" h="33908" extrusionOk="0">
                    <a:moveTo>
                      <a:pt x="16954" y="33909"/>
                    </a:moveTo>
                    <a:cubicBezTo>
                      <a:pt x="7620" y="33909"/>
                      <a:pt x="0" y="26289"/>
                      <a:pt x="0" y="16954"/>
                    </a:cubicBezTo>
                    <a:cubicBezTo>
                      <a:pt x="0" y="7620"/>
                      <a:pt x="7620" y="0"/>
                      <a:pt x="16954" y="0"/>
                    </a:cubicBezTo>
                    <a:cubicBezTo>
                      <a:pt x="26289" y="0"/>
                      <a:pt x="33909" y="7620"/>
                      <a:pt x="33909" y="16954"/>
                    </a:cubicBezTo>
                    <a:cubicBezTo>
                      <a:pt x="33909" y="26289"/>
                      <a:pt x="26289" y="33909"/>
                      <a:pt x="16954" y="339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6" name="Google Shape;8206;p41"/>
              <p:cNvSpPr/>
              <p:nvPr/>
            </p:nvSpPr>
            <p:spPr>
              <a:xfrm>
                <a:off x="4421886" y="3702557"/>
                <a:ext cx="33146" cy="33147"/>
              </a:xfrm>
              <a:custGeom>
                <a:avLst/>
                <a:gdLst/>
                <a:ahLst/>
                <a:cxnLst/>
                <a:rect l="l" t="t" r="r" b="b"/>
                <a:pathLst>
                  <a:path w="33146" h="33147" extrusionOk="0">
                    <a:moveTo>
                      <a:pt x="33147" y="16573"/>
                    </a:moveTo>
                    <a:cubicBezTo>
                      <a:pt x="33147" y="25727"/>
                      <a:pt x="25727" y="33147"/>
                      <a:pt x="16574" y="33147"/>
                    </a:cubicBezTo>
                    <a:cubicBezTo>
                      <a:pt x="7420" y="33147"/>
                      <a:pt x="0" y="25727"/>
                      <a:pt x="0" y="16573"/>
                    </a:cubicBezTo>
                    <a:cubicBezTo>
                      <a:pt x="0" y="7420"/>
                      <a:pt x="7420" y="0"/>
                      <a:pt x="16574" y="0"/>
                    </a:cubicBezTo>
                    <a:cubicBezTo>
                      <a:pt x="25727" y="0"/>
                      <a:pt x="33147" y="7420"/>
                      <a:pt x="33147" y="165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7" name="Google Shape;8207;p41"/>
              <p:cNvSpPr/>
              <p:nvPr/>
            </p:nvSpPr>
            <p:spPr>
              <a:xfrm>
                <a:off x="4503800" y="3621499"/>
                <a:ext cx="32194" cy="32289"/>
              </a:xfrm>
              <a:custGeom>
                <a:avLst/>
                <a:gdLst/>
                <a:ahLst/>
                <a:cxnLst/>
                <a:rect l="l" t="t" r="r" b="b"/>
                <a:pathLst>
                  <a:path w="32194" h="32289" extrusionOk="0">
                    <a:moveTo>
                      <a:pt x="16097" y="32290"/>
                    </a:moveTo>
                    <a:cubicBezTo>
                      <a:pt x="7144" y="32290"/>
                      <a:pt x="0" y="25051"/>
                      <a:pt x="0" y="16097"/>
                    </a:cubicBezTo>
                    <a:cubicBezTo>
                      <a:pt x="0" y="7144"/>
                      <a:pt x="7239" y="0"/>
                      <a:pt x="16097" y="0"/>
                    </a:cubicBezTo>
                    <a:cubicBezTo>
                      <a:pt x="24956" y="0"/>
                      <a:pt x="32195" y="7239"/>
                      <a:pt x="32195" y="16097"/>
                    </a:cubicBezTo>
                    <a:cubicBezTo>
                      <a:pt x="32195" y="24955"/>
                      <a:pt x="24956" y="32290"/>
                      <a:pt x="16097" y="322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8" name="Google Shape;8208;p41"/>
              <p:cNvSpPr/>
              <p:nvPr/>
            </p:nvSpPr>
            <p:spPr>
              <a:xfrm>
                <a:off x="4585620" y="3540537"/>
                <a:ext cx="31432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31432" h="31432" extrusionOk="0">
                    <a:moveTo>
                      <a:pt x="15716" y="31432"/>
                    </a:moveTo>
                    <a:cubicBezTo>
                      <a:pt x="7048" y="31432"/>
                      <a:pt x="0" y="24384"/>
                      <a:pt x="0" y="15716"/>
                    </a:cubicBezTo>
                    <a:cubicBezTo>
                      <a:pt x="0" y="7048"/>
                      <a:pt x="7048" y="0"/>
                      <a:pt x="15716" y="0"/>
                    </a:cubicBezTo>
                    <a:cubicBezTo>
                      <a:pt x="24384" y="0"/>
                      <a:pt x="31433" y="7048"/>
                      <a:pt x="31433" y="15716"/>
                    </a:cubicBezTo>
                    <a:cubicBezTo>
                      <a:pt x="31433" y="24384"/>
                      <a:pt x="24384" y="31432"/>
                      <a:pt x="15716" y="31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9" name="Google Shape;8209;p41"/>
              <p:cNvSpPr/>
              <p:nvPr/>
            </p:nvSpPr>
            <p:spPr>
              <a:xfrm>
                <a:off x="4667345" y="3459479"/>
                <a:ext cx="30670" cy="30670"/>
              </a:xfrm>
              <a:custGeom>
                <a:avLst/>
                <a:gdLst/>
                <a:ahLst/>
                <a:cxnLst/>
                <a:rect l="l" t="t" r="r" b="b"/>
                <a:pathLst>
                  <a:path w="30670" h="30670" extrusionOk="0">
                    <a:moveTo>
                      <a:pt x="15335" y="30671"/>
                    </a:moveTo>
                    <a:cubicBezTo>
                      <a:pt x="6858" y="30671"/>
                      <a:pt x="0" y="23813"/>
                      <a:pt x="0" y="15335"/>
                    </a:cubicBezTo>
                    <a:cubicBezTo>
                      <a:pt x="0" y="6858"/>
                      <a:pt x="6858" y="0"/>
                      <a:pt x="15335" y="0"/>
                    </a:cubicBezTo>
                    <a:cubicBezTo>
                      <a:pt x="23813" y="0"/>
                      <a:pt x="30671" y="6858"/>
                      <a:pt x="30671" y="15335"/>
                    </a:cubicBezTo>
                    <a:cubicBezTo>
                      <a:pt x="30671" y="23813"/>
                      <a:pt x="23813" y="30671"/>
                      <a:pt x="15335" y="306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0" name="Google Shape;8210;p41"/>
              <p:cNvSpPr/>
              <p:nvPr/>
            </p:nvSpPr>
            <p:spPr>
              <a:xfrm>
                <a:off x="4749164" y="3378421"/>
                <a:ext cx="29908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29908" h="29908" extrusionOk="0">
                    <a:moveTo>
                      <a:pt x="14954" y="29908"/>
                    </a:moveTo>
                    <a:cubicBezTo>
                      <a:pt x="6668" y="29908"/>
                      <a:pt x="0" y="23241"/>
                      <a:pt x="0" y="14954"/>
                    </a:cubicBezTo>
                    <a:cubicBezTo>
                      <a:pt x="0" y="6667"/>
                      <a:pt x="6668" y="0"/>
                      <a:pt x="14954" y="0"/>
                    </a:cubicBezTo>
                    <a:cubicBezTo>
                      <a:pt x="23241" y="0"/>
                      <a:pt x="29908" y="6667"/>
                      <a:pt x="29908" y="14954"/>
                    </a:cubicBezTo>
                    <a:cubicBezTo>
                      <a:pt x="29908" y="23241"/>
                      <a:pt x="23241" y="29908"/>
                      <a:pt x="14954" y="29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1" name="Google Shape;8211;p41"/>
              <p:cNvSpPr/>
              <p:nvPr/>
            </p:nvSpPr>
            <p:spPr>
              <a:xfrm>
                <a:off x="4830984" y="3297363"/>
                <a:ext cx="29146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29146" h="29146" extrusionOk="0">
                    <a:moveTo>
                      <a:pt x="14573" y="29147"/>
                    </a:moveTo>
                    <a:cubicBezTo>
                      <a:pt x="6572" y="29147"/>
                      <a:pt x="0" y="22670"/>
                      <a:pt x="0" y="14573"/>
                    </a:cubicBezTo>
                    <a:cubicBezTo>
                      <a:pt x="0" y="6477"/>
                      <a:pt x="6477" y="0"/>
                      <a:pt x="14573" y="0"/>
                    </a:cubicBezTo>
                    <a:cubicBezTo>
                      <a:pt x="22669" y="0"/>
                      <a:pt x="29146" y="6477"/>
                      <a:pt x="29146" y="14573"/>
                    </a:cubicBezTo>
                    <a:cubicBezTo>
                      <a:pt x="29146" y="22670"/>
                      <a:pt x="22669" y="29147"/>
                      <a:pt x="14573" y="29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2" name="Google Shape;8212;p41"/>
              <p:cNvSpPr/>
              <p:nvPr/>
            </p:nvSpPr>
            <p:spPr>
              <a:xfrm>
                <a:off x="4912899" y="3216496"/>
                <a:ext cx="28194" cy="28193"/>
              </a:xfrm>
              <a:custGeom>
                <a:avLst/>
                <a:gdLst/>
                <a:ahLst/>
                <a:cxnLst/>
                <a:rect l="l" t="t" r="r" b="b"/>
                <a:pathLst>
                  <a:path w="28194" h="28193" extrusionOk="0">
                    <a:moveTo>
                      <a:pt x="28194" y="14097"/>
                    </a:moveTo>
                    <a:cubicBezTo>
                      <a:pt x="28194" y="21883"/>
                      <a:pt x="21883" y="28194"/>
                      <a:pt x="14097" y="28194"/>
                    </a:cubicBezTo>
                    <a:cubicBezTo>
                      <a:pt x="6311" y="28194"/>
                      <a:pt x="0" y="21883"/>
                      <a:pt x="0" y="14097"/>
                    </a:cubicBezTo>
                    <a:cubicBezTo>
                      <a:pt x="0" y="6311"/>
                      <a:pt x="6311" y="0"/>
                      <a:pt x="14097" y="0"/>
                    </a:cubicBezTo>
                    <a:cubicBezTo>
                      <a:pt x="21883" y="0"/>
                      <a:pt x="28194" y="6311"/>
                      <a:pt x="28194" y="14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3" name="Google Shape;8213;p41"/>
              <p:cNvSpPr/>
              <p:nvPr/>
            </p:nvSpPr>
            <p:spPr>
              <a:xfrm>
                <a:off x="4994719" y="3135438"/>
                <a:ext cx="27432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7432" h="27432" extrusionOk="0">
                    <a:moveTo>
                      <a:pt x="13716" y="27432"/>
                    </a:moveTo>
                    <a:cubicBezTo>
                      <a:pt x="6096" y="27432"/>
                      <a:pt x="0" y="21241"/>
                      <a:pt x="0" y="13716"/>
                    </a:cubicBezTo>
                    <a:cubicBezTo>
                      <a:pt x="0" y="6191"/>
                      <a:pt x="6191" y="0"/>
                      <a:pt x="13716" y="0"/>
                    </a:cubicBezTo>
                    <a:cubicBezTo>
                      <a:pt x="21241" y="0"/>
                      <a:pt x="27432" y="6096"/>
                      <a:pt x="27432" y="13716"/>
                    </a:cubicBezTo>
                    <a:cubicBezTo>
                      <a:pt x="27432" y="21336"/>
                      <a:pt x="21336" y="27432"/>
                      <a:pt x="13716" y="27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4" name="Google Shape;8214;p41"/>
              <p:cNvSpPr/>
              <p:nvPr/>
            </p:nvSpPr>
            <p:spPr>
              <a:xfrm>
                <a:off x="5076444" y="3054381"/>
                <a:ext cx="26669" cy="2667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26670" extrusionOk="0">
                    <a:moveTo>
                      <a:pt x="13335" y="26670"/>
                    </a:moveTo>
                    <a:cubicBezTo>
                      <a:pt x="6001" y="26670"/>
                      <a:pt x="0" y="20669"/>
                      <a:pt x="0" y="13335"/>
                    </a:cubicBezTo>
                    <a:cubicBezTo>
                      <a:pt x="0" y="6001"/>
                      <a:pt x="6001" y="0"/>
                      <a:pt x="13335" y="0"/>
                    </a:cubicBezTo>
                    <a:cubicBezTo>
                      <a:pt x="20669" y="0"/>
                      <a:pt x="26670" y="6001"/>
                      <a:pt x="26670" y="13335"/>
                    </a:cubicBezTo>
                    <a:cubicBezTo>
                      <a:pt x="26670" y="20669"/>
                      <a:pt x="20669" y="26670"/>
                      <a:pt x="13335" y="26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5" name="Google Shape;8215;p41"/>
              <p:cNvSpPr/>
              <p:nvPr/>
            </p:nvSpPr>
            <p:spPr>
              <a:xfrm>
                <a:off x="5158263" y="2973323"/>
                <a:ext cx="25908" cy="25908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25908" extrusionOk="0">
                    <a:moveTo>
                      <a:pt x="12954" y="25908"/>
                    </a:moveTo>
                    <a:cubicBezTo>
                      <a:pt x="5810" y="25908"/>
                      <a:pt x="0" y="20098"/>
                      <a:pt x="0" y="12954"/>
                    </a:cubicBezTo>
                    <a:cubicBezTo>
                      <a:pt x="0" y="5810"/>
                      <a:pt x="5810" y="0"/>
                      <a:pt x="12954" y="0"/>
                    </a:cubicBezTo>
                    <a:cubicBezTo>
                      <a:pt x="20098" y="0"/>
                      <a:pt x="25908" y="5810"/>
                      <a:pt x="25908" y="12954"/>
                    </a:cubicBezTo>
                    <a:cubicBezTo>
                      <a:pt x="25908" y="20098"/>
                      <a:pt x="20098" y="25908"/>
                      <a:pt x="12954" y="259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6" name="Google Shape;8216;p41"/>
              <p:cNvSpPr/>
              <p:nvPr/>
            </p:nvSpPr>
            <p:spPr>
              <a:xfrm>
                <a:off x="5240178" y="2892456"/>
                <a:ext cx="24955" cy="24955"/>
              </a:xfrm>
              <a:custGeom>
                <a:avLst/>
                <a:gdLst/>
                <a:ahLst/>
                <a:cxnLst/>
                <a:rect l="l" t="t" r="r" b="b"/>
                <a:pathLst>
                  <a:path w="24955" h="24955" extrusionOk="0">
                    <a:moveTo>
                      <a:pt x="24956" y="12478"/>
                    </a:moveTo>
                    <a:cubicBezTo>
                      <a:pt x="24956" y="19369"/>
                      <a:pt x="19369" y="24955"/>
                      <a:pt x="12478" y="24955"/>
                    </a:cubicBezTo>
                    <a:cubicBezTo>
                      <a:pt x="5587" y="24955"/>
                      <a:pt x="0" y="19369"/>
                      <a:pt x="0" y="12478"/>
                    </a:cubicBezTo>
                    <a:cubicBezTo>
                      <a:pt x="0" y="5586"/>
                      <a:pt x="5587" y="0"/>
                      <a:pt x="12478" y="0"/>
                    </a:cubicBezTo>
                    <a:cubicBezTo>
                      <a:pt x="19369" y="0"/>
                      <a:pt x="24956" y="5586"/>
                      <a:pt x="24956" y="12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7" name="Google Shape;8217;p41"/>
              <p:cNvSpPr/>
              <p:nvPr/>
            </p:nvSpPr>
            <p:spPr>
              <a:xfrm>
                <a:off x="5321998" y="2811398"/>
                <a:ext cx="24193" cy="24193"/>
              </a:xfrm>
              <a:custGeom>
                <a:avLst/>
                <a:gdLst/>
                <a:ahLst/>
                <a:cxnLst/>
                <a:rect l="l" t="t" r="r" b="b"/>
                <a:pathLst>
                  <a:path w="24193" h="24193" extrusionOk="0">
                    <a:moveTo>
                      <a:pt x="12097" y="24193"/>
                    </a:moveTo>
                    <a:cubicBezTo>
                      <a:pt x="5429" y="24193"/>
                      <a:pt x="0" y="18764"/>
                      <a:pt x="0" y="12097"/>
                    </a:cubicBezTo>
                    <a:cubicBezTo>
                      <a:pt x="0" y="5429"/>
                      <a:pt x="5429" y="0"/>
                      <a:pt x="12097" y="0"/>
                    </a:cubicBezTo>
                    <a:cubicBezTo>
                      <a:pt x="18764" y="0"/>
                      <a:pt x="24193" y="5429"/>
                      <a:pt x="24193" y="12097"/>
                    </a:cubicBezTo>
                    <a:cubicBezTo>
                      <a:pt x="24193" y="18764"/>
                      <a:pt x="18764" y="24193"/>
                      <a:pt x="12097" y="24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8" name="Google Shape;8218;p41"/>
              <p:cNvSpPr/>
              <p:nvPr/>
            </p:nvSpPr>
            <p:spPr>
              <a:xfrm>
                <a:off x="5403818" y="2730340"/>
                <a:ext cx="23431" cy="23431"/>
              </a:xfrm>
              <a:custGeom>
                <a:avLst/>
                <a:gdLst/>
                <a:ahLst/>
                <a:cxnLst/>
                <a:rect l="l" t="t" r="r" b="b"/>
                <a:pathLst>
                  <a:path w="23431" h="23431" extrusionOk="0">
                    <a:moveTo>
                      <a:pt x="11716" y="23432"/>
                    </a:moveTo>
                    <a:cubicBezTo>
                      <a:pt x="5239" y="23432"/>
                      <a:pt x="0" y="18193"/>
                      <a:pt x="0" y="11716"/>
                    </a:cubicBezTo>
                    <a:cubicBezTo>
                      <a:pt x="0" y="5239"/>
                      <a:pt x="5239" y="0"/>
                      <a:pt x="11716" y="0"/>
                    </a:cubicBezTo>
                    <a:cubicBezTo>
                      <a:pt x="18193" y="0"/>
                      <a:pt x="23431" y="5239"/>
                      <a:pt x="23431" y="11716"/>
                    </a:cubicBezTo>
                    <a:cubicBezTo>
                      <a:pt x="23431" y="18193"/>
                      <a:pt x="18193" y="23432"/>
                      <a:pt x="11716" y="234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9" name="Google Shape;8219;p41"/>
              <p:cNvSpPr/>
              <p:nvPr/>
            </p:nvSpPr>
            <p:spPr>
              <a:xfrm>
                <a:off x="5485542" y="2649282"/>
                <a:ext cx="22669" cy="22669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2669" extrusionOk="0">
                    <a:moveTo>
                      <a:pt x="11335" y="22670"/>
                    </a:moveTo>
                    <a:cubicBezTo>
                      <a:pt x="5048" y="22670"/>
                      <a:pt x="0" y="17621"/>
                      <a:pt x="0" y="11335"/>
                    </a:cubicBezTo>
                    <a:cubicBezTo>
                      <a:pt x="0" y="5048"/>
                      <a:pt x="5048" y="0"/>
                      <a:pt x="11335" y="0"/>
                    </a:cubicBezTo>
                    <a:cubicBezTo>
                      <a:pt x="17621" y="0"/>
                      <a:pt x="22669" y="5048"/>
                      <a:pt x="22669" y="11335"/>
                    </a:cubicBezTo>
                    <a:cubicBezTo>
                      <a:pt x="22669" y="17621"/>
                      <a:pt x="17621" y="22670"/>
                      <a:pt x="11335" y="226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0" name="Google Shape;8220;p41"/>
              <p:cNvSpPr/>
              <p:nvPr/>
            </p:nvSpPr>
            <p:spPr>
              <a:xfrm>
                <a:off x="5567457" y="2568415"/>
                <a:ext cx="21716" cy="21716"/>
              </a:xfrm>
              <a:custGeom>
                <a:avLst/>
                <a:gdLst/>
                <a:ahLst/>
                <a:cxnLst/>
                <a:rect l="l" t="t" r="r" b="b"/>
                <a:pathLst>
                  <a:path w="21716" h="21716" extrusionOk="0">
                    <a:moveTo>
                      <a:pt x="21717" y="10858"/>
                    </a:moveTo>
                    <a:cubicBezTo>
                      <a:pt x="21717" y="16855"/>
                      <a:pt x="16855" y="21717"/>
                      <a:pt x="10858" y="21717"/>
                    </a:cubicBezTo>
                    <a:cubicBezTo>
                      <a:pt x="4861" y="21717"/>
                      <a:pt x="0" y="16855"/>
                      <a:pt x="0" y="10858"/>
                    </a:cubicBezTo>
                    <a:cubicBezTo>
                      <a:pt x="0" y="4861"/>
                      <a:pt x="4861" y="0"/>
                      <a:pt x="10858" y="0"/>
                    </a:cubicBezTo>
                    <a:cubicBezTo>
                      <a:pt x="16855" y="0"/>
                      <a:pt x="21717" y="4861"/>
                      <a:pt x="21717" y="10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1" name="Google Shape;8221;p41"/>
              <p:cNvSpPr/>
              <p:nvPr/>
            </p:nvSpPr>
            <p:spPr>
              <a:xfrm>
                <a:off x="5649277" y="2487357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20954" extrusionOk="0">
                    <a:moveTo>
                      <a:pt x="10477" y="20955"/>
                    </a:moveTo>
                    <a:cubicBezTo>
                      <a:pt x="4667" y="20955"/>
                      <a:pt x="0" y="16288"/>
                      <a:pt x="0" y="10478"/>
                    </a:cubicBezTo>
                    <a:cubicBezTo>
                      <a:pt x="0" y="4667"/>
                      <a:pt x="4667" y="0"/>
                      <a:pt x="10477" y="0"/>
                    </a:cubicBezTo>
                    <a:cubicBezTo>
                      <a:pt x="16288" y="0"/>
                      <a:pt x="20955" y="4667"/>
                      <a:pt x="20955" y="10478"/>
                    </a:cubicBezTo>
                    <a:cubicBezTo>
                      <a:pt x="20955" y="16288"/>
                      <a:pt x="16288" y="20955"/>
                      <a:pt x="10477" y="209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2" name="Google Shape;8222;p41"/>
              <p:cNvSpPr/>
              <p:nvPr/>
            </p:nvSpPr>
            <p:spPr>
              <a:xfrm>
                <a:off x="5731097" y="2406300"/>
                <a:ext cx="20192" cy="20192"/>
              </a:xfrm>
              <a:custGeom>
                <a:avLst/>
                <a:gdLst/>
                <a:ahLst/>
                <a:cxnLst/>
                <a:rect l="l" t="t" r="r" b="b"/>
                <a:pathLst>
                  <a:path w="20192" h="20192" extrusionOk="0">
                    <a:moveTo>
                      <a:pt x="10096" y="20193"/>
                    </a:moveTo>
                    <a:cubicBezTo>
                      <a:pt x="4572" y="20193"/>
                      <a:pt x="0" y="15716"/>
                      <a:pt x="0" y="10096"/>
                    </a:cubicBezTo>
                    <a:cubicBezTo>
                      <a:pt x="0" y="4477"/>
                      <a:pt x="4477" y="0"/>
                      <a:pt x="10096" y="0"/>
                    </a:cubicBezTo>
                    <a:cubicBezTo>
                      <a:pt x="15716" y="0"/>
                      <a:pt x="20193" y="4477"/>
                      <a:pt x="20193" y="10096"/>
                    </a:cubicBezTo>
                    <a:cubicBezTo>
                      <a:pt x="20193" y="15716"/>
                      <a:pt x="15716" y="20193"/>
                      <a:pt x="10096" y="20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3" name="Google Shape;8223;p41"/>
              <p:cNvSpPr/>
              <p:nvPr/>
            </p:nvSpPr>
            <p:spPr>
              <a:xfrm>
                <a:off x="5812916" y="2325242"/>
                <a:ext cx="19431" cy="19431"/>
              </a:xfrm>
              <a:custGeom>
                <a:avLst/>
                <a:gdLst/>
                <a:ahLst/>
                <a:cxnLst/>
                <a:rect l="l" t="t" r="r" b="b"/>
                <a:pathLst>
                  <a:path w="19431" h="19431" extrusionOk="0">
                    <a:moveTo>
                      <a:pt x="9716" y="19431"/>
                    </a:moveTo>
                    <a:cubicBezTo>
                      <a:pt x="4382" y="19431"/>
                      <a:pt x="0" y="15049"/>
                      <a:pt x="0" y="9715"/>
                    </a:cubicBezTo>
                    <a:cubicBezTo>
                      <a:pt x="0" y="4381"/>
                      <a:pt x="4382" y="0"/>
                      <a:pt x="9716" y="0"/>
                    </a:cubicBezTo>
                    <a:cubicBezTo>
                      <a:pt x="15050" y="0"/>
                      <a:pt x="19431" y="4381"/>
                      <a:pt x="19431" y="9715"/>
                    </a:cubicBezTo>
                    <a:cubicBezTo>
                      <a:pt x="19431" y="15049"/>
                      <a:pt x="15050" y="19431"/>
                      <a:pt x="9716" y="194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4" name="Google Shape;8224;p41"/>
              <p:cNvSpPr/>
              <p:nvPr/>
            </p:nvSpPr>
            <p:spPr>
              <a:xfrm>
                <a:off x="5894736" y="2244280"/>
                <a:ext cx="1847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18478" h="18478" extrusionOk="0">
                    <a:moveTo>
                      <a:pt x="18478" y="9239"/>
                    </a:moveTo>
                    <a:cubicBezTo>
                      <a:pt x="18478" y="14342"/>
                      <a:pt x="14342" y="18478"/>
                      <a:pt x="9239" y="18478"/>
                    </a:cubicBezTo>
                    <a:cubicBezTo>
                      <a:pt x="4136" y="18478"/>
                      <a:pt x="0" y="14342"/>
                      <a:pt x="0" y="9239"/>
                    </a:cubicBezTo>
                    <a:cubicBezTo>
                      <a:pt x="0" y="4137"/>
                      <a:pt x="4136" y="0"/>
                      <a:pt x="9239" y="0"/>
                    </a:cubicBezTo>
                    <a:cubicBezTo>
                      <a:pt x="14342" y="0"/>
                      <a:pt x="18478" y="4136"/>
                      <a:pt x="18478" y="9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5" name="Google Shape;8225;p41"/>
              <p:cNvSpPr/>
              <p:nvPr/>
            </p:nvSpPr>
            <p:spPr>
              <a:xfrm>
                <a:off x="5976556" y="2163317"/>
                <a:ext cx="17716" cy="17716"/>
              </a:xfrm>
              <a:custGeom>
                <a:avLst/>
                <a:gdLst/>
                <a:ahLst/>
                <a:cxnLst/>
                <a:rect l="l" t="t" r="r" b="b"/>
                <a:pathLst>
                  <a:path w="17716" h="17716" extrusionOk="0">
                    <a:moveTo>
                      <a:pt x="8858" y="17717"/>
                    </a:moveTo>
                    <a:cubicBezTo>
                      <a:pt x="3905" y="17717"/>
                      <a:pt x="0" y="13716"/>
                      <a:pt x="0" y="8858"/>
                    </a:cubicBezTo>
                    <a:cubicBezTo>
                      <a:pt x="0" y="4000"/>
                      <a:pt x="4000" y="0"/>
                      <a:pt x="8858" y="0"/>
                    </a:cubicBezTo>
                    <a:cubicBezTo>
                      <a:pt x="13716" y="0"/>
                      <a:pt x="17717" y="4000"/>
                      <a:pt x="17717" y="8858"/>
                    </a:cubicBezTo>
                    <a:cubicBezTo>
                      <a:pt x="17717" y="13716"/>
                      <a:pt x="13716" y="17717"/>
                      <a:pt x="8858" y="177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6" name="Google Shape;8226;p41"/>
              <p:cNvSpPr/>
              <p:nvPr/>
            </p:nvSpPr>
            <p:spPr>
              <a:xfrm>
                <a:off x="6058376" y="2082259"/>
                <a:ext cx="16954" cy="16954"/>
              </a:xfrm>
              <a:custGeom>
                <a:avLst/>
                <a:gdLst/>
                <a:ahLst/>
                <a:cxnLst/>
                <a:rect l="l" t="t" r="r" b="b"/>
                <a:pathLst>
                  <a:path w="16954" h="16954" extrusionOk="0">
                    <a:moveTo>
                      <a:pt x="8477" y="16954"/>
                    </a:moveTo>
                    <a:cubicBezTo>
                      <a:pt x="3810" y="16954"/>
                      <a:pt x="0" y="13144"/>
                      <a:pt x="0" y="8477"/>
                    </a:cubicBezTo>
                    <a:cubicBezTo>
                      <a:pt x="0" y="3810"/>
                      <a:pt x="3810" y="0"/>
                      <a:pt x="8477" y="0"/>
                    </a:cubicBezTo>
                    <a:cubicBezTo>
                      <a:pt x="13144" y="0"/>
                      <a:pt x="16954" y="3810"/>
                      <a:pt x="16954" y="8477"/>
                    </a:cubicBezTo>
                    <a:cubicBezTo>
                      <a:pt x="16954" y="13144"/>
                      <a:pt x="13144" y="16954"/>
                      <a:pt x="8477" y="16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7" name="Google Shape;8227;p41"/>
              <p:cNvSpPr/>
              <p:nvPr/>
            </p:nvSpPr>
            <p:spPr>
              <a:xfrm>
                <a:off x="6140195" y="2001201"/>
                <a:ext cx="16192" cy="16192"/>
              </a:xfrm>
              <a:custGeom>
                <a:avLst/>
                <a:gdLst/>
                <a:ahLst/>
                <a:cxnLst/>
                <a:rect l="l" t="t" r="r" b="b"/>
                <a:pathLst>
                  <a:path w="16192" h="16192" extrusionOk="0">
                    <a:moveTo>
                      <a:pt x="8096" y="16193"/>
                    </a:moveTo>
                    <a:cubicBezTo>
                      <a:pt x="3620" y="16193"/>
                      <a:pt x="0" y="12573"/>
                      <a:pt x="0" y="8096"/>
                    </a:cubicBezTo>
                    <a:cubicBezTo>
                      <a:pt x="0" y="3620"/>
                      <a:pt x="3620" y="0"/>
                      <a:pt x="8096" y="0"/>
                    </a:cubicBezTo>
                    <a:cubicBezTo>
                      <a:pt x="12573" y="0"/>
                      <a:pt x="16192" y="3620"/>
                      <a:pt x="16192" y="8096"/>
                    </a:cubicBezTo>
                    <a:cubicBezTo>
                      <a:pt x="16192" y="12573"/>
                      <a:pt x="12573" y="16193"/>
                      <a:pt x="8096" y="161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8" name="Google Shape;8228;p41"/>
              <p:cNvSpPr/>
              <p:nvPr/>
            </p:nvSpPr>
            <p:spPr>
              <a:xfrm>
                <a:off x="6222015" y="1920144"/>
                <a:ext cx="15430" cy="15430"/>
              </a:xfrm>
              <a:custGeom>
                <a:avLst/>
                <a:gdLst/>
                <a:ahLst/>
                <a:cxnLst/>
                <a:rect l="l" t="t" r="r" b="b"/>
                <a:pathLst>
                  <a:path w="15430" h="15430" extrusionOk="0">
                    <a:moveTo>
                      <a:pt x="15431" y="7715"/>
                    </a:moveTo>
                    <a:cubicBezTo>
                      <a:pt x="15431" y="11976"/>
                      <a:pt x="11976" y="15430"/>
                      <a:pt x="7715" y="15430"/>
                    </a:cubicBezTo>
                    <a:cubicBezTo>
                      <a:pt x="3454" y="15430"/>
                      <a:pt x="0" y="11976"/>
                      <a:pt x="0" y="7715"/>
                    </a:cubicBezTo>
                    <a:cubicBezTo>
                      <a:pt x="0" y="3454"/>
                      <a:pt x="3454" y="0"/>
                      <a:pt x="7715" y="0"/>
                    </a:cubicBezTo>
                    <a:cubicBezTo>
                      <a:pt x="11976" y="0"/>
                      <a:pt x="15431" y="3454"/>
                      <a:pt x="15431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9" name="Google Shape;8229;p41"/>
              <p:cNvSpPr/>
              <p:nvPr/>
            </p:nvSpPr>
            <p:spPr>
              <a:xfrm>
                <a:off x="6303835" y="1839276"/>
                <a:ext cx="14477" cy="14478"/>
              </a:xfrm>
              <a:custGeom>
                <a:avLst/>
                <a:gdLst/>
                <a:ahLst/>
                <a:cxnLst/>
                <a:rect l="l" t="t" r="r" b="b"/>
                <a:pathLst>
                  <a:path w="14477" h="14478" extrusionOk="0">
                    <a:moveTo>
                      <a:pt x="7239" y="14478"/>
                    </a:moveTo>
                    <a:cubicBezTo>
                      <a:pt x="3238" y="14478"/>
                      <a:pt x="0" y="11240"/>
                      <a:pt x="0" y="7239"/>
                    </a:cubicBezTo>
                    <a:cubicBezTo>
                      <a:pt x="0" y="3239"/>
                      <a:pt x="3238" y="0"/>
                      <a:pt x="7239" y="0"/>
                    </a:cubicBezTo>
                    <a:cubicBezTo>
                      <a:pt x="11239" y="0"/>
                      <a:pt x="14478" y="3239"/>
                      <a:pt x="14478" y="7239"/>
                    </a:cubicBezTo>
                    <a:cubicBezTo>
                      <a:pt x="14478" y="11240"/>
                      <a:pt x="11239" y="14478"/>
                      <a:pt x="7239" y="144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0" name="Google Shape;8230;p41"/>
              <p:cNvSpPr/>
              <p:nvPr/>
            </p:nvSpPr>
            <p:spPr>
              <a:xfrm>
                <a:off x="6385655" y="1758219"/>
                <a:ext cx="13716" cy="13716"/>
              </a:xfrm>
              <a:custGeom>
                <a:avLst/>
                <a:gdLst/>
                <a:ahLst/>
                <a:cxnLst/>
                <a:rect l="l" t="t" r="r" b="b"/>
                <a:pathLst>
                  <a:path w="13716" h="13716" extrusionOk="0">
                    <a:moveTo>
                      <a:pt x="6858" y="13716"/>
                    </a:moveTo>
                    <a:cubicBezTo>
                      <a:pt x="3048" y="13716"/>
                      <a:pt x="0" y="10668"/>
                      <a:pt x="0" y="6858"/>
                    </a:cubicBezTo>
                    <a:cubicBezTo>
                      <a:pt x="0" y="3048"/>
                      <a:pt x="3048" y="0"/>
                      <a:pt x="6858" y="0"/>
                    </a:cubicBezTo>
                    <a:cubicBezTo>
                      <a:pt x="10668" y="0"/>
                      <a:pt x="13716" y="3048"/>
                      <a:pt x="13716" y="6858"/>
                    </a:cubicBezTo>
                    <a:cubicBezTo>
                      <a:pt x="13716" y="10668"/>
                      <a:pt x="10668" y="13716"/>
                      <a:pt x="6858" y="137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1" name="Google Shape;8231;p41"/>
              <p:cNvSpPr/>
              <p:nvPr/>
            </p:nvSpPr>
            <p:spPr>
              <a:xfrm>
                <a:off x="6467475" y="1677161"/>
                <a:ext cx="12953" cy="12953"/>
              </a:xfrm>
              <a:custGeom>
                <a:avLst/>
                <a:gdLst/>
                <a:ahLst/>
                <a:cxnLst/>
                <a:rect l="l" t="t" r="r" b="b"/>
                <a:pathLst>
                  <a:path w="12953" h="12953" extrusionOk="0">
                    <a:moveTo>
                      <a:pt x="6477" y="12954"/>
                    </a:moveTo>
                    <a:cubicBezTo>
                      <a:pt x="2953" y="12954"/>
                      <a:pt x="0" y="10096"/>
                      <a:pt x="0" y="6477"/>
                    </a:cubicBezTo>
                    <a:cubicBezTo>
                      <a:pt x="0" y="2857"/>
                      <a:pt x="2857" y="0"/>
                      <a:pt x="6477" y="0"/>
                    </a:cubicBezTo>
                    <a:cubicBezTo>
                      <a:pt x="10096" y="0"/>
                      <a:pt x="12954" y="2857"/>
                      <a:pt x="12954" y="6477"/>
                    </a:cubicBezTo>
                    <a:cubicBezTo>
                      <a:pt x="12954" y="10096"/>
                      <a:pt x="10096" y="12954"/>
                      <a:pt x="6477" y="129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2" name="Google Shape;8232;p41"/>
              <p:cNvSpPr/>
              <p:nvPr/>
            </p:nvSpPr>
            <p:spPr>
              <a:xfrm>
                <a:off x="6549294" y="1596103"/>
                <a:ext cx="12191" cy="12191"/>
              </a:xfrm>
              <a:custGeom>
                <a:avLst/>
                <a:gdLst/>
                <a:ahLst/>
                <a:cxnLst/>
                <a:rect l="l" t="t" r="r" b="b"/>
                <a:pathLst>
                  <a:path w="12191" h="12191" extrusionOk="0">
                    <a:moveTo>
                      <a:pt x="6096" y="12192"/>
                    </a:moveTo>
                    <a:cubicBezTo>
                      <a:pt x="2762" y="12192"/>
                      <a:pt x="0" y="9525"/>
                      <a:pt x="0" y="6096"/>
                    </a:cubicBezTo>
                    <a:cubicBezTo>
                      <a:pt x="0" y="2667"/>
                      <a:pt x="2667" y="0"/>
                      <a:pt x="6096" y="0"/>
                    </a:cubicBezTo>
                    <a:cubicBezTo>
                      <a:pt x="9525" y="0"/>
                      <a:pt x="12192" y="2667"/>
                      <a:pt x="12192" y="6096"/>
                    </a:cubicBezTo>
                    <a:cubicBezTo>
                      <a:pt x="12192" y="9525"/>
                      <a:pt x="9525" y="12192"/>
                      <a:pt x="6096" y="121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3" name="Google Shape;8233;p41"/>
              <p:cNvSpPr/>
              <p:nvPr/>
            </p:nvSpPr>
            <p:spPr>
              <a:xfrm>
                <a:off x="6631209" y="1515141"/>
                <a:ext cx="11239" cy="11239"/>
              </a:xfrm>
              <a:custGeom>
                <a:avLst/>
                <a:gdLst/>
                <a:ahLst/>
                <a:cxnLst/>
                <a:rect l="l" t="t" r="r" b="b"/>
                <a:pathLst>
                  <a:path w="11239" h="11239" extrusionOk="0">
                    <a:moveTo>
                      <a:pt x="5620" y="11240"/>
                    </a:moveTo>
                    <a:cubicBezTo>
                      <a:pt x="2477" y="11240"/>
                      <a:pt x="0" y="8668"/>
                      <a:pt x="0" y="5620"/>
                    </a:cubicBezTo>
                    <a:cubicBezTo>
                      <a:pt x="0" y="2572"/>
                      <a:pt x="2572" y="0"/>
                      <a:pt x="5620" y="0"/>
                    </a:cubicBezTo>
                    <a:cubicBezTo>
                      <a:pt x="8668" y="0"/>
                      <a:pt x="11239" y="2572"/>
                      <a:pt x="11239" y="5620"/>
                    </a:cubicBezTo>
                    <a:cubicBezTo>
                      <a:pt x="11239" y="8668"/>
                      <a:pt x="8668" y="11240"/>
                      <a:pt x="5620" y="112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4" name="Google Shape;8234;p41"/>
              <p:cNvSpPr/>
              <p:nvPr/>
            </p:nvSpPr>
            <p:spPr>
              <a:xfrm>
                <a:off x="6712934" y="1434083"/>
                <a:ext cx="10477" cy="10477"/>
              </a:xfrm>
              <a:custGeom>
                <a:avLst/>
                <a:gdLst/>
                <a:ahLst/>
                <a:cxnLst/>
                <a:rect l="l" t="t" r="r" b="b"/>
                <a:pathLst>
                  <a:path w="10477" h="10477" extrusionOk="0">
                    <a:moveTo>
                      <a:pt x="10477" y="5239"/>
                    </a:moveTo>
                    <a:cubicBezTo>
                      <a:pt x="10477" y="8132"/>
                      <a:pt x="8132" y="10477"/>
                      <a:pt x="5239" y="10477"/>
                    </a:cubicBezTo>
                    <a:cubicBezTo>
                      <a:pt x="2346" y="10477"/>
                      <a:pt x="0" y="8132"/>
                      <a:pt x="0" y="5239"/>
                    </a:cubicBezTo>
                    <a:cubicBezTo>
                      <a:pt x="0" y="2345"/>
                      <a:pt x="2346" y="0"/>
                      <a:pt x="5239" y="0"/>
                    </a:cubicBezTo>
                    <a:cubicBezTo>
                      <a:pt x="8132" y="0"/>
                      <a:pt x="10477" y="2345"/>
                      <a:pt x="10477" y="52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5" name="Google Shape;8235;p41"/>
              <p:cNvSpPr/>
              <p:nvPr/>
            </p:nvSpPr>
            <p:spPr>
              <a:xfrm>
                <a:off x="6794754" y="1353121"/>
                <a:ext cx="9715" cy="9715"/>
              </a:xfrm>
              <a:custGeom>
                <a:avLst/>
                <a:gdLst/>
                <a:ahLst/>
                <a:cxnLst/>
                <a:rect l="l" t="t" r="r" b="b"/>
                <a:pathLst>
                  <a:path w="9715" h="9715" extrusionOk="0">
                    <a:moveTo>
                      <a:pt x="9716" y="4858"/>
                    </a:moveTo>
                    <a:cubicBezTo>
                      <a:pt x="9716" y="7541"/>
                      <a:pt x="7541" y="9715"/>
                      <a:pt x="4858" y="9715"/>
                    </a:cubicBezTo>
                    <a:cubicBezTo>
                      <a:pt x="2175" y="9715"/>
                      <a:pt x="0" y="7541"/>
                      <a:pt x="0" y="4858"/>
                    </a:cubicBezTo>
                    <a:cubicBezTo>
                      <a:pt x="0" y="2175"/>
                      <a:pt x="2175" y="0"/>
                      <a:pt x="4858" y="0"/>
                    </a:cubicBezTo>
                    <a:cubicBezTo>
                      <a:pt x="7541" y="0"/>
                      <a:pt x="9716" y="2175"/>
                      <a:pt x="9716" y="4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6" name="Google Shape;8236;p41"/>
              <p:cNvSpPr/>
              <p:nvPr/>
            </p:nvSpPr>
            <p:spPr>
              <a:xfrm>
                <a:off x="6876573" y="1271967"/>
                <a:ext cx="8953" cy="8953"/>
              </a:xfrm>
              <a:custGeom>
                <a:avLst/>
                <a:gdLst/>
                <a:ahLst/>
                <a:cxnLst/>
                <a:rect l="l" t="t" r="r" b="b"/>
                <a:pathLst>
                  <a:path w="8953" h="8953" extrusionOk="0">
                    <a:moveTo>
                      <a:pt x="4477" y="8953"/>
                    </a:moveTo>
                    <a:cubicBezTo>
                      <a:pt x="2000" y="8953"/>
                      <a:pt x="0" y="6953"/>
                      <a:pt x="0" y="4477"/>
                    </a:cubicBezTo>
                    <a:cubicBezTo>
                      <a:pt x="0" y="2000"/>
                      <a:pt x="2000" y="0"/>
                      <a:pt x="4477" y="0"/>
                    </a:cubicBezTo>
                    <a:cubicBezTo>
                      <a:pt x="6953" y="0"/>
                      <a:pt x="8954" y="2000"/>
                      <a:pt x="8954" y="4477"/>
                    </a:cubicBezTo>
                    <a:cubicBezTo>
                      <a:pt x="8954" y="6953"/>
                      <a:pt x="6953" y="8953"/>
                      <a:pt x="4477" y="8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7" name="Google Shape;8237;p41"/>
              <p:cNvSpPr/>
              <p:nvPr/>
            </p:nvSpPr>
            <p:spPr>
              <a:xfrm>
                <a:off x="6958488" y="1191100"/>
                <a:ext cx="8001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8000" extrusionOk="0">
                    <a:moveTo>
                      <a:pt x="4001" y="8001"/>
                    </a:moveTo>
                    <a:cubicBezTo>
                      <a:pt x="1810" y="8001"/>
                      <a:pt x="0" y="6191"/>
                      <a:pt x="0" y="4000"/>
                    </a:cubicBezTo>
                    <a:cubicBezTo>
                      <a:pt x="0" y="1810"/>
                      <a:pt x="1810" y="0"/>
                      <a:pt x="4001" y="0"/>
                    </a:cubicBezTo>
                    <a:cubicBezTo>
                      <a:pt x="6191" y="0"/>
                      <a:pt x="8001" y="1810"/>
                      <a:pt x="8001" y="4000"/>
                    </a:cubicBezTo>
                    <a:cubicBezTo>
                      <a:pt x="8001" y="6191"/>
                      <a:pt x="6191" y="8001"/>
                      <a:pt x="4001" y="80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" name="ZoneTexte 4">
            <a:extLst>
              <a:ext uri="{FF2B5EF4-FFF2-40B4-BE49-F238E27FC236}">
                <a16:creationId xmlns:a16="http://schemas.microsoft.com/office/drawing/2014/main" id="{504DD801-62EB-08EF-32B0-BB2FD4847BBE}"/>
              </a:ext>
            </a:extLst>
          </p:cNvPr>
          <p:cNvSpPr txBox="1"/>
          <p:nvPr/>
        </p:nvSpPr>
        <p:spPr>
          <a:xfrm>
            <a:off x="1598262" y="4663854"/>
            <a:ext cx="59474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accent6"/>
                </a:solidFill>
                <a:latin typeface="Montserrat" panose="00000500000000000000" pitchFamily="2" charset="0"/>
              </a:rPr>
              <a:t>https://var-iae-metz-project.streamlit.app/</a:t>
            </a:r>
          </a:p>
        </p:txBody>
      </p:sp>
      <p:pic>
        <p:nvPicPr>
          <p:cNvPr id="2" name="Image 1" descr="SCAN ME&#10;&#10;Le contenu généré par l’IA peut être incorrect.">
            <a:extLst>
              <a:ext uri="{FF2B5EF4-FFF2-40B4-BE49-F238E27FC236}">
                <a16:creationId xmlns:a16="http://schemas.microsoft.com/office/drawing/2014/main" id="{176AC595-853E-B3A9-3D47-099A67622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6543" y="1321434"/>
            <a:ext cx="3230912" cy="32309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Yearly Sales Plan by Slidesgo">
  <a:themeElements>
    <a:clrScheme name="Simple Light">
      <a:dk1>
        <a:srgbClr val="FCFCFC"/>
      </a:dk1>
      <a:lt1>
        <a:srgbClr val="181D20"/>
      </a:lt1>
      <a:dk2>
        <a:srgbClr val="3B474E"/>
      </a:dk2>
      <a:lt2>
        <a:srgbClr val="EEEEEE"/>
      </a:lt2>
      <a:accent1>
        <a:srgbClr val="FFFFFF"/>
      </a:accent1>
      <a:accent2>
        <a:srgbClr val="FFFFFF"/>
      </a:accent2>
      <a:accent3>
        <a:srgbClr val="FFFFFF"/>
      </a:accent3>
      <a:accent4>
        <a:srgbClr val="FFFFFD"/>
      </a:accent4>
      <a:accent5>
        <a:srgbClr val="FFFFFF"/>
      </a:accent5>
      <a:accent6>
        <a:srgbClr val="FFFFFF"/>
      </a:accent6>
      <a:hlink>
        <a:srgbClr val="FCFC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644</Words>
  <Application>Microsoft Office PowerPoint</Application>
  <PresentationFormat>Affichage à l'écran (16:9)</PresentationFormat>
  <Paragraphs>93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8" baseType="lpstr">
      <vt:lpstr>Montserrat ExtraBold</vt:lpstr>
      <vt:lpstr>Calibri</vt:lpstr>
      <vt:lpstr>Poppins</vt:lpstr>
      <vt:lpstr>Arial</vt:lpstr>
      <vt:lpstr>Raleway</vt:lpstr>
      <vt:lpstr>Montserrat</vt:lpstr>
      <vt:lpstr>Bebas Neue</vt:lpstr>
      <vt:lpstr>Yearly Sales Plan by Slidesgo</vt:lpstr>
      <vt:lpstr>Value at Risk (VaR) Analysis</vt:lpstr>
      <vt:lpstr>Project Objective</vt:lpstr>
      <vt:lpstr>Présentation PowerPoint</vt:lpstr>
      <vt:lpstr>Data &amp; Portfolio Construction</vt:lpstr>
      <vt:lpstr>Methodology - Three Ways to Compute VaR</vt:lpstr>
      <vt:lpstr>Portfolio Returns Over Time</vt:lpstr>
      <vt:lpstr>Return Distribution &amp; VaR Threshold</vt:lpstr>
      <vt:lpstr>VaR Results - Comparison of Three Methods</vt:lpstr>
      <vt:lpstr>Conclusion &amp; Limitations</vt:lpstr>
      <vt:lpstr>Thank you for your attention Scan to access the interactive dashboard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 MDP</dc:creator>
  <cp:lastModifiedBy>N MDP</cp:lastModifiedBy>
  <cp:revision>12</cp:revision>
  <dcterms:modified xsi:type="dcterms:W3CDTF">2026-04-09T19:47:36Z</dcterms:modified>
</cp:coreProperties>
</file>